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ce97f093454d8f" /><Relationship Type="http://schemas.openxmlformats.org/officeDocument/2006/relationships/extended-properties" Target="/docProps/app.xml" Id="Re5afafffc69046ca" /><Relationship Type="http://schemas.openxmlformats.org/officeDocument/2006/relationships/officeDocument" Target="/ppt/presentation.xml" Id="R49c62cf7417f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6f7f2b04448d5"/>
  </p:sldMasterIdLst>
  <p:notesMasterIdLst>
    <p:notesMasterId xmlns:r="http://schemas.openxmlformats.org/officeDocument/2006/relationships" r:id="Rc54c769a18414182"/>
  </p:notesMasterIdLst>
  <p:sldIdLst>
    <p:sldId xmlns:r="http://schemas.openxmlformats.org/officeDocument/2006/relationships" id="256" r:id="R8df0d33053a14580"/>
    <p:sldId xmlns:r="http://schemas.openxmlformats.org/officeDocument/2006/relationships" id="257" r:id="Ra3dd918cf16e47ea"/>
    <p:sldId xmlns:r="http://schemas.openxmlformats.org/officeDocument/2006/relationships" id="258" r:id="Raa78edc1989a4d31"/>
    <p:sldId xmlns:r="http://schemas.openxmlformats.org/officeDocument/2006/relationships" id="259" r:id="R2d860055d1bf414a"/>
    <p:sldId xmlns:r="http://schemas.openxmlformats.org/officeDocument/2006/relationships" id="260" r:id="R046bddb69c69450b"/>
    <p:sldId xmlns:r="http://schemas.openxmlformats.org/officeDocument/2006/relationships" id="261" r:id="R9501f18880d94110"/>
    <p:sldId xmlns:r="http://schemas.openxmlformats.org/officeDocument/2006/relationships" id="262" r:id="R3f0713e7f2a140d2"/>
    <p:sldId xmlns:r="http://schemas.openxmlformats.org/officeDocument/2006/relationships" id="263" r:id="R467e1c216c6d4bfc"/>
    <p:sldId xmlns:r="http://schemas.openxmlformats.org/officeDocument/2006/relationships" id="264" r:id="Rbc840381174a46bd"/>
    <p:sldId xmlns:r="http://schemas.openxmlformats.org/officeDocument/2006/relationships" id="265" r:id="R10c09a09b4dc4866"/>
    <p:sldId xmlns:r="http://schemas.openxmlformats.org/officeDocument/2006/relationships" id="266" r:id="Rfc8faf476b4b411c"/>
    <p:sldId xmlns:r="http://schemas.openxmlformats.org/officeDocument/2006/relationships" id="267" r:id="R0d6f08e64a524577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789717a484dec" /><Relationship Type="http://schemas.openxmlformats.org/officeDocument/2006/relationships/slideMaster" Target="/ppt/slideMasters/slideMaster1.xml" Id="Reac6f7f2b04448d5" /><Relationship Type="http://schemas.openxmlformats.org/officeDocument/2006/relationships/notesMaster" Target="/ppt/notesMasters/notesMaster1.xml" Id="Rc54c769a18414182" /><Relationship Type="http://schemas.openxmlformats.org/officeDocument/2006/relationships/presProps" Target="/ppt/presProps.xml" Id="Rc15508d822b84ae7" /><Relationship Type="http://schemas.openxmlformats.org/officeDocument/2006/relationships/tableStyles" Target="/ppt/tableStyles.xml" Id="Rbde947cf6226430a" /><Relationship Type="http://schemas.openxmlformats.org/officeDocument/2006/relationships/slide" Target="/ppt/slides/slide1.xml" Id="R8df0d33053a14580" /><Relationship Type="http://schemas.openxmlformats.org/officeDocument/2006/relationships/slide" Target="/ppt/slides/slide2.xml" Id="Ra3dd918cf16e47ea" /><Relationship Type="http://schemas.openxmlformats.org/officeDocument/2006/relationships/slide" Target="/ppt/slides/slide3.xml" Id="Raa78edc1989a4d31" /><Relationship Type="http://schemas.openxmlformats.org/officeDocument/2006/relationships/slide" Target="/ppt/slides/slide4.xml" Id="R2d860055d1bf414a" /><Relationship Type="http://schemas.openxmlformats.org/officeDocument/2006/relationships/slide" Target="/ppt/slides/slide5.xml" Id="R046bddb69c69450b" /><Relationship Type="http://schemas.openxmlformats.org/officeDocument/2006/relationships/slide" Target="/ppt/slides/slide6.xml" Id="R9501f18880d94110" /><Relationship Type="http://schemas.openxmlformats.org/officeDocument/2006/relationships/slide" Target="/ppt/slides/slide7.xml" Id="R3f0713e7f2a140d2" /><Relationship Type="http://schemas.openxmlformats.org/officeDocument/2006/relationships/slide" Target="/ppt/slides/slide8.xml" Id="R467e1c216c6d4bfc" /><Relationship Type="http://schemas.openxmlformats.org/officeDocument/2006/relationships/slide" Target="/ppt/slides/slide9.xml" Id="Rbc840381174a46bd" /><Relationship Type="http://schemas.openxmlformats.org/officeDocument/2006/relationships/slide" Target="/ppt/slides/slide10.xml" Id="R10c09a09b4dc4866" /><Relationship Type="http://schemas.openxmlformats.org/officeDocument/2006/relationships/slide" Target="/ppt/slides/slide11.xml" Id="Rfc8faf476b4b411c" /><Relationship Type="http://schemas.openxmlformats.org/officeDocument/2006/relationships/slide" Target="/ppt/slides/slide12.xml" Id="R0d6f08e64a5245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a4bdab5eaa43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5aadf2c464308" /><Relationship Type="http://schemas.openxmlformats.org/officeDocument/2006/relationships/notesMaster" Target="/ppt/notesMasters/notesMaster1.xml" Id="R3cb09e8349474d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4e472031a54ff9" /><Relationship Type="http://schemas.openxmlformats.org/officeDocument/2006/relationships/notesMaster" Target="/ppt/notesMasters/notesMaster1.xml" Id="R44ea7a98aef6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29f04e3e34530" /><Relationship Type="http://schemas.openxmlformats.org/officeDocument/2006/relationships/notesMaster" Target="/ppt/notesMasters/notesMaster1.xml" Id="R556cca6c1bb749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d78b2a08744ad4" /><Relationship Type="http://schemas.openxmlformats.org/officeDocument/2006/relationships/notesMaster" Target="/ppt/notesMasters/notesMaster1.xml" Id="R4f9104bbbaa44f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eb58a0f3204826" /><Relationship Type="http://schemas.openxmlformats.org/officeDocument/2006/relationships/notesMaster" Target="/ppt/notesMasters/notesMaster1.xml" Id="R511c68d3f8904e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dd8f8ba4b149fa" /><Relationship Type="http://schemas.openxmlformats.org/officeDocument/2006/relationships/notesMaster" Target="/ppt/notesMasters/notesMaster1.xml" Id="R4b758ab71303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b5b636db5a4ee6" /><Relationship Type="http://schemas.openxmlformats.org/officeDocument/2006/relationships/notesMaster" Target="/ppt/notesMasters/notesMaster1.xml" Id="R9c4bbe06d22b4e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2530ca25c44c97" /><Relationship Type="http://schemas.openxmlformats.org/officeDocument/2006/relationships/notesMaster" Target="/ppt/notesMasters/notesMaster1.xml" Id="R5e983eb26a8244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300470907a4f16" /><Relationship Type="http://schemas.openxmlformats.org/officeDocument/2006/relationships/notesMaster" Target="/ppt/notesMasters/notesMaster1.xml" Id="Reff578e62a9846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dd25e2b04743c9" /><Relationship Type="http://schemas.openxmlformats.org/officeDocument/2006/relationships/notesMaster" Target="/ppt/notesMasters/notesMaster1.xml" Id="R8ed7b1a497ca41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1d6581f8cb474c" /><Relationship Type="http://schemas.openxmlformats.org/officeDocument/2006/relationships/notesMaster" Target="/ppt/notesMasters/notesMaster1.xml" Id="R9e9fc85f7a9a4c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6a34fa41a14527" /><Relationship Type="http://schemas.openxmlformats.org/officeDocument/2006/relationships/notesMaster" Target="/ppt/notesMasters/notesMaster1.xml" Id="Rf9e0d623d35545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57749dd204e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48210da2b24915" /><Relationship Type="http://schemas.openxmlformats.org/officeDocument/2006/relationships/slideLayout" Target="/ppt/slideLayouts/slideLayout1.xml" Id="R70bce383200544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ce383200544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5a2b2802d4cd9" /><Relationship Type="http://schemas.openxmlformats.org/officeDocument/2006/relationships/image" Target="/ppt/media/image.png" Id="R4b25c78f598e4f54" /><Relationship Type="http://schemas.openxmlformats.org/officeDocument/2006/relationships/image" Target="/ppt/media/image2.png" Id="Rceef8ee007ea449d" /><Relationship Type="http://schemas.openxmlformats.org/officeDocument/2006/relationships/notesSlide" Target="/ppt/notesSlides/notesSlide1.xml" Id="Rb59e1d155abd45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edf5478854840" /><Relationship Type="http://schemas.openxmlformats.org/officeDocument/2006/relationships/notesSlide" Target="/ppt/notesSlides/notesSlide2.xml" Id="R26ab87a8ee29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59a8545734b6e" /><Relationship Type="http://schemas.openxmlformats.org/officeDocument/2006/relationships/notesSlide" Target="/ppt/notesSlides/notesSlide3.xml" Id="Ra156dec685484f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ed28bd7554b11" /><Relationship Type="http://schemas.openxmlformats.org/officeDocument/2006/relationships/notesSlide" Target="/ppt/notesSlides/notesSlide4.xml" Id="R8baf6ad4af614d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791c04b474c1e" /><Relationship Type="http://schemas.openxmlformats.org/officeDocument/2006/relationships/notesSlide" Target="/ppt/notesSlides/notesSlide5.xml" Id="R89c1431a7e4b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752fa1d6b45f4" /><Relationship Type="http://schemas.openxmlformats.org/officeDocument/2006/relationships/notesSlide" Target="/ppt/notesSlides/notesSlide6.xml" Id="R47db610a304b48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71cc22920435f" /><Relationship Type="http://schemas.openxmlformats.org/officeDocument/2006/relationships/notesSlide" Target="/ppt/notesSlides/notesSlide7.xml" Id="R0e1af3051a994a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1a5f7f4fe47b0" /><Relationship Type="http://schemas.openxmlformats.org/officeDocument/2006/relationships/notesSlide" Target="/ppt/notesSlides/notesSlide8.xml" Id="R824dac277ce046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7f261dda34a4f" /><Relationship Type="http://schemas.openxmlformats.org/officeDocument/2006/relationships/image" Target="/ppt/media/image3.png" Id="R75e8e33a7dc848b3" /><Relationship Type="http://schemas.openxmlformats.org/officeDocument/2006/relationships/image" Target="/ppt/media/image4.png" Id="R22d8f08d2ff34e03" /><Relationship Type="http://schemas.openxmlformats.org/officeDocument/2006/relationships/image" Target="/ppt/media/image5.png" Id="R59fa8075483e4a11" /><Relationship Type="http://schemas.openxmlformats.org/officeDocument/2006/relationships/image" Target="/ppt/media/image6.png" Id="R189a432599734305" /><Relationship Type="http://schemas.openxmlformats.org/officeDocument/2006/relationships/image" Target="/ppt/media/image7.png" Id="Rb24bf9d2b6294985" /><Relationship Type="http://schemas.openxmlformats.org/officeDocument/2006/relationships/image" Target="/ppt/media/image8.png" Id="R22def568baeb4768" /><Relationship Type="http://schemas.openxmlformats.org/officeDocument/2006/relationships/notesSlide" Target="/ppt/notesSlides/notesSlide9.xml" Id="Re63a445e31c241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3acb05d0948df" /><Relationship Type="http://schemas.openxmlformats.org/officeDocument/2006/relationships/notesSlide" Target="/ppt/notesSlides/notesSlide10.xml" Id="R69a1c965aff442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88a30c8e047ff" /><Relationship Type="http://schemas.openxmlformats.org/officeDocument/2006/relationships/notesSlide" Target="/ppt/notesSlides/notesSlide11.xml" Id="R55cb07ce70e54e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37ad44630412c" /><Relationship Type="http://schemas.openxmlformats.org/officeDocument/2006/relationships/image" Target="/ppt/media/image9.png" Id="R224954a951084afc" /><Relationship Type="http://schemas.openxmlformats.org/officeDocument/2006/relationships/notesSlide" Target="/ppt/notesSlides/notesSlide12.xml" Id="R2870e9a653d446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AI matters.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 hard part is knowing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your business to identify the first problem worth solving,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builds a system people will use and outcomes you can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Assessment | Workflow redesign | Skills | Custom SaaS | Data | Agents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5c78f598e4f54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f8ee007ea449d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execute real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Until recently, every step required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Agents can read documents, retrieve data, use tools, and carry a task through multiple steps. People step in when judgment or approval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96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Agents handle repeatable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73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People set goals, exercise judgment, and review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449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387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One manager can supervise multiple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2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Working knowledge becomes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03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Microsoft's 2025 Work Trend Index describes an Agent Boss as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880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818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OpenAI defines agents as systems that complete workflows on a user's behalf, not just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294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Google describes enterprise agents as models connected to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33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771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Anthropic's research suggests that people decide what work should be done, while agents increasingly decide how to execute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How well a company works with agents will increasingly shape its operating efficiency.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The shift is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Microsoft's 2025 Work Trend Index surveyed 31,000 employees across 31 countries. Among leaders surveyed, 81% expected agents to enter their AI strategy within 12-18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reported more than one million business customers in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Since February, weekly active Codex users grew 108x in legal, 41x in sales, 41x in recruiting, and 26x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LIVE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Codex cut code review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by 50%, with some projects moving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Its multi-agent due diligence framework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reportedly cut development time by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50% and improved agent accuracy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Google Cloud customer story reports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$53.9 million in annual savings, 87% faster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issue resolution, and proactive AI resolution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for 30% of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Lowe's provides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AI project guidance to associates in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Companies want AI gains.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Few know where to begin.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EARLY AI EFFORTS STALL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Employees have AI subscriptions but use them sporadically.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demo impressed people, but no one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Case studies from other companies do not match how the business actually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Every department has ideas. No one has a way to prioritize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Knowledge is scattered across chats, spreadsheets, PDFs, shared drives, and personal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Leaders are unsure where security boundaries and agent authority should sit.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An AI upgrade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leadership wants to achieve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frontline work actually gets 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Where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solution is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Miss one of these layers and the project usually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INTERNAL AI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leadership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ambition is clear; the first practical use case is not.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frontline teams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You collect requests, but cannot tell which one deserves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Vendors need clear requirements, which is often what the company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an off-the-shelf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Deployment is fast;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and budget are committed before business value is proven.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missing role connects business reality, product decisions, and implementation. That is the FDE.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and stays until the result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 Forward Deployed Engineer is not simply a developer working on-site.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 work begins inside the business: what leadership needs, how employees work, where the data lives, and where delays, errors, or handoffs cause 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Once the problem is clear, the FDE selects the right way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Use an existing product if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Build a Skill when that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Integrate existing systems when the workflow spans multiple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Create a database or knowledge base when data needs to be structured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Design the handoff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From a focused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an enterprise-wide AI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focused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Quotation, data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Small custom SaaS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Discovery 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Integrations across ERP, CRM, collaboration, and messaging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Progress, outcome, and activity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7230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work crosses teams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Permissions and access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information is difficult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Enterprise AI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program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Define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Set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Train the company's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Diagnose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Build only what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Define the business objective: save time, reduce errors, increase revenue, or change how work gets done.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Observe the spreadsheets, files, messages, and systems employees actually use, 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Rank opportunities by value, difficulty, data readiness, risk, and time to validation. Some problems do not need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Choose one job. Agree on the owner, data, scope, and success metric before building the first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Once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 pilot should prove value,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not just demo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Depending on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defined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The data and permissions it 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Clear 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These projects are already live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in real business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TRUSTED 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Operators pulled product details from supplier spreadsheets, chat messages, and image folders. They translated, normalized, and re-entered each listing across multiple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bottleneck was incomplete attributes, conflicting source files, and repeated manual checks against marketplace rules, not the copy itself.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We built a product-data hub and listing workflow. Agents organize, translate, and validate listings against marketplace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Scattered files became one product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Manual data entry became exception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Checks moved from after publication to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Business impact: a more consistent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Orders arrived through chat, spreadsheets, and drawings. We structured dimensions, fabrics, hardware, and process data; connected orders, BOMs, and work orders; and flagged missing or conflicting information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8e33a7dc848b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8f08d2ff34e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a8075483e4a1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a43259973430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24bf9d2b629498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2def568baeb4768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Managers must learn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lead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delivery builds the company's AI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Agent Boss training builds that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The course focuses on managing work shared by humans and agents, rather than prompt writing or a tour of AI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Set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Decide which work to delegate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Review both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Turn working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Stay accountable for business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Start with the right first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During the event, we offer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YOU WILL LEAVE WITH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WE MAY ALSO RECOMMEND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One to three areas to examine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initial view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recommendation to buy software, build a Skill, create custom SaaS, organize the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candid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existing product offers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assessment is not a full implementation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Where should your company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start with AI?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Company and industry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area you most want to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Who owns the 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When you would like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ADD ME ON FEISHU TO RESERVE A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Start with one problem you can define, solve,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954a951084afc"/>
          <a:stretch xmlns:a="http://schemas.openxmlformats.org/drawingml/2006/main"/>
        </p:blipFill>
        <p:spPr>
          <a:xfrm xmlns:a="http://schemas.openxmlformats.org/drawingml/2006/main">
            <a:off x="421005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2026-09-01T09:25:38.7570000Z</dcterms:created>
  <dcterms:modified xsi:type="dcterms:W3CDTF">2026-09-01T09:25:38.7570000Z</dcterms:modified>
</coreProperties>
</file>