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c0141781f74401" /><Relationship Type="http://schemas.openxmlformats.org/officeDocument/2006/relationships/extended-properties" Target="/docProps/app.xml" Id="R3c57b8bb6a494195" /><Relationship Type="http://schemas.openxmlformats.org/officeDocument/2006/relationships/officeDocument" Target="/ppt/presentation.xml" Id="Rdfc80a22e8ba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afe23d4e094f03"/>
  </p:sldMasterIdLst>
  <p:notesMasterIdLst>
    <p:notesMasterId xmlns:r="http://schemas.openxmlformats.org/officeDocument/2006/relationships" r:id="R96f5e6821e0b4856"/>
  </p:notesMasterIdLst>
  <p:sldIdLst>
    <p:sldId xmlns:r="http://schemas.openxmlformats.org/officeDocument/2006/relationships" id="256" r:id="R12d6b30bda4b425b"/>
    <p:sldId xmlns:r="http://schemas.openxmlformats.org/officeDocument/2006/relationships" id="257" r:id="R3f4f6fd26d484036"/>
    <p:sldId xmlns:r="http://schemas.openxmlformats.org/officeDocument/2006/relationships" id="258" r:id="Rd7b78ec080b94cd2"/>
    <p:sldId xmlns:r="http://schemas.openxmlformats.org/officeDocument/2006/relationships" id="259" r:id="R1bfa9b827e5e4ca1"/>
    <p:sldId xmlns:r="http://schemas.openxmlformats.org/officeDocument/2006/relationships" id="260" r:id="Rd7894328fd674e47"/>
    <p:sldId xmlns:r="http://schemas.openxmlformats.org/officeDocument/2006/relationships" id="261" r:id="Raab9f75ee2294882"/>
    <p:sldId xmlns:r="http://schemas.openxmlformats.org/officeDocument/2006/relationships" id="262" r:id="R060c05574c464fc4"/>
    <p:sldId xmlns:r="http://schemas.openxmlformats.org/officeDocument/2006/relationships" id="263" r:id="R390d7558dc92434a"/>
    <p:sldId xmlns:r="http://schemas.openxmlformats.org/officeDocument/2006/relationships" id="264" r:id="Rc359b78ffbcd4898"/>
    <p:sldId xmlns:r="http://schemas.openxmlformats.org/officeDocument/2006/relationships" id="265" r:id="R1de39a7c6a0747df"/>
    <p:sldId xmlns:r="http://schemas.openxmlformats.org/officeDocument/2006/relationships" id="266" r:id="R57f9ac0cc035493c"/>
    <p:sldId xmlns:r="http://schemas.openxmlformats.org/officeDocument/2006/relationships" id="267" r:id="Ra27d2e6c536d4e5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59e82afbe487d" /><Relationship Type="http://schemas.openxmlformats.org/officeDocument/2006/relationships/slideMaster" Target="/ppt/slideMasters/slideMaster1.xml" Id="R47afe23d4e094f03" /><Relationship Type="http://schemas.openxmlformats.org/officeDocument/2006/relationships/notesMaster" Target="/ppt/notesMasters/notesMaster1.xml" Id="R96f5e6821e0b4856" /><Relationship Type="http://schemas.openxmlformats.org/officeDocument/2006/relationships/presProps" Target="/ppt/presProps.xml" Id="R978aae806de94a8e" /><Relationship Type="http://schemas.openxmlformats.org/officeDocument/2006/relationships/tableStyles" Target="/ppt/tableStyles.xml" Id="Rf113c6998c25435b" /><Relationship Type="http://schemas.openxmlformats.org/officeDocument/2006/relationships/slide" Target="/ppt/slides/slide1.xml" Id="R12d6b30bda4b425b" /><Relationship Type="http://schemas.openxmlformats.org/officeDocument/2006/relationships/slide" Target="/ppt/slides/slide2.xml" Id="R3f4f6fd26d484036" /><Relationship Type="http://schemas.openxmlformats.org/officeDocument/2006/relationships/slide" Target="/ppt/slides/slide3.xml" Id="Rd7b78ec080b94cd2" /><Relationship Type="http://schemas.openxmlformats.org/officeDocument/2006/relationships/slide" Target="/ppt/slides/slide4.xml" Id="R1bfa9b827e5e4ca1" /><Relationship Type="http://schemas.openxmlformats.org/officeDocument/2006/relationships/slide" Target="/ppt/slides/slide5.xml" Id="Rd7894328fd674e47" /><Relationship Type="http://schemas.openxmlformats.org/officeDocument/2006/relationships/slide" Target="/ppt/slides/slide6.xml" Id="Raab9f75ee2294882" /><Relationship Type="http://schemas.openxmlformats.org/officeDocument/2006/relationships/slide" Target="/ppt/slides/slide7.xml" Id="R060c05574c464fc4" /><Relationship Type="http://schemas.openxmlformats.org/officeDocument/2006/relationships/slide" Target="/ppt/slides/slide8.xml" Id="R390d7558dc92434a" /><Relationship Type="http://schemas.openxmlformats.org/officeDocument/2006/relationships/slide" Target="/ppt/slides/slide9.xml" Id="Rc359b78ffbcd4898" /><Relationship Type="http://schemas.openxmlformats.org/officeDocument/2006/relationships/slide" Target="/ppt/slides/slide10.xml" Id="R1de39a7c6a0747df" /><Relationship Type="http://schemas.openxmlformats.org/officeDocument/2006/relationships/slide" Target="/ppt/slides/slide11.xml" Id="R57f9ac0cc035493c" /><Relationship Type="http://schemas.openxmlformats.org/officeDocument/2006/relationships/slide" Target="/ppt/slides/slide12.xml" Id="Ra27d2e6c536d4e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6b43dc52ce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080b6d788476a" /><Relationship Type="http://schemas.openxmlformats.org/officeDocument/2006/relationships/notesMaster" Target="/ppt/notesMasters/notesMaster1.xml" Id="Rf2b2f3c151924c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9d2706bc147ce" /><Relationship Type="http://schemas.openxmlformats.org/officeDocument/2006/relationships/notesMaster" Target="/ppt/notesMasters/notesMaster1.xml" Id="Rbd012b14e2c441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d9cb1102e044eb" /><Relationship Type="http://schemas.openxmlformats.org/officeDocument/2006/relationships/notesMaster" Target="/ppt/notesMasters/notesMaster1.xml" Id="R738cc00276c5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8660f9bd24b56" /><Relationship Type="http://schemas.openxmlformats.org/officeDocument/2006/relationships/notesMaster" Target="/ppt/notesMasters/notesMaster1.xml" Id="Rba6f5e408ceb41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147fa819324d86" /><Relationship Type="http://schemas.openxmlformats.org/officeDocument/2006/relationships/notesMaster" Target="/ppt/notesMasters/notesMaster1.xml" Id="Rc7ca455dd71f45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08af19430048f2" /><Relationship Type="http://schemas.openxmlformats.org/officeDocument/2006/relationships/notesMaster" Target="/ppt/notesMasters/notesMaster1.xml" Id="R1ddbc9d55152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507af137f45ba" /><Relationship Type="http://schemas.openxmlformats.org/officeDocument/2006/relationships/notesMaster" Target="/ppt/notesMasters/notesMaster1.xml" Id="Re8f6a94c407342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97605a538f411e" /><Relationship Type="http://schemas.openxmlformats.org/officeDocument/2006/relationships/notesMaster" Target="/ppt/notesMasters/notesMaster1.xml" Id="R0cc6d94d41c94a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0067c7de35430c" /><Relationship Type="http://schemas.openxmlformats.org/officeDocument/2006/relationships/notesMaster" Target="/ppt/notesMasters/notesMaster1.xml" Id="R4401f62a9bc2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81d88c14c04173" /><Relationship Type="http://schemas.openxmlformats.org/officeDocument/2006/relationships/notesMaster" Target="/ppt/notesMasters/notesMaster1.xml" Id="R15e9547f84474a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7ef49b1c5c4727" /><Relationship Type="http://schemas.openxmlformats.org/officeDocument/2006/relationships/notesMaster" Target="/ppt/notesMasters/notesMaster1.xml" Id="R4d8a3c1d028847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308e04183c412e" /><Relationship Type="http://schemas.openxmlformats.org/officeDocument/2006/relationships/notesMaster" Target="/ppt/notesMasters/notesMaster1.xml" Id="Rff8a48dd827c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b9053185748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e97759bb44349" /><Relationship Type="http://schemas.openxmlformats.org/officeDocument/2006/relationships/slideLayout" Target="/ppt/slideLayouts/slideLayout1.xml" Id="R1c40310e67554b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40310e67554b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ac139b98f481c" /><Relationship Type="http://schemas.openxmlformats.org/officeDocument/2006/relationships/image" Target="/ppt/media/image.png" Id="R7a3313424c464102" /><Relationship Type="http://schemas.openxmlformats.org/officeDocument/2006/relationships/image" Target="/ppt/media/image2.png" Id="Ra920a77961844b69" /><Relationship Type="http://schemas.openxmlformats.org/officeDocument/2006/relationships/notesSlide" Target="/ppt/notesSlides/notesSlide1.xml" Id="Redd53e7e890341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df79284bf4cfc" /><Relationship Type="http://schemas.openxmlformats.org/officeDocument/2006/relationships/notesSlide" Target="/ppt/notesSlides/notesSlide2.xml" Id="R4ff9e91be947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6a965a66945dc" /><Relationship Type="http://schemas.openxmlformats.org/officeDocument/2006/relationships/notesSlide" Target="/ppt/notesSlides/notesSlide3.xml" Id="R805a976efe04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dd51a12814c9c" /><Relationship Type="http://schemas.openxmlformats.org/officeDocument/2006/relationships/notesSlide" Target="/ppt/notesSlides/notesSlide4.xml" Id="R347ad667efae43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46896d8254936" /><Relationship Type="http://schemas.openxmlformats.org/officeDocument/2006/relationships/notesSlide" Target="/ppt/notesSlides/notesSlide5.xml" Id="Rbb22870b286b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899265e64d15" /><Relationship Type="http://schemas.openxmlformats.org/officeDocument/2006/relationships/notesSlide" Target="/ppt/notesSlides/notesSlide6.xml" Id="R772f759106bf4f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490de30894acf" /><Relationship Type="http://schemas.openxmlformats.org/officeDocument/2006/relationships/notesSlide" Target="/ppt/notesSlides/notesSlide7.xml" Id="Re0008fc1fbac4b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4ca274d8448cc" /><Relationship Type="http://schemas.openxmlformats.org/officeDocument/2006/relationships/notesSlide" Target="/ppt/notesSlides/notesSlide8.xml" Id="R1c092bd78d3f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1ec3290564f0d" /><Relationship Type="http://schemas.openxmlformats.org/officeDocument/2006/relationships/image" Target="/ppt/media/image3.png" Id="R67ae808dd5ef4a29" /><Relationship Type="http://schemas.openxmlformats.org/officeDocument/2006/relationships/image" Target="/ppt/media/image4.png" Id="R7048868fa444412b" /><Relationship Type="http://schemas.openxmlformats.org/officeDocument/2006/relationships/image" Target="/ppt/media/image5.png" Id="Rb1dafef0b78b400e" /><Relationship Type="http://schemas.openxmlformats.org/officeDocument/2006/relationships/image" Target="/ppt/media/image6.png" Id="Rf83ef069a55d45a2" /><Relationship Type="http://schemas.openxmlformats.org/officeDocument/2006/relationships/image" Target="/ppt/media/image7.png" Id="R8922e7c55cbd4863" /><Relationship Type="http://schemas.openxmlformats.org/officeDocument/2006/relationships/image" Target="/ppt/media/image8.png" Id="Rd953eb3c80134773" /><Relationship Type="http://schemas.openxmlformats.org/officeDocument/2006/relationships/notesSlide" Target="/ppt/notesSlides/notesSlide9.xml" Id="R089a995c16834d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a78edf14c4fa5" /><Relationship Type="http://schemas.openxmlformats.org/officeDocument/2006/relationships/notesSlide" Target="/ppt/notesSlides/notesSlide10.xml" Id="R70ea237a496c44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485d8997347c4" /><Relationship Type="http://schemas.openxmlformats.org/officeDocument/2006/relationships/notesSlide" Target="/ppt/notesSlides/notesSlide11.xml" Id="Rbe311b78189b4a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2e02091b4be4" /><Relationship Type="http://schemas.openxmlformats.org/officeDocument/2006/relationships/image" Target="/ppt/media/image9.png" Id="R5adb2a2b4ae24efa" /><Relationship Type="http://schemas.openxmlformats.org/officeDocument/2006/relationships/notesSlide" Target="/ppt/notesSlides/notesSlide12.xml" Id="R9b065645dc694f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AI matters.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 hard part is knowing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your business to identify the first problem worth solving,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builds a system people will use and outcomes you can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Assessment | Workflow redesign | Skills | Custom SaaS | Data | Agents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313424c464102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0a77961844b69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execute real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Until recently, every step required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Agents can read documents, retrieve data, use tools, and carry a task through multiple steps. People step in when judgment or approval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Agents handle repeatable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People set goals, exercise judgment, and review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One manager can supervise multiple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Working knowledge becomes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Microsoft's 2025 Work Trend Index describes an Agent Boss as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defines agents as systems that complete workflows on a user's behalf, not just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describes enterprise agents as models connected to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Anthropic's research suggests that people decide what work should be done, while agents increasingly decide how to execute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How well a company works with agents will increasingly shape its operating efficiency.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The shift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Microsoft's 2025 Work Trend Index surveyed 31,000 employees across 31 countries. Among leaders surveyed, 81% expected agents to enter their AI strategy within 12-18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reported more than one million business customers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Since February, weekly active Codex users grew 108x in legal, 41x in sales, 41x in recruiting, and 26x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LIVE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Codex cut code review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by 50%, with some projects moving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reportedly cut development time by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50% and improved agent accuracy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issue resolution, and proactive AI resolution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for 30% of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Lowe's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AI project guidance to associates in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Companies want AI gains.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Few know where to begin.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EARLY AI EFFORTS STALL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Employees have AI subscriptions but use them sporadically.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demo impressed people, but no one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Case studies from other companies do not match how the business actually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Every department has ideas. No one has a way to prioritize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Knowledge is scattered across chats, spreadsheets, PDFs, shared drives, and personal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Leaders are unsure where security boundaries and agent authority should sit.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An AI upgrade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leadership wants to achieve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frontline work actually gets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Where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solution is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Miss one of these layers and the project usually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INTERNAL AI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leadership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ambition is clear; the first practical use case is not.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frontline teams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You collect requests, but cannot tell which one deserves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Vendors need clear requirements, which is often what the company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an off-the-shelf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Deployment is fast;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and budget are committed before business value is proven.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missing role connects business reality, product decisions, and implementation. That is the FDE.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and stays until the result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 Forward Deployed Engineer is not simply a developer working on-site.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 work begins inside the business: what leadership needs, how employees work, where the data lives, and where delays, errors, or handoffs cause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Once the problem is clear, the FDE selects the right way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Use an existing product if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Build a Skill when that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Integrate existing systems when the workflow spans multiple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Create a database or knowledge base when data needs to be structured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Design the handoff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From a focused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an enterprise-wide AI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focused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Quotation, data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Small custom SaaS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Discovery 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Integrations across ERP, CRM, collaboration, and messaging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Progress, outcome, and activity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work crosses teams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Permissions and access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information is difficult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Enterprise AI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program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Define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Set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Train the company's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Diagnose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Build only what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Define the business objective: save time, reduce errors, increase revenue, or change how work gets done.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Observe the spreadsheets, files, messages, and systems employees actually use, 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Rank opportunities by value, difficulty, data readiness, risk, and time to validation. Some problems do not need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Choose one job. Agree on the owner, data, scope, and success metric before building the first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Once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 pilot should prove value,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not just demo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Depending on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defined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The data and permissions it 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Clear 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These projects are already live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in real business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TRUSTED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Operators pulled product details from supplier spreadsheets, chat messages, and image folders. They translated, normalized, and re-entered each listing across multiple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bottleneck was incomplete attributes, conflicting source files, and repeated manual checks against marketplace rules, not the copy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We built a product-data hub and listing workflow. Agents organize, translate, and validate listings against marketplace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Scattered files became one product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Manual data entry became exception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Checks moved from after publication to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Business impact: a more consistent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Orders arrived through chat, spreadsheets, and drawings. We structured dimensions, fabrics, hardware, and process data; connected orders, BOMs, and work orders; and flagged missing or conflicting information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e808dd5ef4a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8868fa44441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afef0b78b400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ef069a55d45a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922e7c55cbd486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953eb3c80134773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Managers must learn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lead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delivery builds the company's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Agent Boss training builds that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The course focuses on managing work shared by humans and agents, rather than prompt writing or a tour of AI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Set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Decide which work to delegate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Review both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Turn working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Stay accountable for business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Start with the right first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During the event, we offer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YOU WILL LEAVE WITH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WE MAY ALSO RECOMMEND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One to three areas to examine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initial view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recommendation to buy software, build a Skill, create custom SaaS, organize the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candid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existing product offers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assessment is not a full implementation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Where should your company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start with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Company and industry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area you most want to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Who owns the 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When you would like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ADD ME ON FEISHU TO RESERVE A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Start with one problem you can define, solve,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b2a2b4ae24efa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2026-09-01T09:05:59.1120000Z</dcterms:created>
  <dcterms:modified xsi:type="dcterms:W3CDTF">2026-09-01T09:05:59.1120000Z</dcterms:modified>
</coreProperties>
</file>