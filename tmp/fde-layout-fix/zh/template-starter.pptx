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d61591426045b3" /><Relationship Type="http://schemas.openxmlformats.org/officeDocument/2006/relationships/extended-properties" Target="/docProps/app.xml" Id="R8864ad8c67c14311" /><Relationship Type="http://schemas.openxmlformats.org/officeDocument/2006/relationships/officeDocument" Target="/ppt/presentation.xml" Id="R9d70dee0115445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5b11ca050245cf"/>
  </p:sldMasterIdLst>
  <p:notesMasterIdLst>
    <p:notesMasterId xmlns:r="http://schemas.openxmlformats.org/officeDocument/2006/relationships" r:id="Rbd111cbece3146dc"/>
  </p:notesMasterIdLst>
  <p:sldIdLst>
    <p:sldId xmlns:r="http://schemas.openxmlformats.org/officeDocument/2006/relationships" id="256" r:id="Rf6d1c0c981cb40c5"/>
    <p:sldId xmlns:r="http://schemas.openxmlformats.org/officeDocument/2006/relationships" id="257" r:id="R6a72af802aef4d5e"/>
    <p:sldId xmlns:r="http://schemas.openxmlformats.org/officeDocument/2006/relationships" id="258" r:id="Rb5d74b8c48d34918"/>
    <p:sldId xmlns:r="http://schemas.openxmlformats.org/officeDocument/2006/relationships" id="259" r:id="R4adb28cdbce24c3a"/>
    <p:sldId xmlns:r="http://schemas.openxmlformats.org/officeDocument/2006/relationships" id="260" r:id="R168c7be1ad09454e"/>
    <p:sldId xmlns:r="http://schemas.openxmlformats.org/officeDocument/2006/relationships" id="261" r:id="R327602a16df94071"/>
    <p:sldId xmlns:r="http://schemas.openxmlformats.org/officeDocument/2006/relationships" id="262" r:id="R3e34a16cab1c4c26"/>
    <p:sldId xmlns:r="http://schemas.openxmlformats.org/officeDocument/2006/relationships" id="263" r:id="R3b15207ca08641b9"/>
    <p:sldId xmlns:r="http://schemas.openxmlformats.org/officeDocument/2006/relationships" id="264" r:id="Ra82d1b489dd84be3"/>
    <p:sldId xmlns:r="http://schemas.openxmlformats.org/officeDocument/2006/relationships" id="265" r:id="Rc872e22316bc4a19"/>
    <p:sldId xmlns:r="http://schemas.openxmlformats.org/officeDocument/2006/relationships" id="266" r:id="R0d8827ff2f3e45ef"/>
    <p:sldId xmlns:r="http://schemas.openxmlformats.org/officeDocument/2006/relationships" id="267" r:id="R889817c8ee994ac3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6dad9572ab489c" /><Relationship Type="http://schemas.openxmlformats.org/officeDocument/2006/relationships/slideMaster" Target="/ppt/slideMasters/slideMaster1.xml" Id="R9b5b11ca050245cf" /><Relationship Type="http://schemas.openxmlformats.org/officeDocument/2006/relationships/notesMaster" Target="/ppt/notesMasters/notesMaster1.xml" Id="Rbd111cbece3146dc" /><Relationship Type="http://schemas.openxmlformats.org/officeDocument/2006/relationships/presProps" Target="/ppt/presProps.xml" Id="Rfc28f3aed2e4475e" /><Relationship Type="http://schemas.openxmlformats.org/officeDocument/2006/relationships/tableStyles" Target="/ppt/tableStyles.xml" Id="R4aa7d58c610d4775" /><Relationship Type="http://schemas.openxmlformats.org/officeDocument/2006/relationships/slide" Target="/ppt/slides/slide1.xml" Id="Rf6d1c0c981cb40c5" /><Relationship Type="http://schemas.openxmlformats.org/officeDocument/2006/relationships/slide" Target="/ppt/slides/slide2.xml" Id="R6a72af802aef4d5e" /><Relationship Type="http://schemas.openxmlformats.org/officeDocument/2006/relationships/slide" Target="/ppt/slides/slide3.xml" Id="Rb5d74b8c48d34918" /><Relationship Type="http://schemas.openxmlformats.org/officeDocument/2006/relationships/slide" Target="/ppt/slides/slide4.xml" Id="R4adb28cdbce24c3a" /><Relationship Type="http://schemas.openxmlformats.org/officeDocument/2006/relationships/slide" Target="/ppt/slides/slide5.xml" Id="R168c7be1ad09454e" /><Relationship Type="http://schemas.openxmlformats.org/officeDocument/2006/relationships/slide" Target="/ppt/slides/slide6.xml" Id="R327602a16df94071" /><Relationship Type="http://schemas.openxmlformats.org/officeDocument/2006/relationships/slide" Target="/ppt/slides/slide7.xml" Id="R3e34a16cab1c4c26" /><Relationship Type="http://schemas.openxmlformats.org/officeDocument/2006/relationships/slide" Target="/ppt/slides/slide8.xml" Id="R3b15207ca08641b9" /><Relationship Type="http://schemas.openxmlformats.org/officeDocument/2006/relationships/slide" Target="/ppt/slides/slide9.xml" Id="Ra82d1b489dd84be3" /><Relationship Type="http://schemas.openxmlformats.org/officeDocument/2006/relationships/slide" Target="/ppt/slides/slide10.xml" Id="Rc872e22316bc4a19" /><Relationship Type="http://schemas.openxmlformats.org/officeDocument/2006/relationships/slide" Target="/ppt/slides/slide11.xml" Id="R0d8827ff2f3e45ef" /><Relationship Type="http://schemas.openxmlformats.org/officeDocument/2006/relationships/slide" Target="/ppt/slides/slide12.xml" Id="R889817c8ee994a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f8b168b57f4a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1ee44f98b342f1" /><Relationship Type="http://schemas.openxmlformats.org/officeDocument/2006/relationships/notesMaster" Target="/ppt/notesMasters/notesMaster1.xml" Id="R0dc86a4396c64b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7e43f2006d425d" /><Relationship Type="http://schemas.openxmlformats.org/officeDocument/2006/relationships/notesMaster" Target="/ppt/notesMasters/notesMaster1.xml" Id="Rc3f1d1fe790045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29120fd6ab415c" /><Relationship Type="http://schemas.openxmlformats.org/officeDocument/2006/relationships/notesMaster" Target="/ppt/notesMasters/notesMaster1.xml" Id="Rfa5e9ff007644c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18b29d151f474e" /><Relationship Type="http://schemas.openxmlformats.org/officeDocument/2006/relationships/notesMaster" Target="/ppt/notesMasters/notesMaster1.xml" Id="R9d5c4a66e19d4a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6daca80725455b" /><Relationship Type="http://schemas.openxmlformats.org/officeDocument/2006/relationships/notesMaster" Target="/ppt/notesMasters/notesMaster1.xml" Id="Rda31a70bc5924e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ec3650fd99471c" /><Relationship Type="http://schemas.openxmlformats.org/officeDocument/2006/relationships/notesMaster" Target="/ppt/notesMasters/notesMaster1.xml" Id="Re763a74d072848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c495c6b15c4063" /><Relationship Type="http://schemas.openxmlformats.org/officeDocument/2006/relationships/notesMaster" Target="/ppt/notesMasters/notesMaster1.xml" Id="Rfd9e5706243f4e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fe176a67924338" /><Relationship Type="http://schemas.openxmlformats.org/officeDocument/2006/relationships/notesMaster" Target="/ppt/notesMasters/notesMaster1.xml" Id="R1a82a0afaf9049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0bd4cc26cb428f" /><Relationship Type="http://schemas.openxmlformats.org/officeDocument/2006/relationships/notesMaster" Target="/ppt/notesMasters/notesMaster1.xml" Id="R9514f9c4eb8642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f04a684d6e4355" /><Relationship Type="http://schemas.openxmlformats.org/officeDocument/2006/relationships/notesMaster" Target="/ppt/notesMasters/notesMaster1.xml" Id="R0b54f49d61d846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aa2685c0714d03" /><Relationship Type="http://schemas.openxmlformats.org/officeDocument/2006/relationships/notesMaster" Target="/ppt/notesMasters/notesMaster1.xml" Id="Rc1062878834248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2707d930014df3" /><Relationship Type="http://schemas.openxmlformats.org/officeDocument/2006/relationships/notesMaster" Target="/ppt/notesMasters/notesMaster1.xml" Id="R766ae571f6124c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User-provided Feishu contact QR code: /Users/elliottye/Downloads/IMG_0263.JPG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231e56b374c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e1926a021f4ec8" /><Relationship Type="http://schemas.openxmlformats.org/officeDocument/2006/relationships/slideLayout" Target="/ppt/slideLayouts/slideLayout1.xml" Id="R7dda301278da45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da301278da45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50815c05f4bd2" /><Relationship Type="http://schemas.openxmlformats.org/officeDocument/2006/relationships/image" Target="/ppt/media/image.png" Id="R01fa371580cf4752" /><Relationship Type="http://schemas.openxmlformats.org/officeDocument/2006/relationships/image" Target="/ppt/media/image2.png" Id="R890aa6cf7d39425d" /><Relationship Type="http://schemas.openxmlformats.org/officeDocument/2006/relationships/notesSlide" Target="/ppt/notesSlides/notesSlide1.xml" Id="R8bec88dba2b144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4fb47202e4c16" /><Relationship Type="http://schemas.openxmlformats.org/officeDocument/2006/relationships/notesSlide" Target="/ppt/notesSlides/notesSlide2.xml" Id="R60267f9ea3244d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8ee831faa4863" /><Relationship Type="http://schemas.openxmlformats.org/officeDocument/2006/relationships/notesSlide" Target="/ppt/notesSlides/notesSlide3.xml" Id="R46498bad11d745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0cb10a97241d3" /><Relationship Type="http://schemas.openxmlformats.org/officeDocument/2006/relationships/notesSlide" Target="/ppt/notesSlides/notesSlide4.xml" Id="R3adc9a8b745f44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31f4f3f634abb" /><Relationship Type="http://schemas.openxmlformats.org/officeDocument/2006/relationships/notesSlide" Target="/ppt/notesSlides/notesSlide5.xml" Id="Re14af19701b447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d8239489240e5" /><Relationship Type="http://schemas.openxmlformats.org/officeDocument/2006/relationships/notesSlide" Target="/ppt/notesSlides/notesSlide6.xml" Id="R832ea99fabe84b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a969305154a08" /><Relationship Type="http://schemas.openxmlformats.org/officeDocument/2006/relationships/notesSlide" Target="/ppt/notesSlides/notesSlide7.xml" Id="Ra6d54e50ca504c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51cb606be473f" /><Relationship Type="http://schemas.openxmlformats.org/officeDocument/2006/relationships/notesSlide" Target="/ppt/notesSlides/notesSlide8.xml" Id="Rde80d57031644a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0935fcf654e8d" /><Relationship Type="http://schemas.openxmlformats.org/officeDocument/2006/relationships/image" Target="/ppt/media/image3.png" Id="R5774949619c44b27" /><Relationship Type="http://schemas.openxmlformats.org/officeDocument/2006/relationships/image" Target="/ppt/media/image4.png" Id="R8b7c77ad18da4c2e" /><Relationship Type="http://schemas.openxmlformats.org/officeDocument/2006/relationships/image" Target="/ppt/media/image5.png" Id="Rba8fe399bcbe4055" /><Relationship Type="http://schemas.openxmlformats.org/officeDocument/2006/relationships/image" Target="/ppt/media/image6.png" Id="R0982bb7ae1d343e1" /><Relationship Type="http://schemas.openxmlformats.org/officeDocument/2006/relationships/image" Target="/ppt/media/image7.png" Id="R7baabcdaad6f4896" /><Relationship Type="http://schemas.openxmlformats.org/officeDocument/2006/relationships/image" Target="/ppt/media/image8.png" Id="Rd74f244f274647b3" /><Relationship Type="http://schemas.openxmlformats.org/officeDocument/2006/relationships/notesSlide" Target="/ppt/notesSlides/notesSlide9.xml" Id="R61d8153ac43841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4be09e25a48ed" /><Relationship Type="http://schemas.openxmlformats.org/officeDocument/2006/relationships/notesSlide" Target="/ppt/notesSlides/notesSlide10.xml" Id="R665cc9e799bb4d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37d4f03fb4843" /><Relationship Type="http://schemas.openxmlformats.org/officeDocument/2006/relationships/notesSlide" Target="/ppt/notesSlides/notesSlide11.xml" Id="R3c1bab9e768841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162b1dda84a56" /><Relationship Type="http://schemas.openxmlformats.org/officeDocument/2006/relationships/image" Target="/ppt/media/image9.png" Id="Rcccce4c4653a40e1" /><Relationship Type="http://schemas.openxmlformats.org/officeDocument/2006/relationships/notesSlide" Target="/ppt/notesSlides/notesSlide12.xml" Id="R8058a5dfaed74e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a371580cf4752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aa6cf7d39425d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 2025 Work Trend Index 调查了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31 个国家的 31,000 名员工。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81% 的受访领导者预计，未来 12—18 个月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2025 年公布，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已有超过 100 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2026 年的企业使用数据中，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自 2 月以来，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Codex 周活跃用户在法务部门增长 108 倍，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在销售和招聘部门均增长 41 倍，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在市场部门增长 26 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公布的客户资料显示，Codex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帮助其把代码评审时间缩短 50%，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其多 Agent 尽调系统的开发时间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减少超过 50%，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Cloud 客户案例称，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 AI 系统每年节省 5,390 万美元，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客户问题解决速度提高 87%，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客户资料显示，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Lowe’s 已在 1,700 多家门店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</a:t>
            </a:r>
          </a:p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我们会看员工实际使用的表格、文件、聊天工具和业务系统，</a:t>
            </a:r>
          </a:p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运营人员从供应商 Excel、聊天记录和图片文件中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整理商品资料，再逐项翻译、补齐属性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建立商品资料库和上架工作流；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Agent 负责整理、翻译与规则检查，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五金与工艺要求结构化，连接订单库、BOM 和生产工单，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4949619c44b2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c77ad18da4c2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fe399bcbe405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2bb7ae1d343e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baabcdaad6f4896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74f244f274647b3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它不是一门提示词课，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也不是教员工多用几个 AI 工具。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它教企业的人怎么管理一支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更适合买现成软件、做 Skill、</a:t>
            </a:r>
          </a:p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ce4c4653a40e1"/>
          <a:stretch xmlns:a="http://schemas.openxmlformats.org/drawingml/2006/main"/>
        </p:blipFill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2026-09-01T09:06:02.0430000Z</dcterms:created>
  <dcterms:modified xsi:type="dcterms:W3CDTF">2026-09-01T09:06:02.0430000Z</dcterms:modified>
</coreProperties>
</file>