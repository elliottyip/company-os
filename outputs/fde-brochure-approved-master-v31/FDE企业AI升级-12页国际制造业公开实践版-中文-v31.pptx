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187d8d4334d72" /><Relationship Type="http://schemas.openxmlformats.org/officeDocument/2006/relationships/extended-properties" Target="/docProps/app.xml" Id="Rfcfec66f3c124b05" /><Relationship Type="http://schemas.openxmlformats.org/officeDocument/2006/relationships/officeDocument" Target="/ppt/presentation.xml" Id="R0f60a9503b8b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c8faf61d44deb"/>
  </p:sldMasterIdLst>
  <p:notesMasterIdLst>
    <p:notesMasterId xmlns:r="http://schemas.openxmlformats.org/officeDocument/2006/relationships" r:id="R19563352b051432d"/>
  </p:notesMasterIdLst>
  <p:sldIdLst>
    <p:sldId xmlns:r="http://schemas.openxmlformats.org/officeDocument/2006/relationships" id="256" r:id="R5764c7ad14954b73"/>
    <p:sldId xmlns:r="http://schemas.openxmlformats.org/officeDocument/2006/relationships" id="257" r:id="R79114b3b6ace4ba5"/>
    <p:sldId xmlns:r="http://schemas.openxmlformats.org/officeDocument/2006/relationships" id="258" r:id="Ra60587bfaecf4209"/>
    <p:sldId xmlns:r="http://schemas.openxmlformats.org/officeDocument/2006/relationships" id="259" r:id="R55341e1481cd44ef"/>
    <p:sldId xmlns:r="http://schemas.openxmlformats.org/officeDocument/2006/relationships" id="260" r:id="Rd06a2b2324eb4af0"/>
    <p:sldId xmlns:r="http://schemas.openxmlformats.org/officeDocument/2006/relationships" id="261" r:id="R740babc4356c4895"/>
    <p:sldId xmlns:r="http://schemas.openxmlformats.org/officeDocument/2006/relationships" id="262" r:id="R696f7cc3667042cd"/>
    <p:sldId xmlns:r="http://schemas.openxmlformats.org/officeDocument/2006/relationships" id="263" r:id="Rd3babe6acafb4228"/>
    <p:sldId xmlns:r="http://schemas.openxmlformats.org/officeDocument/2006/relationships" id="264" r:id="R7b90aac1510049bb"/>
    <p:sldId xmlns:r="http://schemas.openxmlformats.org/officeDocument/2006/relationships" id="265" r:id="R21270d292a9e4ce9"/>
    <p:sldId xmlns:r="http://schemas.openxmlformats.org/officeDocument/2006/relationships" id="266" r:id="R0f305172ac214e50"/>
    <p:sldId xmlns:r="http://schemas.openxmlformats.org/officeDocument/2006/relationships" id="267" r:id="Rae16720d290b4ff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cf34def1743b1" /><Relationship Type="http://schemas.openxmlformats.org/officeDocument/2006/relationships/slideMaster" Target="/ppt/slideMasters/slideMaster1.xml" Id="Rea4c8faf61d44deb" /><Relationship Type="http://schemas.openxmlformats.org/officeDocument/2006/relationships/notesMaster" Target="/ppt/notesMasters/notesMaster1.xml" Id="R19563352b051432d" /><Relationship Type="http://schemas.openxmlformats.org/officeDocument/2006/relationships/presProps" Target="/ppt/presProps.xml" Id="Rd2c9953bdd3f46a6" /><Relationship Type="http://schemas.openxmlformats.org/officeDocument/2006/relationships/tableStyles" Target="/ppt/tableStyles.xml" Id="Ra91c33e4345042c0" /><Relationship Type="http://schemas.openxmlformats.org/officeDocument/2006/relationships/slide" Target="/ppt/slides/slide1.xml" Id="R5764c7ad14954b73" /><Relationship Type="http://schemas.openxmlformats.org/officeDocument/2006/relationships/slide" Target="/ppt/slides/slide2.xml" Id="R79114b3b6ace4ba5" /><Relationship Type="http://schemas.openxmlformats.org/officeDocument/2006/relationships/slide" Target="/ppt/slides/slide3.xml" Id="Ra60587bfaecf4209" /><Relationship Type="http://schemas.openxmlformats.org/officeDocument/2006/relationships/slide" Target="/ppt/slides/slide4.xml" Id="R55341e1481cd44ef" /><Relationship Type="http://schemas.openxmlformats.org/officeDocument/2006/relationships/slide" Target="/ppt/slides/slide5.xml" Id="Rd06a2b2324eb4af0" /><Relationship Type="http://schemas.openxmlformats.org/officeDocument/2006/relationships/slide" Target="/ppt/slides/slide6.xml" Id="R740babc4356c4895" /><Relationship Type="http://schemas.openxmlformats.org/officeDocument/2006/relationships/slide" Target="/ppt/slides/slide7.xml" Id="R696f7cc3667042cd" /><Relationship Type="http://schemas.openxmlformats.org/officeDocument/2006/relationships/slide" Target="/ppt/slides/slide8.xml" Id="Rd3babe6acafb4228" /><Relationship Type="http://schemas.openxmlformats.org/officeDocument/2006/relationships/slide" Target="/ppt/slides/slide9.xml" Id="R7b90aac1510049bb" /><Relationship Type="http://schemas.openxmlformats.org/officeDocument/2006/relationships/slide" Target="/ppt/slides/slide10.xml" Id="R21270d292a9e4ce9" /><Relationship Type="http://schemas.openxmlformats.org/officeDocument/2006/relationships/slide" Target="/ppt/slides/slide11.xml" Id="R0f305172ac214e50" /><Relationship Type="http://schemas.openxmlformats.org/officeDocument/2006/relationships/slide" Target="/ppt/slides/slide12.xml" Id="Rae16720d290b4f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7b40beb81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54c77e11a470f" /><Relationship Type="http://schemas.openxmlformats.org/officeDocument/2006/relationships/notesMaster" Target="/ppt/notesMasters/notesMaster1.xml" Id="R52db92695150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b31a077f25456a" /><Relationship Type="http://schemas.openxmlformats.org/officeDocument/2006/relationships/notesMaster" Target="/ppt/notesMasters/notesMaster1.xml" Id="R548f1d0e70f14c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5aa8bbe9fd479d" /><Relationship Type="http://schemas.openxmlformats.org/officeDocument/2006/relationships/notesMaster" Target="/ppt/notesMasters/notesMaster1.xml" Id="Rfe43b36c617e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c16fbd5694a02" /><Relationship Type="http://schemas.openxmlformats.org/officeDocument/2006/relationships/notesMaster" Target="/ppt/notesMasters/notesMaster1.xml" Id="R3c4908264728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f8e00ff8d644be" /><Relationship Type="http://schemas.openxmlformats.org/officeDocument/2006/relationships/notesMaster" Target="/ppt/notesMasters/notesMaster1.xml" Id="R844788ce5fda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088f513cd45ef" /><Relationship Type="http://schemas.openxmlformats.org/officeDocument/2006/relationships/notesMaster" Target="/ppt/notesMasters/notesMaster1.xml" Id="Rfe446156b0e6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6d045e29c64099" /><Relationship Type="http://schemas.openxmlformats.org/officeDocument/2006/relationships/notesMaster" Target="/ppt/notesMasters/notesMaster1.xml" Id="Rdb44a8694ea1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554a075e914b14" /><Relationship Type="http://schemas.openxmlformats.org/officeDocument/2006/relationships/notesMaster" Target="/ppt/notesMasters/notesMaster1.xml" Id="Rd46b7073a1274d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76461d572448a0" /><Relationship Type="http://schemas.openxmlformats.org/officeDocument/2006/relationships/notesMaster" Target="/ppt/notesMasters/notesMaster1.xml" Id="R1cc9fbd0c6d743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115f83201f49b3" /><Relationship Type="http://schemas.openxmlformats.org/officeDocument/2006/relationships/notesMaster" Target="/ppt/notesMasters/notesMaster1.xml" Id="R251be945f0aa4f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58ef4c19bf4923" /><Relationship Type="http://schemas.openxmlformats.org/officeDocument/2006/relationships/notesMaster" Target="/ppt/notesMasters/notesMaster1.xml" Id="R8872ffea40c541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02c512527c4a24" /><Relationship Type="http://schemas.openxmlformats.org/officeDocument/2006/relationships/notesMaster" Target="/ppt/notesMasters/notesMaster1.xml" Id="Rd52f3eebf73d43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6ff7696dd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ce35d99e6421d" /><Relationship Type="http://schemas.openxmlformats.org/officeDocument/2006/relationships/slideLayout" Target="/ppt/slideLayouts/slideLayout1.xml" Id="R9da545761c57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545761c57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4f03ab044bbc" /><Relationship Type="http://schemas.openxmlformats.org/officeDocument/2006/relationships/image" Target="/ppt/media/image.png" Id="R4e0ec6f36dc14005" /><Relationship Type="http://schemas.openxmlformats.org/officeDocument/2006/relationships/image" Target="/ppt/media/image2.png" Id="Rf6d105be9dd242c2" /><Relationship Type="http://schemas.openxmlformats.org/officeDocument/2006/relationships/notesSlide" Target="/ppt/notesSlides/notesSlide1.xml" Id="Rb9d17f8b6911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3cdaefa54def" /><Relationship Type="http://schemas.openxmlformats.org/officeDocument/2006/relationships/notesSlide" Target="/ppt/notesSlides/notesSlide2.xml" Id="Re490c624e142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f396e7cf64dc2" /><Relationship Type="http://schemas.openxmlformats.org/officeDocument/2006/relationships/notesSlide" Target="/ppt/notesSlides/notesSlide3.xml" Id="Rfcad53844d954c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7fc7146ac4651" /><Relationship Type="http://schemas.openxmlformats.org/officeDocument/2006/relationships/notesSlide" Target="/ppt/notesSlides/notesSlide4.xml" Id="Rcff0621ebcec4a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aba2acb0c4892" /><Relationship Type="http://schemas.openxmlformats.org/officeDocument/2006/relationships/notesSlide" Target="/ppt/notesSlides/notesSlide5.xml" Id="R7451ed892beb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fcb150d144fa5" /><Relationship Type="http://schemas.openxmlformats.org/officeDocument/2006/relationships/notesSlide" Target="/ppt/notesSlides/notesSlide6.xml" Id="Rc41a40d7d3224b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99b12158f40a7" /><Relationship Type="http://schemas.openxmlformats.org/officeDocument/2006/relationships/notesSlide" Target="/ppt/notesSlides/notesSlide7.xml" Id="R645e9d2898974e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dbf49b5f3437a" /><Relationship Type="http://schemas.openxmlformats.org/officeDocument/2006/relationships/notesSlide" Target="/ppt/notesSlides/notesSlide8.xml" Id="Rb837f09409a54b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7d458f9fe40e9" /><Relationship Type="http://schemas.openxmlformats.org/officeDocument/2006/relationships/image" Target="/ppt/media/image3.png" Id="R66e728ce6b614572" /><Relationship Type="http://schemas.openxmlformats.org/officeDocument/2006/relationships/image" Target="/ppt/media/image4.png" Id="R6113687629e94e74" /><Relationship Type="http://schemas.openxmlformats.org/officeDocument/2006/relationships/image" Target="/ppt/media/image5.png" Id="Rad66df29d0ed4e06" /><Relationship Type="http://schemas.openxmlformats.org/officeDocument/2006/relationships/image" Target="/ppt/media/image6.png" Id="R70773156c86b4a9e" /><Relationship Type="http://schemas.openxmlformats.org/officeDocument/2006/relationships/notesSlide" Target="/ppt/notesSlides/notesSlide9.xml" Id="R63165e72903940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f48ec234e4227" /><Relationship Type="http://schemas.openxmlformats.org/officeDocument/2006/relationships/notesSlide" Target="/ppt/notesSlides/notesSlide10.xml" Id="R41f30ff46a164a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5e51a573244b9" /><Relationship Type="http://schemas.openxmlformats.org/officeDocument/2006/relationships/notesSlide" Target="/ppt/notesSlides/notesSlide11.xml" Id="R43c10029cc1b49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675d785914215" /><Relationship Type="http://schemas.openxmlformats.org/officeDocument/2006/relationships/notesSlide" Target="/ppt/notesSlides/notesSlide12.xml" Id="R03c3590da6dd4d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e0ec6f36dc1400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105be9dd242c2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国际制造业已经把 AI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放进真实生产流程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全球制造业公开实践｜AI 已经进入工程、生产、质量与设备运维。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公开资料显示：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工程｜生产｜质量｜运维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以下内容整理自企业官网公开资料，仅作行业实践参考，不代表 FDE 客户或合作关系。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BOSCH｜AI Analytics Platform / 制造质量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公开应用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Bosch 将 AI 用于自动光学检测、异常检测、根因分析与排产，并用制造数据持续优化生产。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公开规模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官方资料显示，其 AI Analytics Platform 已用于 8 个业务部门、超过 1,500 条生产线。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生产现场发生什么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系统持续读取设备与质量数据，把异常和可能原因更早呈现给一线团队。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业务价值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质量问题：事后追查 → 过程识别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分析方式：人工筛查 → 数据驱动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改进范围：单点经验 → 跨产线复用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现场协作：AI 提示 → 人员判断与处置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SIEMENS｜Industrial Copilot / 工程与运维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Siemens 将生成式 AI 接入 PLC 代码生成、设备运维和车间数据查询；其 Bad Neustadt 工厂的 Production Copilot 用于把分散数据转成可执行洞察。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728ce6b61457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3687629e94e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6df29d0ed4e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73156c86b4a9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2026-08-25T01:36:04.7510000Z</dcterms:created>
  <dcterms:modified xsi:type="dcterms:W3CDTF">2026-08-25T01:36:04.7510000Z</dcterms:modified>
</coreProperties>
</file>