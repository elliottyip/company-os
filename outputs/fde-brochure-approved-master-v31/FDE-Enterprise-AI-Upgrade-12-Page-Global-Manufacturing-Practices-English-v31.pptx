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edbcd8e0ee465d" /><Relationship Type="http://schemas.openxmlformats.org/officeDocument/2006/relationships/extended-properties" Target="/docProps/app.xml" Id="R150ecce10e9848f8" /><Relationship Type="http://schemas.openxmlformats.org/officeDocument/2006/relationships/officeDocument" Target="/ppt/presentation.xml" Id="R62fb969452064a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1f39eb17e04c94"/>
  </p:sldMasterIdLst>
  <p:notesMasterIdLst>
    <p:notesMasterId xmlns:r="http://schemas.openxmlformats.org/officeDocument/2006/relationships" r:id="R76ab2b2d21c54891"/>
  </p:notesMasterIdLst>
  <p:sldIdLst>
    <p:sldId xmlns:r="http://schemas.openxmlformats.org/officeDocument/2006/relationships" id="256" r:id="R3a65426489444abb"/>
    <p:sldId xmlns:r="http://schemas.openxmlformats.org/officeDocument/2006/relationships" id="257" r:id="R30b1f68c8c0542ba"/>
    <p:sldId xmlns:r="http://schemas.openxmlformats.org/officeDocument/2006/relationships" id="258" r:id="R522cdb1177eb4d5d"/>
    <p:sldId xmlns:r="http://schemas.openxmlformats.org/officeDocument/2006/relationships" id="259" r:id="Rb560c66b47114417"/>
    <p:sldId xmlns:r="http://schemas.openxmlformats.org/officeDocument/2006/relationships" id="260" r:id="Re54d51bdb0b94e19"/>
    <p:sldId xmlns:r="http://schemas.openxmlformats.org/officeDocument/2006/relationships" id="261" r:id="Rfa2342d2087941fc"/>
    <p:sldId xmlns:r="http://schemas.openxmlformats.org/officeDocument/2006/relationships" id="262" r:id="Reedbad97bb3d4d5c"/>
    <p:sldId xmlns:r="http://schemas.openxmlformats.org/officeDocument/2006/relationships" id="263" r:id="Rd420fb5176ac4a5d"/>
    <p:sldId xmlns:r="http://schemas.openxmlformats.org/officeDocument/2006/relationships" id="264" r:id="Rc771f3c1b9884373"/>
    <p:sldId xmlns:r="http://schemas.openxmlformats.org/officeDocument/2006/relationships" id="265" r:id="R43e22b107db14013"/>
    <p:sldId xmlns:r="http://schemas.openxmlformats.org/officeDocument/2006/relationships" id="266" r:id="Re51ddf1266e44d9b"/>
    <p:sldId xmlns:r="http://schemas.openxmlformats.org/officeDocument/2006/relationships" id="267" r:id="R29d1618c6cc24801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c79002f261491f" /><Relationship Type="http://schemas.openxmlformats.org/officeDocument/2006/relationships/slideMaster" Target="/ppt/slideMasters/slideMaster1.xml" Id="R4e1f39eb17e04c94" /><Relationship Type="http://schemas.openxmlformats.org/officeDocument/2006/relationships/notesMaster" Target="/ppt/notesMasters/notesMaster1.xml" Id="R76ab2b2d21c54891" /><Relationship Type="http://schemas.openxmlformats.org/officeDocument/2006/relationships/presProps" Target="/ppt/presProps.xml" Id="Ref1b951fdd2e4ae7" /><Relationship Type="http://schemas.openxmlformats.org/officeDocument/2006/relationships/tableStyles" Target="/ppt/tableStyles.xml" Id="R9010352041f64f82" /><Relationship Type="http://schemas.openxmlformats.org/officeDocument/2006/relationships/slide" Target="/ppt/slides/slide1.xml" Id="R3a65426489444abb" /><Relationship Type="http://schemas.openxmlformats.org/officeDocument/2006/relationships/slide" Target="/ppt/slides/slide2.xml" Id="R30b1f68c8c0542ba" /><Relationship Type="http://schemas.openxmlformats.org/officeDocument/2006/relationships/slide" Target="/ppt/slides/slide3.xml" Id="R522cdb1177eb4d5d" /><Relationship Type="http://schemas.openxmlformats.org/officeDocument/2006/relationships/slide" Target="/ppt/slides/slide4.xml" Id="Rb560c66b47114417" /><Relationship Type="http://schemas.openxmlformats.org/officeDocument/2006/relationships/slide" Target="/ppt/slides/slide5.xml" Id="Re54d51bdb0b94e19" /><Relationship Type="http://schemas.openxmlformats.org/officeDocument/2006/relationships/slide" Target="/ppt/slides/slide6.xml" Id="Rfa2342d2087941fc" /><Relationship Type="http://schemas.openxmlformats.org/officeDocument/2006/relationships/slide" Target="/ppt/slides/slide7.xml" Id="Reedbad97bb3d4d5c" /><Relationship Type="http://schemas.openxmlformats.org/officeDocument/2006/relationships/slide" Target="/ppt/slides/slide8.xml" Id="Rd420fb5176ac4a5d" /><Relationship Type="http://schemas.openxmlformats.org/officeDocument/2006/relationships/slide" Target="/ppt/slides/slide9.xml" Id="Rc771f3c1b9884373" /><Relationship Type="http://schemas.openxmlformats.org/officeDocument/2006/relationships/slide" Target="/ppt/slides/slide10.xml" Id="R43e22b107db14013" /><Relationship Type="http://schemas.openxmlformats.org/officeDocument/2006/relationships/slide" Target="/ppt/slides/slide11.xml" Id="Re51ddf1266e44d9b" /><Relationship Type="http://schemas.openxmlformats.org/officeDocument/2006/relationships/slide" Target="/ppt/slides/slide12.xml" Id="R29d1618c6cc248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7b470232a847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3bd47651724536" /><Relationship Type="http://schemas.openxmlformats.org/officeDocument/2006/relationships/notesMaster" Target="/ppt/notesMasters/notesMaster1.xml" Id="R4c200dde62c547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1922b485844036" /><Relationship Type="http://schemas.openxmlformats.org/officeDocument/2006/relationships/notesMaster" Target="/ppt/notesMasters/notesMaster1.xml" Id="R7e300ccbc7784f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a0c26216fa446d" /><Relationship Type="http://schemas.openxmlformats.org/officeDocument/2006/relationships/notesMaster" Target="/ppt/notesMasters/notesMaster1.xml" Id="R702d22751cd64a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f466a288304774" /><Relationship Type="http://schemas.openxmlformats.org/officeDocument/2006/relationships/notesMaster" Target="/ppt/notesMasters/notesMaster1.xml" Id="R71c3f412b7f242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7b400f13724cc9" /><Relationship Type="http://schemas.openxmlformats.org/officeDocument/2006/relationships/notesMaster" Target="/ppt/notesMasters/notesMaster1.xml" Id="R3433aad420c346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5c4a3fcf1c46f6" /><Relationship Type="http://schemas.openxmlformats.org/officeDocument/2006/relationships/notesMaster" Target="/ppt/notesMasters/notesMaster1.xml" Id="Rfa6e7c66c4404f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6ff6a30cf24b29" /><Relationship Type="http://schemas.openxmlformats.org/officeDocument/2006/relationships/notesMaster" Target="/ppt/notesMasters/notesMaster1.xml" Id="Rb854b77144d342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450dd4796a4cce" /><Relationship Type="http://schemas.openxmlformats.org/officeDocument/2006/relationships/notesMaster" Target="/ppt/notesMasters/notesMaster1.xml" Id="R35fd3ea484e140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0ae1ed2aee49c8" /><Relationship Type="http://schemas.openxmlformats.org/officeDocument/2006/relationships/notesMaster" Target="/ppt/notesMasters/notesMaster1.xml" Id="R6360866e7b544c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7cb2ca4db34eec" /><Relationship Type="http://schemas.openxmlformats.org/officeDocument/2006/relationships/notesMaster" Target="/ppt/notesMasters/notesMaster1.xml" Id="R62d0b1b1559c43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3ab05ea11d4e31" /><Relationship Type="http://schemas.openxmlformats.org/officeDocument/2006/relationships/notesMaster" Target="/ppt/notesMasters/notesMaster1.xml" Id="R0cd43359746f4a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5ea964ba24428b" /><Relationship Type="http://schemas.openxmlformats.org/officeDocument/2006/relationships/notesMaster" Target="/ppt/notesMasters/notesMaster1.xml" Id="Ra24c5567758346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42e68823345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2eda4024e54bac" /><Relationship Type="http://schemas.openxmlformats.org/officeDocument/2006/relationships/slideLayout" Target="/ppt/slideLayouts/slideLayout1.xml" Id="R83dfeb0af4e744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dfeb0af4e744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cd850bd5a40c4" /><Relationship Type="http://schemas.openxmlformats.org/officeDocument/2006/relationships/image" Target="/ppt/media/image.png" Id="R5423dd6586b64cfe" /><Relationship Type="http://schemas.openxmlformats.org/officeDocument/2006/relationships/image" Target="/ppt/media/image2.png" Id="R19240ec0486d44db" /><Relationship Type="http://schemas.openxmlformats.org/officeDocument/2006/relationships/notesSlide" Target="/ppt/notesSlides/notesSlide1.xml" Id="R83e4c8f88e104c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367d31bbe4ded" /><Relationship Type="http://schemas.openxmlformats.org/officeDocument/2006/relationships/notesSlide" Target="/ppt/notesSlides/notesSlide2.xml" Id="R9d0f5475cafb41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dae7158bb4ba0" /><Relationship Type="http://schemas.openxmlformats.org/officeDocument/2006/relationships/notesSlide" Target="/ppt/notesSlides/notesSlide3.xml" Id="R52c3962c581d46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36beacf794ae2" /><Relationship Type="http://schemas.openxmlformats.org/officeDocument/2006/relationships/notesSlide" Target="/ppt/notesSlides/notesSlide4.xml" Id="R758dc8428c6d46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0bf4748cb4de5" /><Relationship Type="http://schemas.openxmlformats.org/officeDocument/2006/relationships/notesSlide" Target="/ppt/notesSlides/notesSlide5.xml" Id="R8b5063d1455d48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823ba8a714989" /><Relationship Type="http://schemas.openxmlformats.org/officeDocument/2006/relationships/notesSlide" Target="/ppt/notesSlides/notesSlide6.xml" Id="R78a6c137aba447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5876a1ca74384" /><Relationship Type="http://schemas.openxmlformats.org/officeDocument/2006/relationships/notesSlide" Target="/ppt/notesSlides/notesSlide7.xml" Id="R5a065993e07f4d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942ee42e74952" /><Relationship Type="http://schemas.openxmlformats.org/officeDocument/2006/relationships/notesSlide" Target="/ppt/notesSlides/notesSlide8.xml" Id="R34de62d79d954a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71c6f460047f4" /><Relationship Type="http://schemas.openxmlformats.org/officeDocument/2006/relationships/image" Target="/ppt/media/image3.png" Id="R4ba9fd6471854568" /><Relationship Type="http://schemas.openxmlformats.org/officeDocument/2006/relationships/image" Target="/ppt/media/image4.png" Id="R21a644f768d1461f" /><Relationship Type="http://schemas.openxmlformats.org/officeDocument/2006/relationships/image" Target="/ppt/media/image5.png" Id="R2553ebab140343f9" /><Relationship Type="http://schemas.openxmlformats.org/officeDocument/2006/relationships/image" Target="/ppt/media/image6.png" Id="R7d930ea5d14349b9" /><Relationship Type="http://schemas.openxmlformats.org/officeDocument/2006/relationships/notesSlide" Target="/ppt/notesSlides/notesSlide9.xml" Id="Re67a5e7aaae141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d26613141410a" /><Relationship Type="http://schemas.openxmlformats.org/officeDocument/2006/relationships/notesSlide" Target="/ppt/notesSlides/notesSlide10.xml" Id="R2207f9fcb8ba46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6c509e14f4aa4" /><Relationship Type="http://schemas.openxmlformats.org/officeDocument/2006/relationships/notesSlide" Target="/ppt/notesSlides/notesSlide11.xml" Id="R0d4d7cbebfd243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fb1bbcf8d47cb" /><Relationship Type="http://schemas.openxmlformats.org/officeDocument/2006/relationships/notesSlide" Target="/ppt/notesSlides/notesSlide12.xml" Id="R5ceff798061648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423dd6586b64cf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40ec0486d44db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Industrial AI is already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running inside real factories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PUBLIC MANUFACTURING PRACTICE | AI now supports engineering, production, quality, and maintenance.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GLOBAL INDUSTRIAL MANUFACTURERS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PUBLIC MATERIALS SHOW: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ENGINEERING | PRODUCTION | QUALITY | MAINTENANCE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Compiled from official company materials for industry reference. Brand inclusion does not imply an FDE client or partner relationship.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BOSCH | AI ANALYTICS PLATFORM / MANUFACTURING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Public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Bosch applies AI to optical inspection, anomaly detection, root-cause analysis, and production scheduling.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Published 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Bosch reports that its AI Analytics Platform is used across eight divisions and more than 1,500 production lines.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happens on the floor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platform reads equipment and quality data continuously, surfacing anomalies and likely causes earlier.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Operational 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Quality issues: trace later → detect in process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Analysis: manual review → data-driven insight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Improvement: local know-how → cross-line reuse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Collaboration: AI signals → people decide and 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SIEMENS | INDUSTRIAL COPILOT / ENGINEERING + MAINTENANCE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Siemens brings generative AI into PLC code generation, maintenance, and shop-floor data queries. At Bad Neustadt, its Production Copilot turns scattered production data into actionable insights.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9fd647185456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644f768d1461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3ebab140343f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30ea5d14349b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2026-08-25T01:36:04.7050000Z</dcterms:created>
  <dcterms:modified xsi:type="dcterms:W3CDTF">2026-08-25T01:36:04.7050000Z</dcterms:modified>
</coreProperties>
</file>