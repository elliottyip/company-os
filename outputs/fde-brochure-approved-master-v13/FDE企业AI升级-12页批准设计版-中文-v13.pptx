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bb855490ed4112" /><Relationship Type="http://schemas.openxmlformats.org/officeDocument/2006/relationships/extended-properties" Target="/docProps/app.xml" Id="Ra3c9a12b0f0b4c9b" /><Relationship Type="http://schemas.openxmlformats.org/officeDocument/2006/relationships/officeDocument" Target="/ppt/presentation.xml" Id="R2335e1b3e4f4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c215156694775"/>
  </p:sldMasterIdLst>
  <p:notesMasterIdLst>
    <p:notesMasterId xmlns:r="http://schemas.openxmlformats.org/officeDocument/2006/relationships" r:id="R7f109619cbe5486d"/>
  </p:notesMasterIdLst>
  <p:sldIdLst>
    <p:sldId xmlns:r="http://schemas.openxmlformats.org/officeDocument/2006/relationships" id="256" r:id="Rf9be81b54db447ac"/>
    <p:sldId xmlns:r="http://schemas.openxmlformats.org/officeDocument/2006/relationships" id="257" r:id="Ree3aa36d820f4eab"/>
    <p:sldId xmlns:r="http://schemas.openxmlformats.org/officeDocument/2006/relationships" id="258" r:id="R7c8a1c95d2f542b9"/>
    <p:sldId xmlns:r="http://schemas.openxmlformats.org/officeDocument/2006/relationships" id="259" r:id="R2cc20f12940e477d"/>
    <p:sldId xmlns:r="http://schemas.openxmlformats.org/officeDocument/2006/relationships" id="260" r:id="R37b58b5cf1a04cff"/>
    <p:sldId xmlns:r="http://schemas.openxmlformats.org/officeDocument/2006/relationships" id="261" r:id="R89b653bc92f84167"/>
    <p:sldId xmlns:r="http://schemas.openxmlformats.org/officeDocument/2006/relationships" id="262" r:id="Rc18426d7bcec4780"/>
    <p:sldId xmlns:r="http://schemas.openxmlformats.org/officeDocument/2006/relationships" id="263" r:id="R28ffbf07d280483e"/>
    <p:sldId xmlns:r="http://schemas.openxmlformats.org/officeDocument/2006/relationships" id="264" r:id="R4b59f470e7474f2b"/>
    <p:sldId xmlns:r="http://schemas.openxmlformats.org/officeDocument/2006/relationships" id="265" r:id="R18cb4806f5b9427a"/>
    <p:sldId xmlns:r="http://schemas.openxmlformats.org/officeDocument/2006/relationships" id="266" r:id="R406c8124caa34ad2"/>
    <p:sldId xmlns:r="http://schemas.openxmlformats.org/officeDocument/2006/relationships" id="267" r:id="Rb670ae5486314d0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e5e9f416f4f5e" /><Relationship Type="http://schemas.openxmlformats.org/officeDocument/2006/relationships/slideMaster" Target="/ppt/slideMasters/slideMaster1.xml" Id="R76bc215156694775" /><Relationship Type="http://schemas.openxmlformats.org/officeDocument/2006/relationships/notesMaster" Target="/ppt/notesMasters/notesMaster1.xml" Id="R7f109619cbe5486d" /><Relationship Type="http://schemas.openxmlformats.org/officeDocument/2006/relationships/presProps" Target="/ppt/presProps.xml" Id="R4e3542ea20fa45d5" /><Relationship Type="http://schemas.openxmlformats.org/officeDocument/2006/relationships/tableStyles" Target="/ppt/tableStyles.xml" Id="Rdfb88c5072264ebb" /><Relationship Type="http://schemas.openxmlformats.org/officeDocument/2006/relationships/slide" Target="/ppt/slides/slide1.xml" Id="Rf9be81b54db447ac" /><Relationship Type="http://schemas.openxmlformats.org/officeDocument/2006/relationships/slide" Target="/ppt/slides/slide2.xml" Id="Ree3aa36d820f4eab" /><Relationship Type="http://schemas.openxmlformats.org/officeDocument/2006/relationships/slide" Target="/ppt/slides/slide3.xml" Id="R7c8a1c95d2f542b9" /><Relationship Type="http://schemas.openxmlformats.org/officeDocument/2006/relationships/slide" Target="/ppt/slides/slide4.xml" Id="R2cc20f12940e477d" /><Relationship Type="http://schemas.openxmlformats.org/officeDocument/2006/relationships/slide" Target="/ppt/slides/slide5.xml" Id="R37b58b5cf1a04cff" /><Relationship Type="http://schemas.openxmlformats.org/officeDocument/2006/relationships/slide" Target="/ppt/slides/slide6.xml" Id="R89b653bc92f84167" /><Relationship Type="http://schemas.openxmlformats.org/officeDocument/2006/relationships/slide" Target="/ppt/slides/slide7.xml" Id="Rc18426d7bcec4780" /><Relationship Type="http://schemas.openxmlformats.org/officeDocument/2006/relationships/slide" Target="/ppt/slides/slide8.xml" Id="R28ffbf07d280483e" /><Relationship Type="http://schemas.openxmlformats.org/officeDocument/2006/relationships/slide" Target="/ppt/slides/slide9.xml" Id="R4b59f470e7474f2b" /><Relationship Type="http://schemas.openxmlformats.org/officeDocument/2006/relationships/slide" Target="/ppt/slides/slide10.xml" Id="R18cb4806f5b9427a" /><Relationship Type="http://schemas.openxmlformats.org/officeDocument/2006/relationships/slide" Target="/ppt/slides/slide11.xml" Id="R406c8124caa34ad2" /><Relationship Type="http://schemas.openxmlformats.org/officeDocument/2006/relationships/slide" Target="/ppt/slides/slide12.xml" Id="Rb670ae548631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dfa0d761f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a5d1acfc184b68" /><Relationship Type="http://schemas.openxmlformats.org/officeDocument/2006/relationships/notesMaster" Target="/ppt/notesMasters/notesMaster1.xml" Id="R33edb7be4da24e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db3d3b74ec4a77" /><Relationship Type="http://schemas.openxmlformats.org/officeDocument/2006/relationships/notesMaster" Target="/ppt/notesMasters/notesMaster1.xml" Id="Rc7590b4e4d3141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c61afac224c17" /><Relationship Type="http://schemas.openxmlformats.org/officeDocument/2006/relationships/notesMaster" Target="/ppt/notesMasters/notesMaster1.xml" Id="R924ca15621f44d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13c51fb41b4163" /><Relationship Type="http://schemas.openxmlformats.org/officeDocument/2006/relationships/notesMaster" Target="/ppt/notesMasters/notesMaster1.xml" Id="R6e10634713ba41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4ebe79bd714e3c" /><Relationship Type="http://schemas.openxmlformats.org/officeDocument/2006/relationships/notesMaster" Target="/ppt/notesMasters/notesMaster1.xml" Id="R9be49b5ee1e9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2b0b0af764e38" /><Relationship Type="http://schemas.openxmlformats.org/officeDocument/2006/relationships/notesMaster" Target="/ppt/notesMasters/notesMaster1.xml" Id="R6f35652effeb46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ce1c57b7c43e5" /><Relationship Type="http://schemas.openxmlformats.org/officeDocument/2006/relationships/notesMaster" Target="/ppt/notesMasters/notesMaster1.xml" Id="R4fcb288fcdf842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86ce74de0d4884" /><Relationship Type="http://schemas.openxmlformats.org/officeDocument/2006/relationships/notesMaster" Target="/ppt/notesMasters/notesMaster1.xml" Id="Rec22fc065ca546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986b8c8d2e4e63" /><Relationship Type="http://schemas.openxmlformats.org/officeDocument/2006/relationships/notesMaster" Target="/ppt/notesMasters/notesMaster1.xml" Id="Ra77884166a7b40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ab3eeeabfc44d2" /><Relationship Type="http://schemas.openxmlformats.org/officeDocument/2006/relationships/notesMaster" Target="/ppt/notesMasters/notesMaster1.xml" Id="R351e714562e0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3fdfa8df04b09" /><Relationship Type="http://schemas.openxmlformats.org/officeDocument/2006/relationships/notesMaster" Target="/ppt/notesMasters/notesMaster1.xml" Id="Rdab10e61cea843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e290ae4ba840c5" /><Relationship Type="http://schemas.openxmlformats.org/officeDocument/2006/relationships/notesMaster" Target="/ppt/notesMasters/notesMaster1.xml" Id="R424dec905ffa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274cc66824f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64f2d980f447a" /><Relationship Type="http://schemas.openxmlformats.org/officeDocument/2006/relationships/slideLayout" Target="/ppt/slideLayouts/slideLayout1.xml" Id="R74f3be55b218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f3be55b218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9d11533e4fb2" /><Relationship Type="http://schemas.openxmlformats.org/officeDocument/2006/relationships/image" Target="/ppt/media/image.png" Id="Rc97c535631fc41d2" /><Relationship Type="http://schemas.openxmlformats.org/officeDocument/2006/relationships/notesSlide" Target="/ppt/notesSlides/notesSlide1.xml" Id="Rf3c164cdcd5b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7734d9a774339" /><Relationship Type="http://schemas.openxmlformats.org/officeDocument/2006/relationships/notesSlide" Target="/ppt/notesSlides/notesSlide2.xml" Id="R146d385b18d44e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10f66bfa46a8" /><Relationship Type="http://schemas.openxmlformats.org/officeDocument/2006/relationships/notesSlide" Target="/ppt/notesSlides/notesSlide3.xml" Id="R19ff0050685a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0b9fe5d5f4ebd" /><Relationship Type="http://schemas.openxmlformats.org/officeDocument/2006/relationships/notesSlide" Target="/ppt/notesSlides/notesSlide4.xml" Id="Rc3e648ce2c23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5d7045d14605" /><Relationship Type="http://schemas.openxmlformats.org/officeDocument/2006/relationships/notesSlide" Target="/ppt/notesSlides/notesSlide5.xml" Id="R45c0471ef09545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bd6acdbed4e65" /><Relationship Type="http://schemas.openxmlformats.org/officeDocument/2006/relationships/notesSlide" Target="/ppt/notesSlides/notesSlide6.xml" Id="R79ed2cc870064c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899d3baeb4589" /><Relationship Type="http://schemas.openxmlformats.org/officeDocument/2006/relationships/notesSlide" Target="/ppt/notesSlides/notesSlide7.xml" Id="R5c5e6fe9657f43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71429c84a1f" /><Relationship Type="http://schemas.openxmlformats.org/officeDocument/2006/relationships/notesSlide" Target="/ppt/notesSlides/notesSlide8.xml" Id="Re7df45e3516846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88b414c34959" /><Relationship Type="http://schemas.openxmlformats.org/officeDocument/2006/relationships/notesSlide" Target="/ppt/notesSlides/notesSlide9.xml" Id="R2e177f49466c49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19100b83e4a10" /><Relationship Type="http://schemas.openxmlformats.org/officeDocument/2006/relationships/notesSlide" Target="/ppt/notesSlides/notesSlide10.xml" Id="R7c1acc81ddfc49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e8c1965d24751" /><Relationship Type="http://schemas.openxmlformats.org/officeDocument/2006/relationships/notesSlide" Target="/ppt/notesSlides/notesSlide11.xml" Id="Re28f44555db345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38ed9bc1d477d" /><Relationship Type="http://schemas.openxmlformats.org/officeDocument/2006/relationships/notesSlide" Target="/ppt/notesSlides/notesSlide12.xml" Id="R275e0302bd1f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c535631fc41d2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93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96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960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722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867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62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392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248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011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2026-08-24T07:51:00.5020000Z</dcterms:created>
  <dcterms:modified xsi:type="dcterms:W3CDTF">2026-08-24T07:51:00.5020000Z</dcterms:modified>
</coreProperties>
</file>