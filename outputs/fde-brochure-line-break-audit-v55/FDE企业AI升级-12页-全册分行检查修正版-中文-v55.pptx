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dacc7049704e78" /><Relationship Type="http://schemas.openxmlformats.org/officeDocument/2006/relationships/extended-properties" Target="/docProps/app.xml" Id="Rf2ff48c9153d4a07" /><Relationship Type="http://schemas.openxmlformats.org/officeDocument/2006/relationships/officeDocument" Target="/ppt/presentation.xml" Id="R873943d9155540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9b8954770c4d1e"/>
  </p:sldMasterIdLst>
  <p:notesMasterIdLst>
    <p:notesMasterId xmlns:r="http://schemas.openxmlformats.org/officeDocument/2006/relationships" r:id="R3df4f5a41d2e4f40"/>
  </p:notesMasterIdLst>
  <p:sldIdLst>
    <p:sldId xmlns:r="http://schemas.openxmlformats.org/officeDocument/2006/relationships" id="256" r:id="R5b87d37ff1914e9f"/>
    <p:sldId xmlns:r="http://schemas.openxmlformats.org/officeDocument/2006/relationships" id="257" r:id="R17552ad8825e4842"/>
    <p:sldId xmlns:r="http://schemas.openxmlformats.org/officeDocument/2006/relationships" id="258" r:id="R6680e54cf4d84afb"/>
    <p:sldId xmlns:r="http://schemas.openxmlformats.org/officeDocument/2006/relationships" id="259" r:id="Re1d0e497278b4e8b"/>
    <p:sldId xmlns:r="http://schemas.openxmlformats.org/officeDocument/2006/relationships" id="260" r:id="Ra13f7981810f4b1d"/>
    <p:sldId xmlns:r="http://schemas.openxmlformats.org/officeDocument/2006/relationships" id="261" r:id="R8ab10f2d24434d79"/>
    <p:sldId xmlns:r="http://schemas.openxmlformats.org/officeDocument/2006/relationships" id="262" r:id="R921f31da7f04475b"/>
    <p:sldId xmlns:r="http://schemas.openxmlformats.org/officeDocument/2006/relationships" id="263" r:id="R60f32d7684f54bd0"/>
    <p:sldId xmlns:r="http://schemas.openxmlformats.org/officeDocument/2006/relationships" id="264" r:id="R1f70b39b54ce4851"/>
    <p:sldId xmlns:r="http://schemas.openxmlformats.org/officeDocument/2006/relationships" id="265" r:id="R3d99f58b3d4149aa"/>
    <p:sldId xmlns:r="http://schemas.openxmlformats.org/officeDocument/2006/relationships" id="266" r:id="R285b6d44dff6469e"/>
    <p:sldId xmlns:r="http://schemas.openxmlformats.org/officeDocument/2006/relationships" id="267" r:id="R7507632dc7114f8c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4bde82771a430a" /><Relationship Type="http://schemas.openxmlformats.org/officeDocument/2006/relationships/slideMaster" Target="/ppt/slideMasters/slideMaster1.xml" Id="R689b8954770c4d1e" /><Relationship Type="http://schemas.openxmlformats.org/officeDocument/2006/relationships/notesMaster" Target="/ppt/notesMasters/notesMaster1.xml" Id="R3df4f5a41d2e4f40" /><Relationship Type="http://schemas.openxmlformats.org/officeDocument/2006/relationships/presProps" Target="/ppt/presProps.xml" Id="R71cd6d1783da4ec5" /><Relationship Type="http://schemas.openxmlformats.org/officeDocument/2006/relationships/tableStyles" Target="/ppt/tableStyles.xml" Id="R66a60a1ee1c349d5" /><Relationship Type="http://schemas.openxmlformats.org/officeDocument/2006/relationships/slide" Target="/ppt/slides/slide1.xml" Id="R5b87d37ff1914e9f" /><Relationship Type="http://schemas.openxmlformats.org/officeDocument/2006/relationships/slide" Target="/ppt/slides/slide2.xml" Id="R17552ad8825e4842" /><Relationship Type="http://schemas.openxmlformats.org/officeDocument/2006/relationships/slide" Target="/ppt/slides/slide3.xml" Id="R6680e54cf4d84afb" /><Relationship Type="http://schemas.openxmlformats.org/officeDocument/2006/relationships/slide" Target="/ppt/slides/slide4.xml" Id="Re1d0e497278b4e8b" /><Relationship Type="http://schemas.openxmlformats.org/officeDocument/2006/relationships/slide" Target="/ppt/slides/slide5.xml" Id="Ra13f7981810f4b1d" /><Relationship Type="http://schemas.openxmlformats.org/officeDocument/2006/relationships/slide" Target="/ppt/slides/slide6.xml" Id="R8ab10f2d24434d79" /><Relationship Type="http://schemas.openxmlformats.org/officeDocument/2006/relationships/slide" Target="/ppt/slides/slide7.xml" Id="R921f31da7f04475b" /><Relationship Type="http://schemas.openxmlformats.org/officeDocument/2006/relationships/slide" Target="/ppt/slides/slide8.xml" Id="R60f32d7684f54bd0" /><Relationship Type="http://schemas.openxmlformats.org/officeDocument/2006/relationships/slide" Target="/ppt/slides/slide9.xml" Id="R1f70b39b54ce4851" /><Relationship Type="http://schemas.openxmlformats.org/officeDocument/2006/relationships/slide" Target="/ppt/slides/slide10.xml" Id="R3d99f58b3d4149aa" /><Relationship Type="http://schemas.openxmlformats.org/officeDocument/2006/relationships/slide" Target="/ppt/slides/slide11.xml" Id="R285b6d44dff6469e" /><Relationship Type="http://schemas.openxmlformats.org/officeDocument/2006/relationships/slide" Target="/ppt/slides/slide12.xml" Id="R7507632dc7114f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5bb0f5122041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963ef7191d4eb0" /><Relationship Type="http://schemas.openxmlformats.org/officeDocument/2006/relationships/notesMaster" Target="/ppt/notesMasters/notesMaster1.xml" Id="Rab1358dbd0ed4f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f5f8f50b644dcf" /><Relationship Type="http://schemas.openxmlformats.org/officeDocument/2006/relationships/notesMaster" Target="/ppt/notesMasters/notesMaster1.xml" Id="Rcd869894c0354b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33170835734601" /><Relationship Type="http://schemas.openxmlformats.org/officeDocument/2006/relationships/notesMaster" Target="/ppt/notesMasters/notesMaster1.xml" Id="Rd9e7424cc90140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07e394dd3b4de5" /><Relationship Type="http://schemas.openxmlformats.org/officeDocument/2006/relationships/notesMaster" Target="/ppt/notesMasters/notesMaster1.xml" Id="Ra2a02c0a5ac246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685ff729244e30" /><Relationship Type="http://schemas.openxmlformats.org/officeDocument/2006/relationships/notesMaster" Target="/ppt/notesMasters/notesMaster1.xml" Id="R71b942c23a9944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77f148a7454995" /><Relationship Type="http://schemas.openxmlformats.org/officeDocument/2006/relationships/notesMaster" Target="/ppt/notesMasters/notesMaster1.xml" Id="R35b63597e1624f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d4102024074cdb" /><Relationship Type="http://schemas.openxmlformats.org/officeDocument/2006/relationships/notesMaster" Target="/ppt/notesMasters/notesMaster1.xml" Id="R24445790ebca40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5e977d03414431" /><Relationship Type="http://schemas.openxmlformats.org/officeDocument/2006/relationships/notesMaster" Target="/ppt/notesMasters/notesMaster1.xml" Id="R2c4a8f0e64e149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bbb9fdb0814117" /><Relationship Type="http://schemas.openxmlformats.org/officeDocument/2006/relationships/notesMaster" Target="/ppt/notesMasters/notesMaster1.xml" Id="Rea2c492e44f847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3002f454fd4ab1" /><Relationship Type="http://schemas.openxmlformats.org/officeDocument/2006/relationships/notesMaster" Target="/ppt/notesMasters/notesMaster1.xml" Id="R5903a8925a3546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d11ae0cbc7486e" /><Relationship Type="http://schemas.openxmlformats.org/officeDocument/2006/relationships/notesMaster" Target="/ppt/notesMasters/notesMaster1.xml" Id="Rc314e143c74542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9a877243e84008" /><Relationship Type="http://schemas.openxmlformats.org/officeDocument/2006/relationships/notesMaster" Target="/ppt/notesMasters/notesMaster1.xml" Id="R7e048db6892d45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User-provided and approved orange abstract cover visual: /Users/elliottye/Desktop/exec-eaa585b7-6630-4b2c-bcab-341d9bb5e79c.png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  <a:p xmlns:a="http://schemas.openxmlformats.org/drawingml/2006/main">
            <a:r>
              <a:t>
[Sources]
Case narratives use the user's previously approved anonymous cross-border e-commerce and furniture manufacturing copy. No company identity or measured outcome is asserted.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User-provided Feishu contact QR code: /Users/elliottye/Downloads/IMG_0263.JPG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5fcbc55b945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b3da1289f14602" /><Relationship Type="http://schemas.openxmlformats.org/officeDocument/2006/relationships/slideLayout" Target="/ppt/slideLayouts/slideLayout1.xml" Id="R5dda1689ec06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da1689ec06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e1950d92d4d31" /><Relationship Type="http://schemas.openxmlformats.org/officeDocument/2006/relationships/image" Target="/ppt/media/image.png" Id="R7029111c01ad43c0" /><Relationship Type="http://schemas.openxmlformats.org/officeDocument/2006/relationships/image" Target="/ppt/media/image2.png" Id="Rcbb9fc9b79344b7f" /><Relationship Type="http://schemas.openxmlformats.org/officeDocument/2006/relationships/notesSlide" Target="/ppt/notesSlides/notesSlide1.xml" Id="R57d75ef5bfb94a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ddebff18e499f" /><Relationship Type="http://schemas.openxmlformats.org/officeDocument/2006/relationships/notesSlide" Target="/ppt/notesSlides/notesSlide2.xml" Id="Rffbdb796b7fd4a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b7fdd2fdd4a40" /><Relationship Type="http://schemas.openxmlformats.org/officeDocument/2006/relationships/notesSlide" Target="/ppt/notesSlides/notesSlide3.xml" Id="R165eab32844446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dad9cadaf4bf1" /><Relationship Type="http://schemas.openxmlformats.org/officeDocument/2006/relationships/notesSlide" Target="/ppt/notesSlides/notesSlide4.xml" Id="R21e853fcf6cf4b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05a203e9649c6" /><Relationship Type="http://schemas.openxmlformats.org/officeDocument/2006/relationships/notesSlide" Target="/ppt/notesSlides/notesSlide5.xml" Id="R32913afcc20a49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c707837e04fc0" /><Relationship Type="http://schemas.openxmlformats.org/officeDocument/2006/relationships/notesSlide" Target="/ppt/notesSlides/notesSlide6.xml" Id="R7c19fef3c13a40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618db35fe4298" /><Relationship Type="http://schemas.openxmlformats.org/officeDocument/2006/relationships/notesSlide" Target="/ppt/notesSlides/notesSlide7.xml" Id="Rfdb4fca682094b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75eec0cd9c4f97" /><Relationship Type="http://schemas.openxmlformats.org/officeDocument/2006/relationships/notesSlide" Target="/ppt/notesSlides/notesSlide8.xml" Id="R7650964024e846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193fd334f54142" /><Relationship Type="http://schemas.openxmlformats.org/officeDocument/2006/relationships/image" Target="/ppt/media/image3.png" Id="R1f29f9d33628461b" /><Relationship Type="http://schemas.openxmlformats.org/officeDocument/2006/relationships/image" Target="/ppt/media/image4.png" Id="Rb21f756e19284d66" /><Relationship Type="http://schemas.openxmlformats.org/officeDocument/2006/relationships/image" Target="/ppt/media/image5.png" Id="R82ab6fd1e53c4980" /><Relationship Type="http://schemas.openxmlformats.org/officeDocument/2006/relationships/image" Target="/ppt/media/image6.png" Id="Rc833ab0478c34e25" /><Relationship Type="http://schemas.openxmlformats.org/officeDocument/2006/relationships/image" Target="/ppt/media/image7.png" Id="Rfb9ef300199248f0" /><Relationship Type="http://schemas.openxmlformats.org/officeDocument/2006/relationships/image" Target="/ppt/media/image8.png" Id="Rf36686426f7c4665" /><Relationship Type="http://schemas.openxmlformats.org/officeDocument/2006/relationships/notesSlide" Target="/ppt/notesSlides/notesSlide9.xml" Id="R6641b739cfce49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cdabefd164b46" /><Relationship Type="http://schemas.openxmlformats.org/officeDocument/2006/relationships/notesSlide" Target="/ppt/notesSlides/notesSlide10.xml" Id="Raaf2e5ad5cc740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ccc598f294f9a" /><Relationship Type="http://schemas.openxmlformats.org/officeDocument/2006/relationships/notesSlide" Target="/ppt/notesSlides/notesSlide11.xml" Id="Rd341a9eba42642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efefdc6494c29" /><Relationship Type="http://schemas.openxmlformats.org/officeDocument/2006/relationships/image" Target="/ppt/media/image9.png" Id="R791df672f8294b76" /><Relationship Type="http://schemas.openxmlformats.org/officeDocument/2006/relationships/notesSlide" Target="/ppt/notesSlides/notesSlide12.xml" Id="R15a3af4f8b2f42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9111c01ad43c0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9fc9b79344b7f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3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1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8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16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0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73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05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5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67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97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59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58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Microsoft 2025 Work Trend Index 调查了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31 个国家的 31,000 名员工。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81% 的受访领导者预计，未来 12—18 个月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2025 年公布，已有超过 100 万家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OpenAI 2026 年的企业使用数据中，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自 2 月以来，Codex 周活跃用户在法务部门增长 108 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在销售和招聘部门均增长 41 倍，</a:t>
            </a:r>
          </a:p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200" b="1">
                <a:solidFill>
                  <a:srgbClr val="070707"/>
                </a:solidFill>
              </a:rPr>
              <a:t>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Google Cloud 客户案例称，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其 AI 系统每年节省 5,390 万美元，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客户问题解决速度提高 87%，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OpenAI 客户资料显示，Lowe’s 已在</a:t>
            </a:r>
          </a:p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</a:t>
            </a:r>
          </a:p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我们会看员工实际使用的表格、文件、聊天工具和业务系统，</a:t>
            </a:r>
          </a:p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这些项目，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已经在真实业务中落地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深受信赖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案例一｜跨境电商 / 商品上架运营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运营人员从供应商 Excel、聊天记录和图片文件中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整理商品资料，再逐项翻译、补齐属性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并录入多个平台。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真正拖慢上新的不是“写文案”，而是商品属性不完整、资料版本混乱，以及多平台规则需要反复人工核对。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建立商品资料库和上架工作流；Agent 负责整理、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翻译与规则检查，运营人员只处理异常</a:t>
            </a:r>
          </a:p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并最终确认。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资料整理：分散查找 → 集中生成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人工步骤：逐项复制 → 异常处理与确认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错误返工：上架后发现 → 发布前检查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业务影响：新品上架节奏更稳定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案例二｜家具制造工厂 / 订单转生产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销售订单来自微信、Excel 和图纸。我们把尺寸、面料、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五金与工艺要求结构化，连接订单库、BOM 和生产工单，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并在投产前提示缺项、冲突和版本变化。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9f9d33628461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42963" y="3052763"/>
            <a:ext cx="1409700" cy="469868"/>
          </a:xfrm>
          <a:prstGeom xmlns:a="http://schemas.openxmlformats.org/drawingml/2006/main" prst="rect">
            <a:avLst/>
          </a:prstGeom>
        </p:spPr>
      </p:pic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f756e19284d6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3133725" y="3043238"/>
            <a:ext cx="1295400" cy="485775"/>
          </a:xfrm>
          <a:prstGeom xmlns:a="http://schemas.openxmlformats.org/drawingml/2006/main" prst="rect">
            <a:avLst/>
          </a:prstGeom>
        </p:spPr>
      </p:pic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b6fd1e53c498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310188" y="3000375"/>
            <a:ext cx="1524000" cy="571500"/>
          </a:xfrm>
          <a:prstGeom xmlns:a="http://schemas.openxmlformats.org/drawingml/2006/main" prst="rect">
            <a:avLst/>
          </a:prstGeom>
        </p:spPr>
      </p:pic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3ab0478c34e2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919163" y="3719513"/>
            <a:ext cx="1257300" cy="471488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10000"/>
            <a:ext cx="1600200" cy="283274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b9ef300199248f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2381"/>
            <a:ext cx="1571625" cy="280607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f36686426f7c4665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它不是一门提示词课，也不是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教员工多用几个 AI 工具。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它教企业的人怎么管理一支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更适合买现成软件、做 Skill、</a:t>
            </a:r>
          </a:p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900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67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388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03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5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4008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75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df672f8294b76"/>
          <a:stretch xmlns:a="http://schemas.openxmlformats.org/drawingml/2006/main"/>
        </p:blipFill>
        <p:spPr>
          <a:xfrm xmlns:a="http://schemas.openxmlformats.org/drawingml/2006/main">
            <a:off x="4381500" y="3543300"/>
            <a:ext cx="266700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2026-08-25T06:07:21.0210000Z</dcterms:created>
  <dcterms:modified xsi:type="dcterms:W3CDTF">2026-08-25T06:07:21.0210000Z</dcterms:modified>
</coreProperties>
</file>