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e44879a2e41e5" /><Relationship Type="http://schemas.openxmlformats.org/officeDocument/2006/relationships/extended-properties" Target="/docProps/app.xml" Id="R9b9fb004a5ee4f0f" /><Relationship Type="http://schemas.openxmlformats.org/officeDocument/2006/relationships/officeDocument" Target="/ppt/presentation.xml" Id="R6ca188c995bb4e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9aa506673b47aa"/>
  </p:sldMasterIdLst>
  <p:notesMasterIdLst>
    <p:notesMasterId xmlns:r="http://schemas.openxmlformats.org/officeDocument/2006/relationships" r:id="Radca670f46694f8c"/>
  </p:notesMasterIdLst>
  <p:sldIdLst>
    <p:sldId xmlns:r="http://schemas.openxmlformats.org/officeDocument/2006/relationships" id="256" r:id="R42cfd5c379244e04"/>
    <p:sldId xmlns:r="http://schemas.openxmlformats.org/officeDocument/2006/relationships" id="257" r:id="R4629003919cf4d85"/>
    <p:sldId xmlns:r="http://schemas.openxmlformats.org/officeDocument/2006/relationships" id="258" r:id="R183a54f457b64448"/>
    <p:sldId xmlns:r="http://schemas.openxmlformats.org/officeDocument/2006/relationships" id="259" r:id="Rb21ed52f89834cf9"/>
    <p:sldId xmlns:r="http://schemas.openxmlformats.org/officeDocument/2006/relationships" id="260" r:id="Ra5b85139660f44ed"/>
    <p:sldId xmlns:r="http://schemas.openxmlformats.org/officeDocument/2006/relationships" id="261" r:id="R5e9758a49a7645e3"/>
    <p:sldId xmlns:r="http://schemas.openxmlformats.org/officeDocument/2006/relationships" id="262" r:id="Re59ae8cafcbb435e"/>
    <p:sldId xmlns:r="http://schemas.openxmlformats.org/officeDocument/2006/relationships" id="263" r:id="R6ec94b38f5df4078"/>
    <p:sldId xmlns:r="http://schemas.openxmlformats.org/officeDocument/2006/relationships" id="264" r:id="R2ffed0e45cd84a3e"/>
    <p:sldId xmlns:r="http://schemas.openxmlformats.org/officeDocument/2006/relationships" id="265" r:id="Rbedf7075bc0043ad"/>
    <p:sldId xmlns:r="http://schemas.openxmlformats.org/officeDocument/2006/relationships" id="266" r:id="R742e11546d8a4466"/>
    <p:sldId xmlns:r="http://schemas.openxmlformats.org/officeDocument/2006/relationships" id="267" r:id="R2894fa5e0501498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dd6c67a32c468f" /><Relationship Type="http://schemas.openxmlformats.org/officeDocument/2006/relationships/slideMaster" Target="/ppt/slideMasters/slideMaster1.xml" Id="Re49aa506673b47aa" /><Relationship Type="http://schemas.openxmlformats.org/officeDocument/2006/relationships/notesMaster" Target="/ppt/notesMasters/notesMaster1.xml" Id="Radca670f46694f8c" /><Relationship Type="http://schemas.openxmlformats.org/officeDocument/2006/relationships/presProps" Target="/ppt/presProps.xml" Id="Ra792db1416904022" /><Relationship Type="http://schemas.openxmlformats.org/officeDocument/2006/relationships/tableStyles" Target="/ppt/tableStyles.xml" Id="R9d1fee1847b54951" /><Relationship Type="http://schemas.openxmlformats.org/officeDocument/2006/relationships/slide" Target="/ppt/slides/slide1.xml" Id="R42cfd5c379244e04" /><Relationship Type="http://schemas.openxmlformats.org/officeDocument/2006/relationships/slide" Target="/ppt/slides/slide2.xml" Id="R4629003919cf4d85" /><Relationship Type="http://schemas.openxmlformats.org/officeDocument/2006/relationships/slide" Target="/ppt/slides/slide3.xml" Id="R183a54f457b64448" /><Relationship Type="http://schemas.openxmlformats.org/officeDocument/2006/relationships/slide" Target="/ppt/slides/slide4.xml" Id="Rb21ed52f89834cf9" /><Relationship Type="http://schemas.openxmlformats.org/officeDocument/2006/relationships/slide" Target="/ppt/slides/slide5.xml" Id="Ra5b85139660f44ed" /><Relationship Type="http://schemas.openxmlformats.org/officeDocument/2006/relationships/slide" Target="/ppt/slides/slide6.xml" Id="R5e9758a49a7645e3" /><Relationship Type="http://schemas.openxmlformats.org/officeDocument/2006/relationships/slide" Target="/ppt/slides/slide7.xml" Id="Re59ae8cafcbb435e" /><Relationship Type="http://schemas.openxmlformats.org/officeDocument/2006/relationships/slide" Target="/ppt/slides/slide8.xml" Id="R6ec94b38f5df4078" /><Relationship Type="http://schemas.openxmlformats.org/officeDocument/2006/relationships/slide" Target="/ppt/slides/slide9.xml" Id="R2ffed0e45cd84a3e" /><Relationship Type="http://schemas.openxmlformats.org/officeDocument/2006/relationships/slide" Target="/ppt/slides/slide10.xml" Id="Rbedf7075bc0043ad" /><Relationship Type="http://schemas.openxmlformats.org/officeDocument/2006/relationships/slide" Target="/ppt/slides/slide11.xml" Id="R742e11546d8a4466" /><Relationship Type="http://schemas.openxmlformats.org/officeDocument/2006/relationships/slide" Target="/ppt/slides/slide12.xml" Id="R2894fa5e0501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021e2072f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a6ab55060c4587" /><Relationship Type="http://schemas.openxmlformats.org/officeDocument/2006/relationships/notesMaster" Target="/ppt/notesMasters/notesMaster1.xml" Id="R995ee8e496de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f63f200164e7a" /><Relationship Type="http://schemas.openxmlformats.org/officeDocument/2006/relationships/notesMaster" Target="/ppt/notesMasters/notesMaster1.xml" Id="R3b1217727b05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6f62d39fec4aa2" /><Relationship Type="http://schemas.openxmlformats.org/officeDocument/2006/relationships/notesMaster" Target="/ppt/notesMasters/notesMaster1.xml" Id="Ref7d63eef85b48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ab92a557f247bb" /><Relationship Type="http://schemas.openxmlformats.org/officeDocument/2006/relationships/notesMaster" Target="/ppt/notesMasters/notesMaster1.xml" Id="R5212fe84e57d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8ce7f8d7a49a2" /><Relationship Type="http://schemas.openxmlformats.org/officeDocument/2006/relationships/notesMaster" Target="/ppt/notesMasters/notesMaster1.xml" Id="Raacc070ed4b8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7c7c276a0c4bb2" /><Relationship Type="http://schemas.openxmlformats.org/officeDocument/2006/relationships/notesMaster" Target="/ppt/notesMasters/notesMaster1.xml" Id="R351f0158c3e3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21864873384f7c" /><Relationship Type="http://schemas.openxmlformats.org/officeDocument/2006/relationships/notesMaster" Target="/ppt/notesMasters/notesMaster1.xml" Id="R44e42fc12c624f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84cedb9655433a" /><Relationship Type="http://schemas.openxmlformats.org/officeDocument/2006/relationships/notesMaster" Target="/ppt/notesMasters/notesMaster1.xml" Id="R4f661f6634ce4f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c29baa8504307" /><Relationship Type="http://schemas.openxmlformats.org/officeDocument/2006/relationships/notesMaster" Target="/ppt/notesMasters/notesMaster1.xml" Id="R02491b55debd4d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ba6d465944884" /><Relationship Type="http://schemas.openxmlformats.org/officeDocument/2006/relationships/notesMaster" Target="/ppt/notesMasters/notesMaster1.xml" Id="Rf97416b6a7724f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b807e62b8b462f" /><Relationship Type="http://schemas.openxmlformats.org/officeDocument/2006/relationships/notesMaster" Target="/ppt/notesMasters/notesMaster1.xml" Id="Ra928a8a2198e41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fdf7751fb143eb" /><Relationship Type="http://schemas.openxmlformats.org/officeDocument/2006/relationships/notesMaster" Target="/ppt/notesMasters/notesMaster1.xml" Id="R63d4fd23804e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890bc838c4b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7dabe56c64338" /><Relationship Type="http://schemas.openxmlformats.org/officeDocument/2006/relationships/slideLayout" Target="/ppt/slideLayouts/slideLayout1.xml" Id="Reacc9cd6d33142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c9cd6d33142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5f5dbcb34de7" /><Relationship Type="http://schemas.openxmlformats.org/officeDocument/2006/relationships/image" Target="/ppt/media/image.png" Id="R8c4ae6d93abf4170" /><Relationship Type="http://schemas.openxmlformats.org/officeDocument/2006/relationships/image" Target="/ppt/media/image2.png" Id="Rebd187b7e21843d7" /><Relationship Type="http://schemas.openxmlformats.org/officeDocument/2006/relationships/notesSlide" Target="/ppt/notesSlides/notesSlide1.xml" Id="Rae85dee1462948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1c9e3f6a4287" /><Relationship Type="http://schemas.openxmlformats.org/officeDocument/2006/relationships/notesSlide" Target="/ppt/notesSlides/notesSlide2.xml" Id="R5e3fb898c9aa45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4aa80a2224d2f" /><Relationship Type="http://schemas.openxmlformats.org/officeDocument/2006/relationships/notesSlide" Target="/ppt/notesSlides/notesSlide3.xml" Id="Re3c07af24f5a4c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cbaaed5e94b95" /><Relationship Type="http://schemas.openxmlformats.org/officeDocument/2006/relationships/notesSlide" Target="/ppt/notesSlides/notesSlide4.xml" Id="R1afb571eed0f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abc99e4c249b3" /><Relationship Type="http://schemas.openxmlformats.org/officeDocument/2006/relationships/notesSlide" Target="/ppt/notesSlides/notesSlide5.xml" Id="R52d89447f4194d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dee1d93aa4bab" /><Relationship Type="http://schemas.openxmlformats.org/officeDocument/2006/relationships/notesSlide" Target="/ppt/notesSlides/notesSlide6.xml" Id="Ra2fb19e56dc8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92b8ff5874326" /><Relationship Type="http://schemas.openxmlformats.org/officeDocument/2006/relationships/notesSlide" Target="/ppt/notesSlides/notesSlide7.xml" Id="R0a6f42333752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09b6abb64bc3" /><Relationship Type="http://schemas.openxmlformats.org/officeDocument/2006/relationships/notesSlide" Target="/ppt/notesSlides/notesSlide8.xml" Id="R6d31ec43098f46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9b138a490491f" /><Relationship Type="http://schemas.openxmlformats.org/officeDocument/2006/relationships/image" Target="/ppt/media/image3.png" Id="Rf11c3e9fd2fc4b48" /><Relationship Type="http://schemas.openxmlformats.org/officeDocument/2006/relationships/image" Target="/ppt/media/image4.png" Id="R58d028dd33744d53" /><Relationship Type="http://schemas.openxmlformats.org/officeDocument/2006/relationships/image" Target="/ppt/media/image5.png" Id="R1a33a36d781647f9" /><Relationship Type="http://schemas.openxmlformats.org/officeDocument/2006/relationships/image" Target="/ppt/media/image6.png" Id="Rc77c342661024082" /><Relationship Type="http://schemas.openxmlformats.org/officeDocument/2006/relationships/image" Target="/ppt/media/image7.png" Id="R21172ef21c0747b3" /><Relationship Type="http://schemas.openxmlformats.org/officeDocument/2006/relationships/image" Target="/ppt/media/image8.png" Id="R3e19f259442d4bea" /><Relationship Type="http://schemas.openxmlformats.org/officeDocument/2006/relationships/notesSlide" Target="/ppt/notesSlides/notesSlide9.xml" Id="Rda9d7fe0fc3648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2ba60df4a4c30" /><Relationship Type="http://schemas.openxmlformats.org/officeDocument/2006/relationships/notesSlide" Target="/ppt/notesSlides/notesSlide10.xml" Id="R68946e64f05e42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a393a43064622" /><Relationship Type="http://schemas.openxmlformats.org/officeDocument/2006/relationships/notesSlide" Target="/ppt/notesSlides/notesSlide11.xml" Id="R5eb6790b7ddb4d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88040185470c" /><Relationship Type="http://schemas.openxmlformats.org/officeDocument/2006/relationships/image" Target="/ppt/media/image9.png" Id="Ra80f0f91203a4e5d" /><Relationship Type="http://schemas.openxmlformats.org/officeDocument/2006/relationships/notesSlide" Target="/ppt/notesSlides/notesSlide12.xml" Id="R106ae52d769c4c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ae6d93abf417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187b7e21843d7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c3e9fd2fc4b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028dd33744d5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3a36d781647f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c34266102408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1172ef21c0747b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e19f259442d4bea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f0f91203a4e5d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2026-08-25T05:39:55.4700000Z</dcterms:created>
  <dcterms:modified xsi:type="dcterms:W3CDTF">2026-08-25T05:39:55.4700000Z</dcterms:modified>
</coreProperties>
</file>