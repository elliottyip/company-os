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80d01f93d4ded" /><Relationship Type="http://schemas.openxmlformats.org/officeDocument/2006/relationships/extended-properties" Target="/docProps/app.xml" Id="R9e2842d853394313" /><Relationship Type="http://schemas.openxmlformats.org/officeDocument/2006/relationships/officeDocument" Target="/ppt/presentation.xml" Id="R9cde26ce30a3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8a28d721214c33"/>
  </p:sldMasterIdLst>
  <p:notesMasterIdLst>
    <p:notesMasterId xmlns:r="http://schemas.openxmlformats.org/officeDocument/2006/relationships" r:id="Ra9d3501af4ea4395"/>
  </p:notesMasterIdLst>
  <p:sldIdLst>
    <p:sldId xmlns:r="http://schemas.openxmlformats.org/officeDocument/2006/relationships" id="256" r:id="R4129bae46a184d18"/>
    <p:sldId xmlns:r="http://schemas.openxmlformats.org/officeDocument/2006/relationships" id="257" r:id="R013177e4aeab4ecc"/>
    <p:sldId xmlns:r="http://schemas.openxmlformats.org/officeDocument/2006/relationships" id="258" r:id="Rdcc62f766e0f4f4f"/>
    <p:sldId xmlns:r="http://schemas.openxmlformats.org/officeDocument/2006/relationships" id="259" r:id="R40cd5372b9604e1b"/>
    <p:sldId xmlns:r="http://schemas.openxmlformats.org/officeDocument/2006/relationships" id="260" r:id="R96b486f808084e9b"/>
    <p:sldId xmlns:r="http://schemas.openxmlformats.org/officeDocument/2006/relationships" id="261" r:id="R4c5356de1bd44cdb"/>
    <p:sldId xmlns:r="http://schemas.openxmlformats.org/officeDocument/2006/relationships" id="262" r:id="R3d568e4d832f4d97"/>
    <p:sldId xmlns:r="http://schemas.openxmlformats.org/officeDocument/2006/relationships" id="263" r:id="R64ec1767822a415a"/>
    <p:sldId xmlns:r="http://schemas.openxmlformats.org/officeDocument/2006/relationships" id="264" r:id="R2e47900dd7404244"/>
    <p:sldId xmlns:r="http://schemas.openxmlformats.org/officeDocument/2006/relationships" id="265" r:id="R8eb08fc128774a55"/>
    <p:sldId xmlns:r="http://schemas.openxmlformats.org/officeDocument/2006/relationships" id="266" r:id="Ra102dbba6b5f48e5"/>
    <p:sldId xmlns:r="http://schemas.openxmlformats.org/officeDocument/2006/relationships" id="267" r:id="R86b1c7eaaa5746b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e391a4c947478b" /><Relationship Type="http://schemas.openxmlformats.org/officeDocument/2006/relationships/slideMaster" Target="/ppt/slideMasters/slideMaster1.xml" Id="Rf78a28d721214c33" /><Relationship Type="http://schemas.openxmlformats.org/officeDocument/2006/relationships/notesMaster" Target="/ppt/notesMasters/notesMaster1.xml" Id="Ra9d3501af4ea4395" /><Relationship Type="http://schemas.openxmlformats.org/officeDocument/2006/relationships/presProps" Target="/ppt/presProps.xml" Id="Rbd57145f50ee4ff0" /><Relationship Type="http://schemas.openxmlformats.org/officeDocument/2006/relationships/tableStyles" Target="/ppt/tableStyles.xml" Id="Rd14109ffa0ed4f28" /><Relationship Type="http://schemas.openxmlformats.org/officeDocument/2006/relationships/slide" Target="/ppt/slides/slide1.xml" Id="R4129bae46a184d18" /><Relationship Type="http://schemas.openxmlformats.org/officeDocument/2006/relationships/slide" Target="/ppt/slides/slide2.xml" Id="R013177e4aeab4ecc" /><Relationship Type="http://schemas.openxmlformats.org/officeDocument/2006/relationships/slide" Target="/ppt/slides/slide3.xml" Id="Rdcc62f766e0f4f4f" /><Relationship Type="http://schemas.openxmlformats.org/officeDocument/2006/relationships/slide" Target="/ppt/slides/slide4.xml" Id="R40cd5372b9604e1b" /><Relationship Type="http://schemas.openxmlformats.org/officeDocument/2006/relationships/slide" Target="/ppt/slides/slide5.xml" Id="R96b486f808084e9b" /><Relationship Type="http://schemas.openxmlformats.org/officeDocument/2006/relationships/slide" Target="/ppt/slides/slide6.xml" Id="R4c5356de1bd44cdb" /><Relationship Type="http://schemas.openxmlformats.org/officeDocument/2006/relationships/slide" Target="/ppt/slides/slide7.xml" Id="R3d568e4d832f4d97" /><Relationship Type="http://schemas.openxmlformats.org/officeDocument/2006/relationships/slide" Target="/ppt/slides/slide8.xml" Id="R64ec1767822a415a" /><Relationship Type="http://schemas.openxmlformats.org/officeDocument/2006/relationships/slide" Target="/ppt/slides/slide9.xml" Id="R2e47900dd7404244" /><Relationship Type="http://schemas.openxmlformats.org/officeDocument/2006/relationships/slide" Target="/ppt/slides/slide10.xml" Id="R8eb08fc128774a55" /><Relationship Type="http://schemas.openxmlformats.org/officeDocument/2006/relationships/slide" Target="/ppt/slides/slide11.xml" Id="Ra102dbba6b5f48e5" /><Relationship Type="http://schemas.openxmlformats.org/officeDocument/2006/relationships/slide" Target="/ppt/slides/slide12.xml" Id="R86b1c7eaaa57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5e4a32761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289b8da7843d0" /><Relationship Type="http://schemas.openxmlformats.org/officeDocument/2006/relationships/notesMaster" Target="/ppt/notesMasters/notesMaster1.xml" Id="Rd693563d57674f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ee022f1a944a1" /><Relationship Type="http://schemas.openxmlformats.org/officeDocument/2006/relationships/notesMaster" Target="/ppt/notesMasters/notesMaster1.xml" Id="R85b11ef1a2bd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5dbc4e93e4896" /><Relationship Type="http://schemas.openxmlformats.org/officeDocument/2006/relationships/notesMaster" Target="/ppt/notesMasters/notesMaster1.xml" Id="R854fc658e6eb44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2f46d04014528" /><Relationship Type="http://schemas.openxmlformats.org/officeDocument/2006/relationships/notesMaster" Target="/ppt/notesMasters/notesMaster1.xml" Id="Rb89593070c6640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137027c2ea4361" /><Relationship Type="http://schemas.openxmlformats.org/officeDocument/2006/relationships/notesMaster" Target="/ppt/notesMasters/notesMaster1.xml" Id="R32a4dee48d82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80ec8038794ca1" /><Relationship Type="http://schemas.openxmlformats.org/officeDocument/2006/relationships/notesMaster" Target="/ppt/notesMasters/notesMaster1.xml" Id="R50f1bc64b0a840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971a49022343aa" /><Relationship Type="http://schemas.openxmlformats.org/officeDocument/2006/relationships/notesMaster" Target="/ppt/notesMasters/notesMaster1.xml" Id="Re0b93bf90c6e46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1c48b1c2ce4bfb" /><Relationship Type="http://schemas.openxmlformats.org/officeDocument/2006/relationships/notesMaster" Target="/ppt/notesMasters/notesMaster1.xml" Id="R5b48619aa550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4146a003e349b4" /><Relationship Type="http://schemas.openxmlformats.org/officeDocument/2006/relationships/notesMaster" Target="/ppt/notesMasters/notesMaster1.xml" Id="R21dd3b39caa04d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ead6e269f74bcd" /><Relationship Type="http://schemas.openxmlformats.org/officeDocument/2006/relationships/notesMaster" Target="/ppt/notesMasters/notesMaster1.xml" Id="Rafced32b4a1b43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0b5ebe3ec4eaf" /><Relationship Type="http://schemas.openxmlformats.org/officeDocument/2006/relationships/notesMaster" Target="/ppt/notesMasters/notesMaster1.xml" Id="Rc5d7c9d011f141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d47af416f54917" /><Relationship Type="http://schemas.openxmlformats.org/officeDocument/2006/relationships/notesMaster" Target="/ppt/notesMasters/notesMaster1.xml" Id="R69b8e3aab16c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fe52a81ac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0f0e0ac6724fa8" /><Relationship Type="http://schemas.openxmlformats.org/officeDocument/2006/relationships/slideLayout" Target="/ppt/slideLayouts/slideLayout1.xml" Id="R5385e29c018d44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5e29c018d44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78159b2284d70" /><Relationship Type="http://schemas.openxmlformats.org/officeDocument/2006/relationships/image" Target="/ppt/media/image.png" Id="R208097911e16452b" /><Relationship Type="http://schemas.openxmlformats.org/officeDocument/2006/relationships/image" Target="/ppt/media/image2.png" Id="R81e30d77f848400f" /><Relationship Type="http://schemas.openxmlformats.org/officeDocument/2006/relationships/notesSlide" Target="/ppt/notesSlides/notesSlide1.xml" Id="R6d921ff7f262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38ed52da04d8f" /><Relationship Type="http://schemas.openxmlformats.org/officeDocument/2006/relationships/notesSlide" Target="/ppt/notesSlides/notesSlide2.xml" Id="R2aa9e0be5a2d46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6aaf1a0494e01" /><Relationship Type="http://schemas.openxmlformats.org/officeDocument/2006/relationships/notesSlide" Target="/ppt/notesSlides/notesSlide3.xml" Id="R20ca02fd7fc5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c2cb856324396" /><Relationship Type="http://schemas.openxmlformats.org/officeDocument/2006/relationships/notesSlide" Target="/ppt/notesSlides/notesSlide4.xml" Id="R275c0a3356e149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58ada75794025" /><Relationship Type="http://schemas.openxmlformats.org/officeDocument/2006/relationships/notesSlide" Target="/ppt/notesSlides/notesSlide5.xml" Id="R30b19a4a32e545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92b9ad59478e" /><Relationship Type="http://schemas.openxmlformats.org/officeDocument/2006/relationships/notesSlide" Target="/ppt/notesSlides/notesSlide6.xml" Id="R0b9bd20b053647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2bcaf15324c7f" /><Relationship Type="http://schemas.openxmlformats.org/officeDocument/2006/relationships/notesSlide" Target="/ppt/notesSlides/notesSlide7.xml" Id="R827dac7afc7c4f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0d187488d44aa" /><Relationship Type="http://schemas.openxmlformats.org/officeDocument/2006/relationships/notesSlide" Target="/ppt/notesSlides/notesSlide8.xml" Id="Rff2b35a13fdb40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ba13075724aad" /><Relationship Type="http://schemas.openxmlformats.org/officeDocument/2006/relationships/image" Target="/ppt/media/image3.png" Id="R492eb5cac40a42fd" /><Relationship Type="http://schemas.openxmlformats.org/officeDocument/2006/relationships/image" Target="/ppt/media/image4.png" Id="R05f17bcb5bbc4275" /><Relationship Type="http://schemas.openxmlformats.org/officeDocument/2006/relationships/image" Target="/ppt/media/image5.png" Id="R7b893c2636574a9a" /><Relationship Type="http://schemas.openxmlformats.org/officeDocument/2006/relationships/image" Target="/ppt/media/image6.png" Id="R8f4c37c8b7c24173" /><Relationship Type="http://schemas.openxmlformats.org/officeDocument/2006/relationships/image" Target="/ppt/media/image7.png" Id="R8b02f76436fe4ae2" /><Relationship Type="http://schemas.openxmlformats.org/officeDocument/2006/relationships/image" Target="/ppt/media/image8.png" Id="R4a26d79381a24539" /><Relationship Type="http://schemas.openxmlformats.org/officeDocument/2006/relationships/image" Target="/ppt/media/image9.png" Id="R41a55b9c640542dc" /><Relationship Type="http://schemas.openxmlformats.org/officeDocument/2006/relationships/image" Target="/ppt/media/image10.png" Id="R8007e762410f4584" /><Relationship Type="http://schemas.openxmlformats.org/officeDocument/2006/relationships/image" Target="/ppt/media/image11.png" Id="R819cff90f8604b04" /><Relationship Type="http://schemas.openxmlformats.org/officeDocument/2006/relationships/image" Target="/ppt/media/image12.png" Id="Rc9621bd9c5b6414a" /><Relationship Type="http://schemas.openxmlformats.org/officeDocument/2006/relationships/image" Target="/ppt/media/image13.png" Id="R5798321e1fe14a53" /><Relationship Type="http://schemas.openxmlformats.org/officeDocument/2006/relationships/image" Target="/ppt/media/image14.png" Id="R810f3dc9830648cf" /><Relationship Type="http://schemas.openxmlformats.org/officeDocument/2006/relationships/notesSlide" Target="/ppt/notesSlides/notesSlide9.xml" Id="Rabfb9e704ff245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b42eb58dc4345" /><Relationship Type="http://schemas.openxmlformats.org/officeDocument/2006/relationships/notesSlide" Target="/ppt/notesSlides/notesSlide10.xml" Id="R4fcc043afc1d46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f80f4c26f426f" /><Relationship Type="http://schemas.openxmlformats.org/officeDocument/2006/relationships/notesSlide" Target="/ppt/notesSlides/notesSlide11.xml" Id="Rfc18b253718d48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b055a05f141b2" /><Relationship Type="http://schemas.openxmlformats.org/officeDocument/2006/relationships/notesSlide" Target="/ppt/notesSlides/notesSlide12.xml" Id="Rbf80f439e9be4e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08097911e16452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30d77f848400f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国际制造业已经把 AI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放进真实生产流程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全球制造业公开实践｜AI 已经进入工程、生产、质量与设备运维。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eb5cac40a42f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17bcb5bbc427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93c2636574a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c37c8b7c241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b02f76436fe4ae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a26d79381a2453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1a55b9c640542d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007e762410f458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19cff90f8604b0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9621bd9c5b6414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798321e1fe14a5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10f3dc9830648cf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2026-08-25T01:53:42.7140000Z</dcterms:created>
  <dcterms:modified xsi:type="dcterms:W3CDTF">2026-08-25T01:53:42.7140000Z</dcterms:modified>
</coreProperties>
</file>