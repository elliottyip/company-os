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11f58328d240cb" /><Relationship Type="http://schemas.openxmlformats.org/officeDocument/2006/relationships/extended-properties" Target="/docProps/app.xml" Id="Rfbc917432bad49e8" /><Relationship Type="http://schemas.openxmlformats.org/officeDocument/2006/relationships/officeDocument" Target="/ppt/presentation.xml" Id="R7ad3a24d73da42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4ad512401045af"/>
  </p:sldMasterIdLst>
  <p:notesMasterIdLst>
    <p:notesMasterId xmlns:r="http://schemas.openxmlformats.org/officeDocument/2006/relationships" r:id="R618ef4ebdaef4189"/>
  </p:notesMasterIdLst>
  <p:sldIdLst>
    <p:sldId xmlns:r="http://schemas.openxmlformats.org/officeDocument/2006/relationships" id="256" r:id="Rf7453970e07b4e6b"/>
    <p:sldId xmlns:r="http://schemas.openxmlformats.org/officeDocument/2006/relationships" id="257" r:id="Rc3c1dfa62fcf496b"/>
    <p:sldId xmlns:r="http://schemas.openxmlformats.org/officeDocument/2006/relationships" id="258" r:id="Rad79c2bc409d4b2e"/>
    <p:sldId xmlns:r="http://schemas.openxmlformats.org/officeDocument/2006/relationships" id="259" r:id="R48f06fd78a6c4f3e"/>
    <p:sldId xmlns:r="http://schemas.openxmlformats.org/officeDocument/2006/relationships" id="260" r:id="Ra94843cb1af04f7c"/>
    <p:sldId xmlns:r="http://schemas.openxmlformats.org/officeDocument/2006/relationships" id="261" r:id="Raf3b2c980fec4ef0"/>
    <p:sldId xmlns:r="http://schemas.openxmlformats.org/officeDocument/2006/relationships" id="262" r:id="Re80f10cf76964c7c"/>
    <p:sldId xmlns:r="http://schemas.openxmlformats.org/officeDocument/2006/relationships" id="263" r:id="R3952435d2a6b406a"/>
    <p:sldId xmlns:r="http://schemas.openxmlformats.org/officeDocument/2006/relationships" id="264" r:id="R017ab1a5479f4469"/>
    <p:sldId xmlns:r="http://schemas.openxmlformats.org/officeDocument/2006/relationships" id="265" r:id="R1bc962ff04294395"/>
    <p:sldId xmlns:r="http://schemas.openxmlformats.org/officeDocument/2006/relationships" id="266" r:id="R9b1253fc88354454"/>
    <p:sldId xmlns:r="http://schemas.openxmlformats.org/officeDocument/2006/relationships" id="267" r:id="Rd7548ee7c73a49b7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9e574b65f145ab" /><Relationship Type="http://schemas.openxmlformats.org/officeDocument/2006/relationships/slideMaster" Target="/ppt/slideMasters/slideMaster1.xml" Id="R7f4ad512401045af" /><Relationship Type="http://schemas.openxmlformats.org/officeDocument/2006/relationships/notesMaster" Target="/ppt/notesMasters/notesMaster1.xml" Id="R618ef4ebdaef4189" /><Relationship Type="http://schemas.openxmlformats.org/officeDocument/2006/relationships/presProps" Target="/ppt/presProps.xml" Id="Rdf265f8b44284f54" /><Relationship Type="http://schemas.openxmlformats.org/officeDocument/2006/relationships/tableStyles" Target="/ppt/tableStyles.xml" Id="R0b8d2082ab9343d9" /><Relationship Type="http://schemas.openxmlformats.org/officeDocument/2006/relationships/slide" Target="/ppt/slides/slide1.xml" Id="Rf7453970e07b4e6b" /><Relationship Type="http://schemas.openxmlformats.org/officeDocument/2006/relationships/slide" Target="/ppt/slides/slide2.xml" Id="Rc3c1dfa62fcf496b" /><Relationship Type="http://schemas.openxmlformats.org/officeDocument/2006/relationships/slide" Target="/ppt/slides/slide3.xml" Id="Rad79c2bc409d4b2e" /><Relationship Type="http://schemas.openxmlformats.org/officeDocument/2006/relationships/slide" Target="/ppt/slides/slide4.xml" Id="R48f06fd78a6c4f3e" /><Relationship Type="http://schemas.openxmlformats.org/officeDocument/2006/relationships/slide" Target="/ppt/slides/slide5.xml" Id="Ra94843cb1af04f7c" /><Relationship Type="http://schemas.openxmlformats.org/officeDocument/2006/relationships/slide" Target="/ppt/slides/slide6.xml" Id="Raf3b2c980fec4ef0" /><Relationship Type="http://schemas.openxmlformats.org/officeDocument/2006/relationships/slide" Target="/ppt/slides/slide7.xml" Id="Re80f10cf76964c7c" /><Relationship Type="http://schemas.openxmlformats.org/officeDocument/2006/relationships/slide" Target="/ppt/slides/slide8.xml" Id="R3952435d2a6b406a" /><Relationship Type="http://schemas.openxmlformats.org/officeDocument/2006/relationships/slide" Target="/ppt/slides/slide9.xml" Id="R017ab1a5479f4469" /><Relationship Type="http://schemas.openxmlformats.org/officeDocument/2006/relationships/slide" Target="/ppt/slides/slide10.xml" Id="R1bc962ff04294395" /><Relationship Type="http://schemas.openxmlformats.org/officeDocument/2006/relationships/slide" Target="/ppt/slides/slide11.xml" Id="R9b1253fc88354454" /><Relationship Type="http://schemas.openxmlformats.org/officeDocument/2006/relationships/slide" Target="/ppt/slides/slide12.xml" Id="Rd7548ee7c73a49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a70735db9c49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58ad193c12451c" /><Relationship Type="http://schemas.openxmlformats.org/officeDocument/2006/relationships/notesMaster" Target="/ppt/notesMasters/notesMaster1.xml" Id="R4a4812fdc30f41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87007b3743498d" /><Relationship Type="http://schemas.openxmlformats.org/officeDocument/2006/relationships/notesMaster" Target="/ppt/notesMasters/notesMaster1.xml" Id="Rd40f2d84be154b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39498fb219427b" /><Relationship Type="http://schemas.openxmlformats.org/officeDocument/2006/relationships/notesMaster" Target="/ppt/notesMasters/notesMaster1.xml" Id="R1e933c176bf54a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713ae7174141c1" /><Relationship Type="http://schemas.openxmlformats.org/officeDocument/2006/relationships/notesMaster" Target="/ppt/notesMasters/notesMaster1.xml" Id="Ra9d2021ca3ac4e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0306bc54a344f8" /><Relationship Type="http://schemas.openxmlformats.org/officeDocument/2006/relationships/notesMaster" Target="/ppt/notesMasters/notesMaster1.xml" Id="R0b544b00f8b247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7c9e9e573749a5" /><Relationship Type="http://schemas.openxmlformats.org/officeDocument/2006/relationships/notesMaster" Target="/ppt/notesMasters/notesMaster1.xml" Id="Rbf327ac751e544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c4b3d63bc84361" /><Relationship Type="http://schemas.openxmlformats.org/officeDocument/2006/relationships/notesMaster" Target="/ppt/notesMasters/notesMaster1.xml" Id="R0c3ee1088f4340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e73e9507f84b28" /><Relationship Type="http://schemas.openxmlformats.org/officeDocument/2006/relationships/notesMaster" Target="/ppt/notesMasters/notesMaster1.xml" Id="R9e434610b83e47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c264fa495c454f" /><Relationship Type="http://schemas.openxmlformats.org/officeDocument/2006/relationships/notesMaster" Target="/ppt/notesMasters/notesMaster1.xml" Id="R40a8b03217f04e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b3bbd1509e42d5" /><Relationship Type="http://schemas.openxmlformats.org/officeDocument/2006/relationships/notesMaster" Target="/ppt/notesMasters/notesMaster1.xml" Id="R6891eb9ce2bc44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8e390900b54612" /><Relationship Type="http://schemas.openxmlformats.org/officeDocument/2006/relationships/notesMaster" Target="/ppt/notesMasters/notesMaster1.xml" Id="R71f82cb58fc84e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991d6a2b7142a3" /><Relationship Type="http://schemas.openxmlformats.org/officeDocument/2006/relationships/notesMaster" Target="/ppt/notesMasters/notesMaster1.xml" Id="R9fc40e7ff51a40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90f5d70104c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95a71cc983411e" /><Relationship Type="http://schemas.openxmlformats.org/officeDocument/2006/relationships/slideLayout" Target="/ppt/slideLayouts/slideLayout1.xml" Id="R9793638b92b543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93638b92b543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a467755fd4f81" /><Relationship Type="http://schemas.openxmlformats.org/officeDocument/2006/relationships/image" Target="/ppt/media/image.png" Id="R6872562d14df47a6" /><Relationship Type="http://schemas.openxmlformats.org/officeDocument/2006/relationships/image" Target="/ppt/media/image2.png" Id="Rbb1a0ed64f884a31" /><Relationship Type="http://schemas.openxmlformats.org/officeDocument/2006/relationships/notesSlide" Target="/ppt/notesSlides/notesSlide1.xml" Id="Rf441c1b1dd3c41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71c25df1e47e9" /><Relationship Type="http://schemas.openxmlformats.org/officeDocument/2006/relationships/notesSlide" Target="/ppt/notesSlides/notesSlide2.xml" Id="Ra23837f17d074c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8e0832fe54bb1" /><Relationship Type="http://schemas.openxmlformats.org/officeDocument/2006/relationships/notesSlide" Target="/ppt/notesSlides/notesSlide3.xml" Id="R64d97aed8c6040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72accc7304326" /><Relationship Type="http://schemas.openxmlformats.org/officeDocument/2006/relationships/notesSlide" Target="/ppt/notesSlides/notesSlide4.xml" Id="Re00be544727e48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09dfd01c04ed7" /><Relationship Type="http://schemas.openxmlformats.org/officeDocument/2006/relationships/notesSlide" Target="/ppt/notesSlides/notesSlide5.xml" Id="Rd8d02f73c4964f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ffe18d7904ae8" /><Relationship Type="http://schemas.openxmlformats.org/officeDocument/2006/relationships/notesSlide" Target="/ppt/notesSlides/notesSlide6.xml" Id="R85c0bf2f3af24a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5ac66bb3a42e7" /><Relationship Type="http://schemas.openxmlformats.org/officeDocument/2006/relationships/notesSlide" Target="/ppt/notesSlides/notesSlide7.xml" Id="Rcd86a44fbdc143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3a541f26949fc" /><Relationship Type="http://schemas.openxmlformats.org/officeDocument/2006/relationships/notesSlide" Target="/ppt/notesSlides/notesSlide8.xml" Id="Rc88740a4ab0f42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0f10a99a64424" /><Relationship Type="http://schemas.openxmlformats.org/officeDocument/2006/relationships/image" Target="/ppt/media/image3.png" Id="Rf4d009172bae4b33" /><Relationship Type="http://schemas.openxmlformats.org/officeDocument/2006/relationships/image" Target="/ppt/media/image4.png" Id="R9fdb77ca6fef4afc" /><Relationship Type="http://schemas.openxmlformats.org/officeDocument/2006/relationships/image" Target="/ppt/media/image5.png" Id="Rabdaedb7278d478b" /><Relationship Type="http://schemas.openxmlformats.org/officeDocument/2006/relationships/image" Target="/ppt/media/image6.png" Id="R1c31cc7e33774434" /><Relationship Type="http://schemas.openxmlformats.org/officeDocument/2006/relationships/image" Target="/ppt/media/image7.png" Id="Rbe2de032f92a4aa1" /><Relationship Type="http://schemas.openxmlformats.org/officeDocument/2006/relationships/image" Target="/ppt/media/image8.png" Id="R8d8f67ce62a8439a" /><Relationship Type="http://schemas.openxmlformats.org/officeDocument/2006/relationships/image" Target="/ppt/media/image9.png" Id="R8af8b8b5c40542dd" /><Relationship Type="http://schemas.openxmlformats.org/officeDocument/2006/relationships/image" Target="/ppt/media/image10.png" Id="R5241a0749cef4535" /><Relationship Type="http://schemas.openxmlformats.org/officeDocument/2006/relationships/image" Target="/ppt/media/image11.png" Id="Rac51ba7d991f4e5a" /><Relationship Type="http://schemas.openxmlformats.org/officeDocument/2006/relationships/image" Target="/ppt/media/image12.png" Id="Rf8b4b6d3bf744bdb" /><Relationship Type="http://schemas.openxmlformats.org/officeDocument/2006/relationships/image" Target="/ppt/media/image13.png" Id="Rf6ec65199f4b4afb" /><Relationship Type="http://schemas.openxmlformats.org/officeDocument/2006/relationships/image" Target="/ppt/media/image14.png" Id="Rb5d8591fcdd04785" /><Relationship Type="http://schemas.openxmlformats.org/officeDocument/2006/relationships/notesSlide" Target="/ppt/notesSlides/notesSlide9.xml" Id="R1b31b2be976b4e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85177b21d4d1a" /><Relationship Type="http://schemas.openxmlformats.org/officeDocument/2006/relationships/notesSlide" Target="/ppt/notesSlides/notesSlide10.xml" Id="R282287e2835d47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a378bed674b69" /><Relationship Type="http://schemas.openxmlformats.org/officeDocument/2006/relationships/notesSlide" Target="/ppt/notesSlides/notesSlide11.xml" Id="R8fd065eddb2846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81e86671e4715" /><Relationship Type="http://schemas.openxmlformats.org/officeDocument/2006/relationships/notesSlide" Target="/ppt/notesSlides/notesSlide12.xml" Id="R6c2507cc7bed4c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872562d14df47a6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a0ed64f884a31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Industrial AI is already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running inside real factories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PUBLIC MANUFACTURING PRACTICE | AI now supports engineering, production, quality, and maintenance.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GLOBAL INDUSTRIAL MANUFACTURERS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The brands above come from public company materials for industry reference; they do not imply an FDE client or partner relationship. Company names are omitted from the cases below.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ANONYMOUS CASE 1 | CROSS-BORDER E-COMMERCE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Operators assembled product details from supplier spreadsheets, chat messages, and image folders, then translated, normalized, and entered each listing across marketplaces.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bottleneck was incomplete attributes, conflicting source files, and repeated manual checks against marketplace rules—not copywriting alone.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A product-data hub and listing workflow. Agents organize, translate, and check rules; operators handle exceptions and approve publication.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Product data: scattered files → one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work: copy each field → review exceptions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Rework: after publishing → checks before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impact: a steadier listing cadence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ANONYMOUS CASE 2 | FURNITURE MANUFACTURING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Orders arrived through chat, spreadsheets, and drawings. We structured dimensions, fabrics, hardware, and processes; connected orders, BOMs, and work orders; and flagged missing or conflicting data before production.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009172bae4b3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b77ca6fef4af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aedb7278d478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1cc7e3377443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6AEC25-0D5F-41AC-8BF8-ED7E511F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e2de032f92a4aa1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3EA4BC-207E-4C8E-89C7-7E300945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d8f67ce62a8439a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BC444E-F3D1-4C16-838C-762F0A09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af8b8b5c40542dd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FE01A4-D530-4AA8-8F71-FA068411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241a0749cef453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C6D289-96A8-4905-8C57-707E8733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c51ba7d991f4e5a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7336D0-DBA6-4520-A120-9F1BEAE9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8b4b6d3bf744bd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EF785E-C4D6-421C-B920-7132C4F3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6ec65199f4b4af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ECD339-551E-4C88-B985-2C399A51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5d8591fcdd04785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AgentBoss School is open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FEISHU 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ADD ME ON FEISHU AND SEND: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preferred time to talk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ADD ME ON FEISHU · SEND TO RESERVE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2026-08-25T01:53:53.0010000Z</dcterms:created>
  <dcterms:modified xsi:type="dcterms:W3CDTF">2026-08-25T01:53:53.0010000Z</dcterms:modified>
</coreProperties>
</file>