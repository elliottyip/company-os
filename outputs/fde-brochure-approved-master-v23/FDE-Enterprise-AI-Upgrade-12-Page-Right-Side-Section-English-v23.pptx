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551ed541b24a58" /><Relationship Type="http://schemas.openxmlformats.org/officeDocument/2006/relationships/extended-properties" Target="/docProps/app.xml" Id="R010925a4016e41fa" /><Relationship Type="http://schemas.openxmlformats.org/officeDocument/2006/relationships/officeDocument" Target="/ppt/presentation.xml" Id="Rd8892148369146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759d173b80404d"/>
  </p:sldMasterIdLst>
  <p:notesMasterIdLst>
    <p:notesMasterId xmlns:r="http://schemas.openxmlformats.org/officeDocument/2006/relationships" r:id="R377370e6f3944b48"/>
  </p:notesMasterIdLst>
  <p:sldIdLst>
    <p:sldId xmlns:r="http://schemas.openxmlformats.org/officeDocument/2006/relationships" id="256" r:id="R60dbf7522cb041e6"/>
    <p:sldId xmlns:r="http://schemas.openxmlformats.org/officeDocument/2006/relationships" id="257" r:id="Re9fadf41c5174411"/>
    <p:sldId xmlns:r="http://schemas.openxmlformats.org/officeDocument/2006/relationships" id="258" r:id="Re9b27f94f9b847cb"/>
    <p:sldId xmlns:r="http://schemas.openxmlformats.org/officeDocument/2006/relationships" id="259" r:id="R880ec444cdfb4bab"/>
    <p:sldId xmlns:r="http://schemas.openxmlformats.org/officeDocument/2006/relationships" id="260" r:id="Ra34196ba6abf4d12"/>
    <p:sldId xmlns:r="http://schemas.openxmlformats.org/officeDocument/2006/relationships" id="261" r:id="R751b29d394be4d0f"/>
    <p:sldId xmlns:r="http://schemas.openxmlformats.org/officeDocument/2006/relationships" id="262" r:id="R76d5106de604400a"/>
    <p:sldId xmlns:r="http://schemas.openxmlformats.org/officeDocument/2006/relationships" id="263" r:id="Re70e0d3c57c6485c"/>
    <p:sldId xmlns:r="http://schemas.openxmlformats.org/officeDocument/2006/relationships" id="264" r:id="Rf92af61b8b8f4d54"/>
    <p:sldId xmlns:r="http://schemas.openxmlformats.org/officeDocument/2006/relationships" id="265" r:id="Rcd00e8783d0b487b"/>
    <p:sldId xmlns:r="http://schemas.openxmlformats.org/officeDocument/2006/relationships" id="266" r:id="R8bba657768df442a"/>
    <p:sldId xmlns:r="http://schemas.openxmlformats.org/officeDocument/2006/relationships" id="267" r:id="R1094796a38734920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9eae8747bb4be5" /><Relationship Type="http://schemas.openxmlformats.org/officeDocument/2006/relationships/slideMaster" Target="/ppt/slideMasters/slideMaster1.xml" Id="Rc3759d173b80404d" /><Relationship Type="http://schemas.openxmlformats.org/officeDocument/2006/relationships/notesMaster" Target="/ppt/notesMasters/notesMaster1.xml" Id="R377370e6f3944b48" /><Relationship Type="http://schemas.openxmlformats.org/officeDocument/2006/relationships/presProps" Target="/ppt/presProps.xml" Id="Ra140e274b5a2426f" /><Relationship Type="http://schemas.openxmlformats.org/officeDocument/2006/relationships/tableStyles" Target="/ppt/tableStyles.xml" Id="R831b8e6cfa404246" /><Relationship Type="http://schemas.openxmlformats.org/officeDocument/2006/relationships/slide" Target="/ppt/slides/slide1.xml" Id="R60dbf7522cb041e6" /><Relationship Type="http://schemas.openxmlformats.org/officeDocument/2006/relationships/slide" Target="/ppt/slides/slide2.xml" Id="Re9fadf41c5174411" /><Relationship Type="http://schemas.openxmlformats.org/officeDocument/2006/relationships/slide" Target="/ppt/slides/slide3.xml" Id="Re9b27f94f9b847cb" /><Relationship Type="http://schemas.openxmlformats.org/officeDocument/2006/relationships/slide" Target="/ppt/slides/slide4.xml" Id="R880ec444cdfb4bab" /><Relationship Type="http://schemas.openxmlformats.org/officeDocument/2006/relationships/slide" Target="/ppt/slides/slide5.xml" Id="Ra34196ba6abf4d12" /><Relationship Type="http://schemas.openxmlformats.org/officeDocument/2006/relationships/slide" Target="/ppt/slides/slide6.xml" Id="R751b29d394be4d0f" /><Relationship Type="http://schemas.openxmlformats.org/officeDocument/2006/relationships/slide" Target="/ppt/slides/slide7.xml" Id="R76d5106de604400a" /><Relationship Type="http://schemas.openxmlformats.org/officeDocument/2006/relationships/slide" Target="/ppt/slides/slide8.xml" Id="Re70e0d3c57c6485c" /><Relationship Type="http://schemas.openxmlformats.org/officeDocument/2006/relationships/slide" Target="/ppt/slides/slide9.xml" Id="Rf92af61b8b8f4d54" /><Relationship Type="http://schemas.openxmlformats.org/officeDocument/2006/relationships/slide" Target="/ppt/slides/slide10.xml" Id="Rcd00e8783d0b487b" /><Relationship Type="http://schemas.openxmlformats.org/officeDocument/2006/relationships/slide" Target="/ppt/slides/slide11.xml" Id="R8bba657768df442a" /><Relationship Type="http://schemas.openxmlformats.org/officeDocument/2006/relationships/slide" Target="/ppt/slides/slide12.xml" Id="R1094796a387349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db7dba828c4e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7685e415c74c5a" /><Relationship Type="http://schemas.openxmlformats.org/officeDocument/2006/relationships/notesMaster" Target="/ppt/notesMasters/notesMaster1.xml" Id="R8c2956ee8ab249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2354e1fd164145" /><Relationship Type="http://schemas.openxmlformats.org/officeDocument/2006/relationships/notesMaster" Target="/ppt/notesMasters/notesMaster1.xml" Id="R19d96c7143db4f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6541574b904e7e" /><Relationship Type="http://schemas.openxmlformats.org/officeDocument/2006/relationships/notesMaster" Target="/ppt/notesMasters/notesMaster1.xml" Id="Ra741e23d2f1842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1d8a8ebe1f42a7" /><Relationship Type="http://schemas.openxmlformats.org/officeDocument/2006/relationships/notesMaster" Target="/ppt/notesMasters/notesMaster1.xml" Id="R17a145a9aaa245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f9a05e580343f8" /><Relationship Type="http://schemas.openxmlformats.org/officeDocument/2006/relationships/notesMaster" Target="/ppt/notesMasters/notesMaster1.xml" Id="R79bcc2483aba47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f042a1ad1245ab" /><Relationship Type="http://schemas.openxmlformats.org/officeDocument/2006/relationships/notesMaster" Target="/ppt/notesMasters/notesMaster1.xml" Id="Rbe1fc572474c49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e3afc58ac64532" /><Relationship Type="http://schemas.openxmlformats.org/officeDocument/2006/relationships/notesMaster" Target="/ppt/notesMasters/notesMaster1.xml" Id="R85ff9d436ed641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99e5e838ab4401" /><Relationship Type="http://schemas.openxmlformats.org/officeDocument/2006/relationships/notesMaster" Target="/ppt/notesMasters/notesMaster1.xml" Id="Rd7eca8b8912a4e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5e649383994fb4" /><Relationship Type="http://schemas.openxmlformats.org/officeDocument/2006/relationships/notesMaster" Target="/ppt/notesMasters/notesMaster1.xml" Id="R67ede5b2572741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f2549b50c749c8" /><Relationship Type="http://schemas.openxmlformats.org/officeDocument/2006/relationships/notesMaster" Target="/ppt/notesMasters/notesMaster1.xml" Id="Ra4f87673600340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760ee68bfc4a9a" /><Relationship Type="http://schemas.openxmlformats.org/officeDocument/2006/relationships/notesMaster" Target="/ppt/notesMasters/notesMaster1.xml" Id="R3fd2164943404e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0c251158afd49f6" /><Relationship Type="http://schemas.openxmlformats.org/officeDocument/2006/relationships/notesMaster" Target="/ppt/notesMasters/notesMaster1.xml" Id="Rfe9b36fd216847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Project-owned blue cover asset preserved from the approved v21 deck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c5c448dbde45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1d477d708f4e78" /><Relationship Type="http://schemas.openxmlformats.org/officeDocument/2006/relationships/slideLayout" Target="/ppt/slideLayouts/slideLayout1.xml" Id="R78b973f92b7840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b973f92b7840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fdae997344d34" /><Relationship Type="http://schemas.openxmlformats.org/officeDocument/2006/relationships/image" Target="/ppt/media/image.png" Id="Rc557da37c86b4674" /><Relationship Type="http://schemas.openxmlformats.org/officeDocument/2006/relationships/image" Target="/ppt/media/image2.png" Id="R809c2de1e6b444ba" /><Relationship Type="http://schemas.openxmlformats.org/officeDocument/2006/relationships/notesSlide" Target="/ppt/notesSlides/notesSlide1.xml" Id="R97f99396505441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6bed8b0f84a94" /><Relationship Type="http://schemas.openxmlformats.org/officeDocument/2006/relationships/image" Target="/ppt/media/image3.png" Id="R947add27e9264904" /><Relationship Type="http://schemas.openxmlformats.org/officeDocument/2006/relationships/notesSlide" Target="/ppt/notesSlides/notesSlide2.xml" Id="R58b325c7837346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9d71735c143b3" /><Relationship Type="http://schemas.openxmlformats.org/officeDocument/2006/relationships/image" Target="/ppt/media/image4.png" Id="R90bdea8b7f3b4f58" /><Relationship Type="http://schemas.openxmlformats.org/officeDocument/2006/relationships/notesSlide" Target="/ppt/notesSlides/notesSlide3.xml" Id="Rbf283fff5c1843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acb9bd7e24163" /><Relationship Type="http://schemas.openxmlformats.org/officeDocument/2006/relationships/image" Target="/ppt/media/image5.png" Id="R01e60b71641d49b9" /><Relationship Type="http://schemas.openxmlformats.org/officeDocument/2006/relationships/notesSlide" Target="/ppt/notesSlides/notesSlide4.xml" Id="R03abefed9fa841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46fafaf924a40" /><Relationship Type="http://schemas.openxmlformats.org/officeDocument/2006/relationships/image" Target="/ppt/media/image6.png" Id="R15e9f9cda3bd42b0" /><Relationship Type="http://schemas.openxmlformats.org/officeDocument/2006/relationships/notesSlide" Target="/ppt/notesSlides/notesSlide5.xml" Id="Rcd2d93244d1d46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bdea11fb9e4a73" /><Relationship Type="http://schemas.openxmlformats.org/officeDocument/2006/relationships/image" Target="/ppt/media/image7.png" Id="R47295529c3cc4dd7" /><Relationship Type="http://schemas.openxmlformats.org/officeDocument/2006/relationships/notesSlide" Target="/ppt/notesSlides/notesSlide6.xml" Id="R6845609827684e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b8d1f58fe42fe" /><Relationship Type="http://schemas.openxmlformats.org/officeDocument/2006/relationships/image" Target="/ppt/media/image8.png" Id="R5c2c555948094b01" /><Relationship Type="http://schemas.openxmlformats.org/officeDocument/2006/relationships/notesSlide" Target="/ppt/notesSlides/notesSlide7.xml" Id="Red855a8ca00842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a40283d9e4e75" /><Relationship Type="http://schemas.openxmlformats.org/officeDocument/2006/relationships/image" Target="/ppt/media/image9.png" Id="R740f96d466054fca" /><Relationship Type="http://schemas.openxmlformats.org/officeDocument/2006/relationships/notesSlide" Target="/ppt/notesSlides/notesSlide8.xml" Id="R49ec8b28ea7c4c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d04656ce040f0" /><Relationship Type="http://schemas.openxmlformats.org/officeDocument/2006/relationships/image" Target="/ppt/media/image10.png" Id="R1c61eb06585d4428" /><Relationship Type="http://schemas.openxmlformats.org/officeDocument/2006/relationships/notesSlide" Target="/ppt/notesSlides/notesSlide9.xml" Id="Rf3b6dc3029ea49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98a319b044b0c" /><Relationship Type="http://schemas.openxmlformats.org/officeDocument/2006/relationships/image" Target="/ppt/media/image11.png" Id="R3f1492e7c9f841b0" /><Relationship Type="http://schemas.openxmlformats.org/officeDocument/2006/relationships/notesSlide" Target="/ppt/notesSlides/notesSlide10.xml" Id="R9512347378d048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772aa04fe4545" /><Relationship Type="http://schemas.openxmlformats.org/officeDocument/2006/relationships/image" Target="/ppt/media/image12.png" Id="Re176827ff0ae443a" /><Relationship Type="http://schemas.openxmlformats.org/officeDocument/2006/relationships/notesSlide" Target="/ppt/notesSlides/notesSlide11.xml" Id="R0f51d34c7108481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4fa946c0849d9" /><Relationship Type="http://schemas.openxmlformats.org/officeDocument/2006/relationships/image" Target="/ppt/media/image13.png" Id="Re3db263ab52146b6" /><Relationship Type="http://schemas.openxmlformats.org/officeDocument/2006/relationships/notesSlide" Target="/ppt/notesSlides/notesSlide12.xml" Id="Rdae671ae372a46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CF619C15-6903-4D01-AC97-35402E1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c557da37c86b4674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Your company wants to use AI.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Where should it start?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An FDE works inside the business to find the right first problem,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then turns it into a system people use and results can prove.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Business assessment | Workflow redesign | Skills | Custom SaaS | Databases |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Event offer: complimentary enterprise AI assessment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10 companies per day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9c2de1e6b444ba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AI can now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110" b="0">
                <a:solidFill>
                  <a:srgbClr val="070707"/>
                </a:solidFill>
              </a:rPr>
              <a:t>We used to complete every step manually.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Agents take on repetitive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People remain responsible for goals, judgment, and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One manager can direct several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Companies can turn working knowledge into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In 2025, Microsoft introduced the idea of the Agent Boss: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OpenAI defines agents as systems that can complete workflows on a user’s behalf, rather than simply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Google describes enterprise agents as systems that connect models with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Anthropic’s research suggests that people tend to decide what should be done, while agents make more of the execution decisions about how to do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Operating efficiency will diverge with how AI-native a company becomes.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add27e9264904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The numbers are already moving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Microsoft’s 2025 Work Trend Index surveyed 31,000 workers across 31 countries. 81% of surveyed leaders expected agents to enter their company’s AI strategy within 12–18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In 2025, OpenAI reported more than one million business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Since February, weekly active Codex users grew 108× in legal, 41× in sales, 41× in recruiting, and 26×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PUBLIC EXAMPLES ALREADY IN 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Codex reduced code review time by 50% and shortened some projects 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Its multi-agent due diligence framework reportedly cut development time by more than 50% and improved agent accuracy 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A Google Cloud customer story reports $53.9 million in annual savings, 87% faster issue resolution, and 30% of calls resolved proactively with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Lowe’s provides AI-powered project guidance to associates across more 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bdea8b7f3b4f58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Leaders want higher efficiency,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MANY COMPANIES HAVE ALREADY TRIED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Employees have subscriptions but use them only occasionally.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A demo looked good, but nobody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Other companies’ cases do not fit the way this company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Every department has ideas, but nobody can set priorities.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Information is scattered across chat, spreadsheets, PDFs, drives, and personal computers.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Leaders worry about security and do not know how much authority an agent should have.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AI transformation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The outcome leadership wants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frontline work actually happens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Where the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the solution gets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Leave out one layer and the project often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WHY INTERNAL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leadership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ambition is broad, but the first practical job remains unclear.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10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frontline teams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4104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295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86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8867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58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62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Buy a standard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3629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Deployment is fast, but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20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Build a large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839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Time and money are committed before business value is tested.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678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 company needs someone who can connect business, product, and technology. That is the FDE’s role.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60b71641d49b9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 FDE starts with ambiguity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Once the problem is clear, the FDE chooses how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Use an existing product when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Build a Skill when a Skill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Integrate with existing systems when the workflow crosses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e9f9cda3bd42b0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From one small tool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to a company-wide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specific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Quotation,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Small custom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ERP, CRM, collaboration, and messaging integrations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Progress, result, and activity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work crosses people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Permissions and usage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information is hard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A company-wide upgrade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Set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Define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Train the company’s own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295529c3cc4dd7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Assess first.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c555948094b01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Not a demo.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 working test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13" b="0">
                <a:solidFill>
                  <a:srgbClr val="070707"/>
                </a:solidFill>
              </a:rPr>
              <a:t>Depending on the agreed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data and permissions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f96d466054fca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Show what changed in the business,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not only what the system looks like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32" b="1">
                <a:solidFill>
                  <a:srgbClr val="070707"/>
                </a:solidFill>
              </a:rPr>
              <a:t>Case details are pending customer confirmation. No company name, logo, or performance figure will be used without permission and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COMPANIES WE HAVE SERVED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A7C27-ECC5-4346-ABC4-619B38AB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F5B9E-CB7D-44A8-9996-7DC67160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6B6FC-3965-479E-81B3-86D6297B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AD5C6-1067-4607-9B8E-DCC52B4D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5807-E9FE-4079-9785-BE2223C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825" b="1">
                <a:solidFill>
                  <a:srgbClr val="070707"/>
                </a:solidFill>
              </a:rPr>
              <a:t>One line under each logo: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3609-653E-43F9-B333-AC7D528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[Company or industry] | We helped the team [one-sentence description of the actual service].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810" b="0">
                <a:solidFill>
                  <a:srgbClr val="656563"/>
                </a:solidFill>
              </a:rPr>
              <a:t>Include a logo only when the service was actually delivered, the client has approved public use of its name and logo, and the work can be verified. A sales conversation, proposal, or public vendor case study is not a client engagement.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1 | [Factory type / business function]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[Role] used [chat / spreadsheets / PDFs / ERP / email] to complete [specific task]. It happened [frequency], required [people or time], and often caused [specific issue].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The initial request was [customer’s original request]. After observing the workflow, the problem affecting the business was [confirmed problem].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[Skill / custom SaaS / automation / database / agent workflow], connected to [existing systems or data].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Processing time: [before] → [after]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Manual steps: [before] → [after]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Errors or rework: [before] → [after]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Business result: [customer-confirmed result]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2 | [Factory type / business function]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Use the same structure. A useful set would include one small tool, one end-to-end workflow, and one database or company-wide transformation.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61eb06585d4428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A working agent still needs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We call this training Agent Boss.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Give agents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Decide which work can be delegated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Review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Turn good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Remain accountable for the business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FDE: build and launch the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Agent Boss: help the team take ownership and keep improving 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1492e7c9f841b0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Find the right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YOU WILL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WE MAY ALSO TELL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One to three areas worth examining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initial judgment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honest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existing product is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76827ff0ae443a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Which part of your business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10 companies per day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825" b="0">
                <a:solidFill>
                  <a:srgbClr val="656563"/>
                </a:solidFill>
              </a:rPr>
              <a:t>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SCAN AND TELL US: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contact details and preferred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SCAN TO RESERVE · AVAILABLE UNTIL FULL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17CD9D-47BC-4030-8CB2-3FDF648B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82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[Brand name]</a:t>
            </a:r>
          </a:p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[Name / phone / WeChat / website]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990" b="1">
                <a:solidFill>
                  <a:srgbClr val="070707"/>
                </a:solidFill>
              </a:rPr>
              <a:t>Start with one problem you can understand, complete,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db263ab52146b6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2026-08-24T10:19:34.2340000Z</dcterms:created>
  <dcterms:modified xsi:type="dcterms:W3CDTF">2026-08-24T10:19:34.2340000Z</dcterms:modified>
</coreProperties>
</file>