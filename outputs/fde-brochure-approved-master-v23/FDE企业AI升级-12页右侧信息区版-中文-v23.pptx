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6b620156314240" /><Relationship Type="http://schemas.openxmlformats.org/officeDocument/2006/relationships/extended-properties" Target="/docProps/app.xml" Id="Rc895cbcd393c4ee8" /><Relationship Type="http://schemas.openxmlformats.org/officeDocument/2006/relationships/officeDocument" Target="/ppt/presentation.xml" Id="R2f58d8e9e3594c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8ddef87473495d"/>
  </p:sldMasterIdLst>
  <p:notesMasterIdLst>
    <p:notesMasterId xmlns:r="http://schemas.openxmlformats.org/officeDocument/2006/relationships" r:id="R92f4aa14fb3a4fc2"/>
  </p:notesMasterIdLst>
  <p:sldIdLst>
    <p:sldId xmlns:r="http://schemas.openxmlformats.org/officeDocument/2006/relationships" id="256" r:id="R598596473e3b4058"/>
    <p:sldId xmlns:r="http://schemas.openxmlformats.org/officeDocument/2006/relationships" id="257" r:id="R3c63febdf8c04f87"/>
    <p:sldId xmlns:r="http://schemas.openxmlformats.org/officeDocument/2006/relationships" id="258" r:id="R757e24f5b6ec466f"/>
    <p:sldId xmlns:r="http://schemas.openxmlformats.org/officeDocument/2006/relationships" id="259" r:id="R85061a4e404b4198"/>
    <p:sldId xmlns:r="http://schemas.openxmlformats.org/officeDocument/2006/relationships" id="260" r:id="R30b8394993564929"/>
    <p:sldId xmlns:r="http://schemas.openxmlformats.org/officeDocument/2006/relationships" id="261" r:id="Rbb405ee9412e4973"/>
    <p:sldId xmlns:r="http://schemas.openxmlformats.org/officeDocument/2006/relationships" id="262" r:id="Ra3aec516f092491e"/>
    <p:sldId xmlns:r="http://schemas.openxmlformats.org/officeDocument/2006/relationships" id="263" r:id="R84df0639bce04445"/>
    <p:sldId xmlns:r="http://schemas.openxmlformats.org/officeDocument/2006/relationships" id="264" r:id="R6607ffdb8498478e"/>
    <p:sldId xmlns:r="http://schemas.openxmlformats.org/officeDocument/2006/relationships" id="265" r:id="R5e4d2a0043954c97"/>
    <p:sldId xmlns:r="http://schemas.openxmlformats.org/officeDocument/2006/relationships" id="266" r:id="R8fa93e8b41e94841"/>
    <p:sldId xmlns:r="http://schemas.openxmlformats.org/officeDocument/2006/relationships" id="267" r:id="Re1e6338baf5b4f9a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571c775ef34715" /><Relationship Type="http://schemas.openxmlformats.org/officeDocument/2006/relationships/slideMaster" Target="/ppt/slideMasters/slideMaster1.xml" Id="R8a8ddef87473495d" /><Relationship Type="http://schemas.openxmlformats.org/officeDocument/2006/relationships/notesMaster" Target="/ppt/notesMasters/notesMaster1.xml" Id="R92f4aa14fb3a4fc2" /><Relationship Type="http://schemas.openxmlformats.org/officeDocument/2006/relationships/presProps" Target="/ppt/presProps.xml" Id="R66d03e296b2f41ef" /><Relationship Type="http://schemas.openxmlformats.org/officeDocument/2006/relationships/tableStyles" Target="/ppt/tableStyles.xml" Id="Red04bc3b7a944458" /><Relationship Type="http://schemas.openxmlformats.org/officeDocument/2006/relationships/slide" Target="/ppt/slides/slide1.xml" Id="R598596473e3b4058" /><Relationship Type="http://schemas.openxmlformats.org/officeDocument/2006/relationships/slide" Target="/ppt/slides/slide2.xml" Id="R3c63febdf8c04f87" /><Relationship Type="http://schemas.openxmlformats.org/officeDocument/2006/relationships/slide" Target="/ppt/slides/slide3.xml" Id="R757e24f5b6ec466f" /><Relationship Type="http://schemas.openxmlformats.org/officeDocument/2006/relationships/slide" Target="/ppt/slides/slide4.xml" Id="R85061a4e404b4198" /><Relationship Type="http://schemas.openxmlformats.org/officeDocument/2006/relationships/slide" Target="/ppt/slides/slide5.xml" Id="R30b8394993564929" /><Relationship Type="http://schemas.openxmlformats.org/officeDocument/2006/relationships/slide" Target="/ppt/slides/slide6.xml" Id="Rbb405ee9412e4973" /><Relationship Type="http://schemas.openxmlformats.org/officeDocument/2006/relationships/slide" Target="/ppt/slides/slide7.xml" Id="Ra3aec516f092491e" /><Relationship Type="http://schemas.openxmlformats.org/officeDocument/2006/relationships/slide" Target="/ppt/slides/slide8.xml" Id="R84df0639bce04445" /><Relationship Type="http://schemas.openxmlformats.org/officeDocument/2006/relationships/slide" Target="/ppt/slides/slide9.xml" Id="R6607ffdb8498478e" /><Relationship Type="http://schemas.openxmlformats.org/officeDocument/2006/relationships/slide" Target="/ppt/slides/slide10.xml" Id="R5e4d2a0043954c97" /><Relationship Type="http://schemas.openxmlformats.org/officeDocument/2006/relationships/slide" Target="/ppt/slides/slide11.xml" Id="R8fa93e8b41e94841" /><Relationship Type="http://schemas.openxmlformats.org/officeDocument/2006/relationships/slide" Target="/ppt/slides/slide12.xml" Id="Re1e6338baf5b4f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6277b3ebe349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af19321c124eae" /><Relationship Type="http://schemas.openxmlformats.org/officeDocument/2006/relationships/notesMaster" Target="/ppt/notesMasters/notesMaster1.xml" Id="R4cc7903e324444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5448040baa4465" /><Relationship Type="http://schemas.openxmlformats.org/officeDocument/2006/relationships/notesMaster" Target="/ppt/notesMasters/notesMaster1.xml" Id="R863876bc8a424e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a2c0ee35ea4b61" /><Relationship Type="http://schemas.openxmlformats.org/officeDocument/2006/relationships/notesMaster" Target="/ppt/notesMasters/notesMaster1.xml" Id="R57dda99dc16e4d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8b9eb1068b4415" /><Relationship Type="http://schemas.openxmlformats.org/officeDocument/2006/relationships/notesMaster" Target="/ppt/notesMasters/notesMaster1.xml" Id="Rf188b37cca8948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6370d30e0d4559" /><Relationship Type="http://schemas.openxmlformats.org/officeDocument/2006/relationships/notesMaster" Target="/ppt/notesMasters/notesMaster1.xml" Id="R00013a840f294f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b9f573cd834005" /><Relationship Type="http://schemas.openxmlformats.org/officeDocument/2006/relationships/notesMaster" Target="/ppt/notesMasters/notesMaster1.xml" Id="Rd223ae2ed6764f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4c02f4e4c34043" /><Relationship Type="http://schemas.openxmlformats.org/officeDocument/2006/relationships/notesMaster" Target="/ppt/notesMasters/notesMaster1.xml" Id="R5839e6a3b6a546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b0f7e73e824b69" /><Relationship Type="http://schemas.openxmlformats.org/officeDocument/2006/relationships/notesMaster" Target="/ppt/notesMasters/notesMaster1.xml" Id="R6c390b704f6d4d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a0e8b5c0624463" /><Relationship Type="http://schemas.openxmlformats.org/officeDocument/2006/relationships/notesMaster" Target="/ppt/notesMasters/notesMaster1.xml" Id="R1d291e54566948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185fc904494493" /><Relationship Type="http://schemas.openxmlformats.org/officeDocument/2006/relationships/notesMaster" Target="/ppt/notesMasters/notesMaster1.xml" Id="R544edfcbebc644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24e85ab06640cd" /><Relationship Type="http://schemas.openxmlformats.org/officeDocument/2006/relationships/notesMaster" Target="/ppt/notesMasters/notesMaster1.xml" Id="R9544268d0a5949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9569cc15294162" /><Relationship Type="http://schemas.openxmlformats.org/officeDocument/2006/relationships/notesMaster" Target="/ppt/notesMasters/notesMaster1.xml" Id="R372565a69d2148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36a95a1074c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cbee9253a3423c" /><Relationship Type="http://schemas.openxmlformats.org/officeDocument/2006/relationships/slideLayout" Target="/ppt/slideLayouts/slideLayout1.xml" Id="R73194896aeb142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194896aeb142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f4b371feb4fa9" /><Relationship Type="http://schemas.openxmlformats.org/officeDocument/2006/relationships/image" Target="/ppt/media/image.png" Id="Rcfb1007d39dd4bd3" /><Relationship Type="http://schemas.openxmlformats.org/officeDocument/2006/relationships/image" Target="/ppt/media/image2.png" Id="R532b703d728a49fe" /><Relationship Type="http://schemas.openxmlformats.org/officeDocument/2006/relationships/notesSlide" Target="/ppt/notesSlides/notesSlide1.xml" Id="R5e250d66e41a41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96193d364415d" /><Relationship Type="http://schemas.openxmlformats.org/officeDocument/2006/relationships/image" Target="/ppt/media/image3.png" Id="R16e7bd28304f4a40" /><Relationship Type="http://schemas.openxmlformats.org/officeDocument/2006/relationships/notesSlide" Target="/ppt/notesSlides/notesSlide2.xml" Id="R73408e438d3246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b5aa37bc14cf4" /><Relationship Type="http://schemas.openxmlformats.org/officeDocument/2006/relationships/image" Target="/ppt/media/image4.png" Id="R60f0ed5ac2334eb1" /><Relationship Type="http://schemas.openxmlformats.org/officeDocument/2006/relationships/notesSlide" Target="/ppt/notesSlides/notesSlide3.xml" Id="Rff9266e3cda141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01119712044d3" /><Relationship Type="http://schemas.openxmlformats.org/officeDocument/2006/relationships/image" Target="/ppt/media/image5.png" Id="R52ded1b161bc47b2" /><Relationship Type="http://schemas.openxmlformats.org/officeDocument/2006/relationships/notesSlide" Target="/ppt/notesSlides/notesSlide4.xml" Id="R0c9f9ed6c8db4f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d311357204c3a" /><Relationship Type="http://schemas.openxmlformats.org/officeDocument/2006/relationships/image" Target="/ppt/media/image6.png" Id="R481a077e5269407a" /><Relationship Type="http://schemas.openxmlformats.org/officeDocument/2006/relationships/notesSlide" Target="/ppt/notesSlides/notesSlide5.xml" Id="R04ba334e51cd40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07cbb16404e06" /><Relationship Type="http://schemas.openxmlformats.org/officeDocument/2006/relationships/image" Target="/ppt/media/image7.png" Id="Rba8ee13761de4b6e" /><Relationship Type="http://schemas.openxmlformats.org/officeDocument/2006/relationships/notesSlide" Target="/ppt/notesSlides/notesSlide6.xml" Id="R9ace2ed55bba44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8c5ee991e4b55" /><Relationship Type="http://schemas.openxmlformats.org/officeDocument/2006/relationships/image" Target="/ppt/media/image8.png" Id="R4c7c5b95d6bc4789" /><Relationship Type="http://schemas.openxmlformats.org/officeDocument/2006/relationships/notesSlide" Target="/ppt/notesSlides/notesSlide7.xml" Id="R652633f731c546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d8857072143ff" /><Relationship Type="http://schemas.openxmlformats.org/officeDocument/2006/relationships/image" Target="/ppt/media/image9.png" Id="R828d0b0116d841fe" /><Relationship Type="http://schemas.openxmlformats.org/officeDocument/2006/relationships/notesSlide" Target="/ppt/notesSlides/notesSlide8.xml" Id="R5eae8175d8b14f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04ec1d92e4e99" /><Relationship Type="http://schemas.openxmlformats.org/officeDocument/2006/relationships/image" Target="/ppt/media/image10.png" Id="R3e8ee7c322d142db" /><Relationship Type="http://schemas.openxmlformats.org/officeDocument/2006/relationships/notesSlide" Target="/ppt/notesSlides/notesSlide9.xml" Id="Rc094fe96d2c745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7eb460f164628" /><Relationship Type="http://schemas.openxmlformats.org/officeDocument/2006/relationships/image" Target="/ppt/media/image11.png" Id="R7bd4ba8800d34c7d" /><Relationship Type="http://schemas.openxmlformats.org/officeDocument/2006/relationships/notesSlide" Target="/ppt/notesSlides/notesSlide10.xml" Id="Rf359840ca80143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85ed1ec6b45c9" /><Relationship Type="http://schemas.openxmlformats.org/officeDocument/2006/relationships/image" Target="/ppt/media/image12.png" Id="R40b91e46bda74d4f" /><Relationship Type="http://schemas.openxmlformats.org/officeDocument/2006/relationships/notesSlide" Target="/ppt/notesSlides/notesSlide11.xml" Id="Rf7afa84c78934e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7d4f574c84791" /><Relationship Type="http://schemas.openxmlformats.org/officeDocument/2006/relationships/image" Target="/ppt/media/image13.png" Id="R4a02174362d14d82" /><Relationship Type="http://schemas.openxmlformats.org/officeDocument/2006/relationships/notesSlide" Target="/ppt/notesSlides/notesSlide12.xml" Id="R20743f84f78748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fb1007d39dd4bd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b703d728a49fe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7bd28304f4a40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0ed5ac2334eb1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ed1b161bc47b2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a077e5269407a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ee13761de4b6e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c5b95d6bc4789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d0b0116d841fe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ee7c322d142db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4ba8800d34c7d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91e46bda74d4f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2174362d14d82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2026-08-24T10:19:32.2120000Z</dcterms:created>
  <dcterms:modified xsi:type="dcterms:W3CDTF">2026-08-24T10:19:32.2120000Z</dcterms:modified>
</coreProperties>
</file>