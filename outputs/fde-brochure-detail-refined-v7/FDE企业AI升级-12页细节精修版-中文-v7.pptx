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ac687b862640fb" /><Relationship Type="http://schemas.openxmlformats.org/officeDocument/2006/relationships/extended-properties" Target="/docProps/app.xml" Id="Ra0964439e1ec46df" /><Relationship Type="http://schemas.openxmlformats.org/officeDocument/2006/relationships/officeDocument" Target="/ppt/presentation.xml" Id="R2210af41324b40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6abe4fd48d44c6"/>
  </p:sldMasterIdLst>
  <p:notesMasterIdLst>
    <p:notesMasterId xmlns:r="http://schemas.openxmlformats.org/officeDocument/2006/relationships" r:id="R14bf66719c8b4e19"/>
  </p:notesMasterIdLst>
  <p:sldIdLst>
    <p:sldId xmlns:r="http://schemas.openxmlformats.org/officeDocument/2006/relationships" id="256" r:id="Red691b6085c0486f"/>
    <p:sldId xmlns:r="http://schemas.openxmlformats.org/officeDocument/2006/relationships" id="257" r:id="R2b88e857760c47b9"/>
    <p:sldId xmlns:r="http://schemas.openxmlformats.org/officeDocument/2006/relationships" id="258" r:id="R5a534f3f52cd465e"/>
    <p:sldId xmlns:r="http://schemas.openxmlformats.org/officeDocument/2006/relationships" id="259" r:id="R688df3dead764a30"/>
    <p:sldId xmlns:r="http://schemas.openxmlformats.org/officeDocument/2006/relationships" id="260" r:id="R03a6d4369b644b7b"/>
    <p:sldId xmlns:r="http://schemas.openxmlformats.org/officeDocument/2006/relationships" id="261" r:id="R9356d8cdded54fc0"/>
    <p:sldId xmlns:r="http://schemas.openxmlformats.org/officeDocument/2006/relationships" id="262" r:id="Rc634d5e39b8b4b5f"/>
    <p:sldId xmlns:r="http://schemas.openxmlformats.org/officeDocument/2006/relationships" id="263" r:id="R2b2dfdbe5d624ae7"/>
    <p:sldId xmlns:r="http://schemas.openxmlformats.org/officeDocument/2006/relationships" id="264" r:id="Rd961673faa894aa0"/>
    <p:sldId xmlns:r="http://schemas.openxmlformats.org/officeDocument/2006/relationships" id="265" r:id="R137b44184529429f"/>
    <p:sldId xmlns:r="http://schemas.openxmlformats.org/officeDocument/2006/relationships" id="266" r:id="R7b92837373fc4ad6"/>
    <p:sldId xmlns:r="http://schemas.openxmlformats.org/officeDocument/2006/relationships" id="267" r:id="Rd0458a7665654902"/>
  </p:sldIdLst>
  <p:sldSz cx="5829300" cy="7543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9f23bfea2a4eb3" /><Relationship Type="http://schemas.openxmlformats.org/officeDocument/2006/relationships/slideMaster" Target="/ppt/slideMasters/slideMaster1.xml" Id="R606abe4fd48d44c6" /><Relationship Type="http://schemas.openxmlformats.org/officeDocument/2006/relationships/notesMaster" Target="/ppt/notesMasters/notesMaster1.xml" Id="R14bf66719c8b4e19" /><Relationship Type="http://schemas.openxmlformats.org/officeDocument/2006/relationships/presProps" Target="/ppt/presProps.xml" Id="Rb5415d2cfbef4b2f" /><Relationship Type="http://schemas.openxmlformats.org/officeDocument/2006/relationships/tableStyles" Target="/ppt/tableStyles.xml" Id="R14ebb5b7b4b64f60" /><Relationship Type="http://schemas.openxmlformats.org/officeDocument/2006/relationships/slide" Target="/ppt/slides/slide1.xml" Id="Red691b6085c0486f" /><Relationship Type="http://schemas.openxmlformats.org/officeDocument/2006/relationships/slide" Target="/ppt/slides/slide2.xml" Id="R2b88e857760c47b9" /><Relationship Type="http://schemas.openxmlformats.org/officeDocument/2006/relationships/slide" Target="/ppt/slides/slide3.xml" Id="R5a534f3f52cd465e" /><Relationship Type="http://schemas.openxmlformats.org/officeDocument/2006/relationships/slide" Target="/ppt/slides/slide4.xml" Id="R688df3dead764a30" /><Relationship Type="http://schemas.openxmlformats.org/officeDocument/2006/relationships/slide" Target="/ppt/slides/slide5.xml" Id="R03a6d4369b644b7b" /><Relationship Type="http://schemas.openxmlformats.org/officeDocument/2006/relationships/slide" Target="/ppt/slides/slide6.xml" Id="R9356d8cdded54fc0" /><Relationship Type="http://schemas.openxmlformats.org/officeDocument/2006/relationships/slide" Target="/ppt/slides/slide7.xml" Id="Rc634d5e39b8b4b5f" /><Relationship Type="http://schemas.openxmlformats.org/officeDocument/2006/relationships/slide" Target="/ppt/slides/slide8.xml" Id="R2b2dfdbe5d624ae7" /><Relationship Type="http://schemas.openxmlformats.org/officeDocument/2006/relationships/slide" Target="/ppt/slides/slide9.xml" Id="Rd961673faa894aa0" /><Relationship Type="http://schemas.openxmlformats.org/officeDocument/2006/relationships/slide" Target="/ppt/slides/slide10.xml" Id="R137b44184529429f" /><Relationship Type="http://schemas.openxmlformats.org/officeDocument/2006/relationships/slide" Target="/ppt/slides/slide11.xml" Id="R7b92837373fc4ad6" /><Relationship Type="http://schemas.openxmlformats.org/officeDocument/2006/relationships/slide" Target="/ppt/slides/slide12.xml" Id="Rd0458a76656549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f8e477ddca45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779375dee0464f" /><Relationship Type="http://schemas.openxmlformats.org/officeDocument/2006/relationships/notesMaster" Target="/ppt/notesMasters/notesMaster1.xml" Id="R7583087ffcb145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808eacf6314f4c" /><Relationship Type="http://schemas.openxmlformats.org/officeDocument/2006/relationships/notesMaster" Target="/ppt/notesMasters/notesMaster1.xml" Id="Ra989bfc621ec42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5f42ff04974d01" /><Relationship Type="http://schemas.openxmlformats.org/officeDocument/2006/relationships/notesMaster" Target="/ppt/notesMasters/notesMaster1.xml" Id="Rbd7634bfc92043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55fe0a5ac64f0c" /><Relationship Type="http://schemas.openxmlformats.org/officeDocument/2006/relationships/notesMaster" Target="/ppt/notesMasters/notesMaster1.xml" Id="R5937d776046243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a7b4c79c9146c6" /><Relationship Type="http://schemas.openxmlformats.org/officeDocument/2006/relationships/notesMaster" Target="/ppt/notesMasters/notesMaster1.xml" Id="R44e1d671ccf743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ad45aff96643c9" /><Relationship Type="http://schemas.openxmlformats.org/officeDocument/2006/relationships/notesMaster" Target="/ppt/notesMasters/notesMaster1.xml" Id="R5113fb429e4349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44673a694b4dc4" /><Relationship Type="http://schemas.openxmlformats.org/officeDocument/2006/relationships/notesMaster" Target="/ppt/notesMasters/notesMaster1.xml" Id="Rf1adb9a545be4f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18ab85391b4d33" /><Relationship Type="http://schemas.openxmlformats.org/officeDocument/2006/relationships/notesMaster" Target="/ppt/notesMasters/notesMaster1.xml" Id="R1bddb49bab6b47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90adf66cbd4de6" /><Relationship Type="http://schemas.openxmlformats.org/officeDocument/2006/relationships/notesMaster" Target="/ppt/notesMasters/notesMaster1.xml" Id="Re71f41b6c94144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520adfd50d4bf3" /><Relationship Type="http://schemas.openxmlformats.org/officeDocument/2006/relationships/notesMaster" Target="/ppt/notesMasters/notesMaster1.xml" Id="R7a76317934184e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eb8d38b7fe4ae7" /><Relationship Type="http://schemas.openxmlformats.org/officeDocument/2006/relationships/notesMaster" Target="/ppt/notesMasters/notesMaster1.xml" Id="Ref6af365eb8946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4c6bd50ded4dca" /><Relationship Type="http://schemas.openxmlformats.org/officeDocument/2006/relationships/notesMaster" Target="/ppt/notesMasters/notesMaster1.xml" Id="Rf6a6caa2083c4c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4f13d27e14d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def11dd1f44bc9" /><Relationship Type="http://schemas.openxmlformats.org/officeDocument/2006/relationships/slideLayout" Target="/ppt/slideLayouts/slideLayout1.xml" Id="Re0942d3381e145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942d3381e145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2eb6bb3bb41bc" /><Relationship Type="http://schemas.openxmlformats.org/officeDocument/2006/relationships/image" Target="/ppt/media/image.png" Id="Refa52991a62e4d2b" /><Relationship Type="http://schemas.openxmlformats.org/officeDocument/2006/relationships/notesSlide" Target="/ppt/notesSlides/notesSlide1.xml" Id="R24670fac5fe742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98c53da2d44d2" /><Relationship Type="http://schemas.openxmlformats.org/officeDocument/2006/relationships/notesSlide" Target="/ppt/notesSlides/notesSlide2.xml" Id="Rb8d76e73345d44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4873d0d514d56" /><Relationship Type="http://schemas.openxmlformats.org/officeDocument/2006/relationships/notesSlide" Target="/ppt/notesSlides/notesSlide3.xml" Id="R1602c02d187e4b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6cf3e2b91493f" /><Relationship Type="http://schemas.openxmlformats.org/officeDocument/2006/relationships/notesSlide" Target="/ppt/notesSlides/notesSlide4.xml" Id="R02b51dc665e942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49c6a24cc4c55" /><Relationship Type="http://schemas.openxmlformats.org/officeDocument/2006/relationships/notesSlide" Target="/ppt/notesSlides/notesSlide5.xml" Id="R7cf212fd9eb045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28af549ab4576" /><Relationship Type="http://schemas.openxmlformats.org/officeDocument/2006/relationships/notesSlide" Target="/ppt/notesSlides/notesSlide6.xml" Id="Reb2f1b74d36a44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25936e04e4bec" /><Relationship Type="http://schemas.openxmlformats.org/officeDocument/2006/relationships/notesSlide" Target="/ppt/notesSlides/notesSlide7.xml" Id="R6a27a245a94143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2560841744f76" /><Relationship Type="http://schemas.openxmlformats.org/officeDocument/2006/relationships/notesSlide" Target="/ppt/notesSlides/notesSlide8.xml" Id="R356995db517142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32ced5efc457d" /><Relationship Type="http://schemas.openxmlformats.org/officeDocument/2006/relationships/notesSlide" Target="/ppt/notesSlides/notesSlide9.xml" Id="Ref47e5481bde43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e93d417374c7b" /><Relationship Type="http://schemas.openxmlformats.org/officeDocument/2006/relationships/notesSlide" Target="/ppt/notesSlides/notesSlide10.xml" Id="Rd89b929622c742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f0e797016475c" /><Relationship Type="http://schemas.openxmlformats.org/officeDocument/2006/relationships/notesSlide" Target="/ppt/notesSlides/notesSlide11.xml" Id="Rdace0b8151094c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f446305c64ae1" /><Relationship Type="http://schemas.openxmlformats.org/officeDocument/2006/relationships/notesSlide" Target="/ppt/notesSlides/notesSlide12.xml" Id="R1757a2c86a7b41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53DC3-351E-489D-88CB-EDAFFF51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53CAB-4C42-4B6F-801F-4A56BE7B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0292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050505"/>
                </a:solidFill>
              </a:defRPr>
            </a:pPr>
            <a:r>
              <a:rPr sz="3525" b="0">
                <a:solidFill>
                  <a:srgbClr val="050505"/>
                </a:solidFill>
              </a:rPr>
              <a:t>企业想做 AI 升级，</a:t>
            </a:r>
          </a:p>
          <a:p xmlns:a="http://schemas.openxmlformats.org/drawingml/2006/main">
            <a:pPr algn="l">
              <a:defRPr sz="3525" b="0">
                <a:solidFill>
                  <a:srgbClr val="050505"/>
                </a:solidFill>
              </a:defRPr>
            </a:pPr>
            <a:r>
              <a:rPr sz="3525" b="0">
                <a:solidFill>
                  <a:srgbClr val="050505"/>
                </a:solidFill>
              </a:rPr>
              <a:t>第一步从哪里开始？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00070-F1A3-4C4B-A68E-3A0807EB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050505"/>
                </a:solidFill>
              </a:defRPr>
            </a:pPr>
            <a:r>
              <a:rPr sz="930" b="0">
                <a:solidFill>
                  <a:srgbClr val="050505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defRPr sz="930" b="0">
                <a:solidFill>
                  <a:srgbClr val="050505"/>
                </a:solidFill>
              </a:defRPr>
            </a:pPr>
            <a:r>
              <a:rPr sz="930" b="0">
                <a:solidFill>
                  <a:srgbClr val="050505"/>
                </a:solidFill>
              </a:rPr>
              <a:t>再把它做成有人用、看得到结果的系统。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D1D6E-6D20-4AD3-AB70-E4CD2548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1947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业务诊断｜流程改造｜Skill｜定制 SaaS｜数据库｜Agent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52991a62e4d2b"/>
          <a:srcRect xmlns:a="http://schemas.openxmlformats.org/drawingml/2006/main" l="0" t="9801" r="0" b="9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3829050"/>
            <a:ext cx="5029200" cy="26955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6EB72-E9EA-48DE-96A0-91D453C4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4565A"/>
                </a:solidFill>
              </a:defRPr>
            </a:pPr>
            <a:r>
              <a:rPr sz="720" b="0">
                <a:solidFill>
                  <a:srgbClr val="54565A"/>
                </a:solidFill>
              </a:rPr>
              <a:t>展会限定：免费企业 AI 诊断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F40F3-DF4C-4AE0-A2D7-77404F22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627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20" b="1">
                <a:solidFill>
                  <a:srgbClr val="050505"/>
                </a:solidFill>
              </a:defRPr>
            </a:pPr>
            <a:r>
              <a:rPr sz="720" b="1">
                <a:solidFill>
                  <a:srgbClr val="050505"/>
                </a:solidFill>
              </a:rPr>
              <a:t>每天 10 家</a:t>
            </a:r>
          </a:p>
        </p:txBody>
      </p:sp>
    </p:spTree>
    <p:extLst>
      <p:ext uri="{BB962C8B-B14F-4D97-AF65-F5344CB8AC3E}">
        <p14:creationId xmlns:p14="http://schemas.microsoft.com/office/powerpoint/2010/main" val="1124954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37393-5BEA-45B5-A6E2-9A3E1AE1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050505"/>
                </a:solidFill>
              </a:defRPr>
            </a:pPr>
            <a:r>
              <a:rPr sz="4125" b="0">
                <a:solidFill>
                  <a:srgbClr val="050505"/>
                </a:solidFill>
              </a:rPr>
              <a:t>AI 已经可以</a:t>
            </a:r>
          </a:p>
          <a:p xmlns:a="http://schemas.openxmlformats.org/drawingml/2006/main">
            <a:pPr algn="l">
              <a:defRPr sz="4125" b="0">
                <a:solidFill>
                  <a:srgbClr val="050505"/>
                </a:solidFill>
              </a:defRPr>
            </a:pPr>
            <a:r>
              <a:rPr sz="4125" b="0">
                <a:solidFill>
                  <a:srgbClr val="050505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BB686-2591-455A-8C9D-5B0BA180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029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50505"/>
                </a:solidFill>
              </a:defRPr>
            </a:pPr>
            <a:r>
              <a:rPr sz="915" b="0">
                <a:solidFill>
                  <a:srgbClr val="050505"/>
                </a:solidFill>
              </a:rPr>
              <a:t>过去，我们手动完成工作每一步。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050505"/>
                </a:solidFill>
              </a:defRPr>
            </a:pPr>
            <a:r>
              <a:rPr sz="915" b="0">
                <a:solidFill>
                  <a:srgbClr val="050505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30B00-ACA7-4403-B7A1-34E35CAC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公司的工作方式也会跟着变：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E710F-1098-43AF-9A9F-1CC03381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19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FFFB8-AC31-4F9C-9CB7-A561CE19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重复工作交给 Agent；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98376-CC98-4D15-8B4C-73D0F7BB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501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33D31-0C69-4E6F-8010-FD4D3025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81525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人负责目标、判断和审核；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031D1-1C7D-4716-BB99-163790E4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882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C46FF-549D-45BA-898E-5AF3938C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一个负责人可以带多个 Agent；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E67D3-F7E8-4DBB-B5C5-4F0D0674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63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AB5C2-0EEB-4A95-B3C2-49CFD558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F8A78-3600-4865-8E46-F435E7CB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4119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7B513-570E-4764-ABE0-7ECCB951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343400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455CF-16B0-4BBC-83FC-BCFB8810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6786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636E6-9149-44F8-B34B-AD7783E3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610100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70195-28F5-45C8-A421-0671AB40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453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F63B1-AA63-4CCE-88F7-74C84FA4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876800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0DA7B-9182-476B-918B-E49F0D81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2120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E3274-7ABB-4FDA-9D1F-E686A60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143500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029B6-2022-45E2-9309-79BF2406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50292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1CACD-B167-49D7-9252-FCFCDEC5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502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公司的运作效率，会随着AI Native程度拉开差距。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F22D7-978E-4764-9F0C-72AEECF5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0D129-141C-4F44-9922-D474AC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1263202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89326F-0689-4A4E-99A5-ACC74889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50505"/>
                </a:solidFill>
              </a:defRPr>
            </a:pPr>
            <a:r>
              <a:rPr sz="3300" b="0">
                <a:solidFill>
                  <a:srgbClr val="050505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A2F46-BF43-4321-93F8-1DFC0DE8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0F614-CDD8-451F-9368-B081B473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571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50505"/>
                </a:solidFill>
              </a:defRPr>
            </a:pPr>
            <a:r>
              <a:rPr sz="848" b="1">
                <a:solidFill>
                  <a:srgbClr val="050505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A3BED-EDF3-4243-A013-354DF55E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71625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96299-B9C1-4548-9147-579052E9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114550"/>
            <a:ext cx="3648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385C8-A91F-4DBA-B7AA-E97D21C3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50505"/>
                </a:solidFill>
              </a:defRPr>
            </a:pPr>
            <a:r>
              <a:rPr sz="2100" b="0">
                <a:solidFill>
                  <a:srgbClr val="050505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93696-3DBA-4D71-8E25-4F38FE32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812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50505"/>
                </a:solidFill>
              </a:defRPr>
            </a:pPr>
            <a:r>
              <a:rPr sz="848" b="1">
                <a:solidFill>
                  <a:srgbClr val="050505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1ACA1-FD86-47AA-BF25-43898499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A6785-995D-49BC-B326-0DCACDD4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24175"/>
            <a:ext cx="3648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72FE3-C367-464B-94FC-09E4D252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33952-1990-4517-ABF8-FF8514D1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1908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50505"/>
                </a:solidFill>
              </a:defRPr>
            </a:pPr>
            <a:r>
              <a:rPr sz="848" b="1">
                <a:solidFill>
                  <a:srgbClr val="050505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EF2B4-26F4-4780-8F6E-3D75620A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90875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CDB7B-2C6D-476A-9365-D306585C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733800"/>
            <a:ext cx="3648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2F1FD-FEDB-4331-8350-71C6E9BF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已经进入生产的公开案例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93E6A-FD92-4801-82A8-62F57649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Cisco：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8F5D8-AFA2-4ECE-9FAC-2615CF41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481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7B6ED-96FC-404A-9AD8-A5B6D37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2C103-A42A-454D-8E10-EC107EC8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BEDCC-9206-440E-81D8-27E6E5DA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96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90E8C-86BB-446A-99F2-F0CE5072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0773F-2176-4FC5-BB5A-A5E81279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TELUS：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C2D61-5E9D-4105-9E0D-0007DC39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911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8C1BEB-2802-4E1E-90E6-34C7DDEF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DE16B-36EA-4656-B1E1-B25CEFC9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626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Lowe’s：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54E8C-8F9C-4ADF-B5AC-F41FAC0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626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F581C-94B9-4CEA-A2F9-BA574D56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7ED5A8-5A20-42E7-984B-9326E2BA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020014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B1155E-268C-4079-82F3-476F8DC1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想要升级提效，</a:t>
            </a:r>
          </a:p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726DE-9896-4029-BFBD-C757B6B6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12E1F-D05D-4BDA-806F-CAD4603D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78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2D3D2-88CB-4004-8224-56EA2452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EC1A9-3F30-4645-8E0D-70420178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07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E1A9E-CDB6-4B86-AF82-A57A4F15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93EA0-ECFA-4956-AAD3-6D92D053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36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72887-8B4F-4E05-9477-D83CE9E8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A3920-7A69-44B0-A883-7213D32B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65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59370-F468-4FD1-AB33-D31A3630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F4F11-B0A0-4956-B573-2766EFDA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94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FD1DB-BFA9-41DB-884E-5B208718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3FC75-7D5B-462E-A2A5-B6AE799D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23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D5297-15FD-4C85-9D94-D2ADBD0F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A8832-5B44-4087-96DA-982CEBDA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33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8F9FA-06A2-4424-B443-E9F0B806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573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53F4C-5042-4FED-A721-E9C1A392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28850"/>
            <a:ext cx="23812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4EA15-44BB-4673-BF79-86E98453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76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A36C0-63A5-410F-B86D-DC05F7CD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23812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BA50D-49B5-4B68-87C8-CD0B69D9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955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5C635-3680-401C-9244-B75E7BA1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23812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6F579-1FAC-4ED2-A241-6849F00B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146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431AF-1E5C-46DF-B08A-4704F9C7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81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50505"/>
                </a:solidFill>
              </a:defRPr>
            </a:pPr>
            <a:r>
              <a:rPr sz="765" b="1">
                <a:solidFill>
                  <a:srgbClr val="050505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53AF2-02E3-4D1D-B369-2B487D17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A34F4-87CD-47F3-AD3E-383FC6BA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CA206C-C03C-4384-8BBD-DBA26415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D874FB-B25F-44A0-AE50-DE7FE801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118609-6E8B-4A6C-8B04-C04601A0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F3DBA-D150-41AD-A266-163496B5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5297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0AA664-4B73-4276-A655-8E622BFE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4B74E0-3D1E-4308-893B-D94F1291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06633B-15E0-40FA-9F33-8E996672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9C974D-A38A-4DCD-BD43-4B18E856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65A366-A582-441C-B176-60B5D5D2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FC25C1-1C58-451C-B3C8-C2660E64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2452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5BE102-AF91-4DB4-8AA5-086919DD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F9D2D2-36CA-40B8-ADE6-66855F5C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E8EA1D-3170-4F96-9E49-6E960733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1030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F9CD6D-393A-4A6B-91AD-AF28A3BF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10375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818AD9-3CB8-4B32-97FD-3A4A2774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2BB11A-BA2C-4135-AC06-ABCE6CB3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14233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381AB-36E6-4A42-A651-CF170455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FDE 从模糊问题开始，</a:t>
            </a:r>
          </a:p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CB10E-BCD7-46E4-A442-8F5EDF2F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47825"/>
            <a:ext cx="5029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050505"/>
                </a:solidFill>
              </a:defRPr>
            </a:pPr>
            <a:r>
              <a:rPr sz="907" b="0">
                <a:solidFill>
                  <a:srgbClr val="050505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7" b="0">
                <a:solidFill>
                  <a:srgbClr val="050505"/>
                </a:solidFill>
              </a:defRPr>
            </a:pPr>
            <a:r>
              <a:rPr sz="907" b="0">
                <a:solidFill>
                  <a:srgbClr val="050505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E52AA-31B4-4C02-93FB-07FB19BC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02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14202-654D-4F9A-93FC-0ED60F67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48000"/>
            <a:ext cx="4743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050505"/>
                </a:solidFill>
              </a:defRPr>
            </a:pPr>
            <a:r>
              <a:rPr sz="870" b="1">
                <a:solidFill>
                  <a:srgbClr val="050505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7272A-65DC-44EE-9849-F4F9492A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38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E9A55-D609-4CB6-A9C1-750B330F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06859-DC1F-4844-BB88-F438B775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4895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59C7B-701A-4A29-8D93-46ACB3C7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29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FBE35-E19C-4E47-88B3-7750FF9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7A8FC-5314-4EB1-8FDC-21C406AB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4895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C8150-8C5D-4466-93FC-48B2ECC7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20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3363D-1CB1-4AD6-BD80-DB2ABF0E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43475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03AE5-9ADB-401D-AAD5-B8C65287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4895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90397-7160-42BA-BCAC-3DD84D14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11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589A8-576E-4BC2-AD15-6A6E9394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88999-0863-44C8-A173-23D628F4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4895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8D5B7-617B-48CD-9FD8-BC6E528A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03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20454-B887-4926-9223-4E256606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D1235-269E-4CF7-AE56-741C2F47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15674-BED0-41C4-AEE5-41E58D8A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015694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5B0129-BA7C-4DA5-AD24-0EE6B88A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从一个小工具，</a:t>
            </a:r>
          </a:p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3C94F-25BE-4D5A-AC58-1DF724DC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CCC38-D4A9-4B5C-B0CA-D7E9783E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D4C42-7D3A-47C2-977F-08623E2A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212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C0F5C-5962-44DD-9B65-ED21B591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526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165F3-AF90-4903-A525-3E8B3CC8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402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5FFD9-B738-4AA0-83E6-5481168E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文档、表格和图片处理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44B73-C8AA-41F5-97E2-2CAFBE3C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593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AF325-BB86-4EF6-91D0-BE474C10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9077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报价、录单、对账、报告自动化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55615-55F2-415B-A12C-02F0E2D3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784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D05A7-8E06-4AC2-AF0E-6BC16CC7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098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D6243-61F3-4EF7-B309-A1837752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4565A"/>
                </a:solidFill>
              </a:defRPr>
            </a:pPr>
            <a:r>
              <a:rPr sz="690" b="0">
                <a:solidFill>
                  <a:srgbClr val="54565A"/>
                </a:solidFill>
              </a:rPr>
              <a:t>适合：问题明确，希望尽快看到效果。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7E642-4F1E-4FA8-90B1-249022A4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07A46-BAF4-4A04-BA31-3BCB0000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一条业务流程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7D3AD-FFB7-49E4-8F1D-DA127AB0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785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971A6-C1CF-4CC0-B0EC-855438BD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099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访谈和流程整理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D8371-207D-462F-AC24-A1B84F3F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975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775ED-2C6A-4C3E-9DF7-23CA5223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2900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多角色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B3E40-7EB5-420E-86DD-EC90ABC4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166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C8E04-D7AA-4B4B-A420-2225A3BC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4807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ERP、CRM、飞书、钉钉、企微等系统连接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69B87-48CC-41BD-9085-F5E56D14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357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FF40A-6B50-436C-A8CB-DF6C965C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671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异常处理和人工确认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A36D11-EE6B-4022-8399-C4D11C29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548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94B4C-5729-4294-97D4-B1FEBA99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进度、结果和操作记录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C983C-3C7F-44FC-82D5-CCE82553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99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4565A"/>
                </a:solidFill>
              </a:defRPr>
            </a:pPr>
            <a:r>
              <a:rPr sz="690" b="0">
                <a:solidFill>
                  <a:srgbClr val="54565A"/>
                </a:solidFill>
              </a:rPr>
              <a:t>适合：工作跨多人、跨系统，靠人工反复传递。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4E20A-50B0-4C6D-ACBF-93D1BCA1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C1F0CC-1377-4122-9CDA-A940C90D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672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一套数据基础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CF742E-6AD8-4C0C-9772-B1A3BA61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358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07F739-ADC4-431A-BD2E-65063AA4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672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业务数据库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E6AABF-CC83-49A6-9ADF-F0251455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548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282A70-1F68-4921-A1B8-96B762D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8630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企业知识库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A274F8-0465-4019-B628-9B3F2B3E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739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AD5336-D7D2-4125-9623-0D5A6F24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0537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AFCD63-D482-4076-9128-F3B1FF33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930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DE2041-79AB-4DF6-AFA3-7FEF2213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244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权限和使用范围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E35D13-E425-404F-830D-0B27DD1B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121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C83BA6-D9BB-4C20-8497-F9B86A3B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435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为 Agent 提供可信的数据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52814F-1FA5-4D67-A656-D891E99A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672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4565A"/>
                </a:solidFill>
              </a:defRPr>
            </a:pPr>
            <a:r>
              <a:rPr sz="690" b="0">
                <a:solidFill>
                  <a:srgbClr val="54565A"/>
                </a:solidFill>
              </a:rPr>
              <a:t>适合：资料很多，但找不到、用不准、无法共享。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1AC924-DCA6-4FB9-BE67-3682F2CC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3402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C3CF3F-AE6A-4774-A240-0D33844D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一次公司级升级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C1005A-767A-4407-AE63-075790D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931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3BBBCF-8C81-4A37-9E98-FCF75366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7245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找出各部门适合 AI 的工作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CC674E-C4C4-41B0-9067-37C6A447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0121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0AF498-0CF6-4D97-BEF6-1CA68D21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4360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重新设计人和 Agent 的分工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0F768A-DF10-426D-9186-6CFA1291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2312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39C4B8-0FB1-4B9A-9F91-D8A7B9FC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6267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建立权限、审批和责任记录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4DF149-F333-4C08-8A04-40AED582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4503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5A104F-04CE-483D-9428-13828542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3817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制定试点顺序和后续计划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74A63C-6402-4FBF-9BEE-0F45BF1B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6694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1FBE2F-1B29-437C-9AF4-51ECB85A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6008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培训企业自己的 Agent Boss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B77187-3C23-4E4D-BD89-CE7EB395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245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4565A"/>
                </a:solidFill>
              </a:defRPr>
            </a:pPr>
            <a:r>
              <a:rPr sz="690" b="0">
                <a:solidFill>
                  <a:srgbClr val="54565A"/>
                </a:solidFill>
              </a:rPr>
              <a:t>适合：老板希望系统推进，不想让各部门各自尝试。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CDD2CE-4B3A-4593-9FC2-DA82FF2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E1AEBC-DB85-425E-B76B-B8183FDE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78711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4A7F7-191D-44C2-ACE5-8330EC17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先做一次诊断，</a:t>
            </a:r>
          </a:p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DA309-0275-411F-ADFB-DF34D9E9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53A78-00D8-40ED-A555-C7669F2C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8592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7CB68-DE80-4FE4-877A-0DB8D782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00325"/>
            <a:ext cx="46005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F47C0-12B6-4012-92D0-0B395995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44741-BB46-4102-8917-ABAA4A48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47950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3CBBC-5B55-4177-B752-E1759B44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62350"/>
            <a:ext cx="46005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609B4-520D-40E2-9170-E0D7BB52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FBD5C-6BB7-4132-ADEC-C827366D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997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92C78-871D-438D-8F7D-3E5E4099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24375"/>
            <a:ext cx="46005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1ABA9-EBE5-4FD0-AB9D-AD0D8A55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ECBB8-08AC-4D77-9846-86516316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72000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71FF1-1EE6-42E5-B455-185A1CB7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86400"/>
            <a:ext cx="46005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E351C-F015-4E5D-8049-4B3FB099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30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11FEC-5376-430B-B9FF-C9D9373F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1CFC4-ED44-49C6-8A0F-D1BB5C2E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F5EBB-EA70-4E8F-93CB-581C7347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764655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93D239-D836-48E6-B6F2-C0A89A89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不交一个演示，</a:t>
            </a:r>
          </a:p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1793B-BAA1-4AE3-8E45-5E1D3A14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02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050505"/>
                </a:solidFill>
              </a:defRPr>
            </a:pPr>
            <a:r>
              <a:rPr sz="878" b="0">
                <a:solidFill>
                  <a:srgbClr val="050505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38955-B46F-428F-8793-6A5B0B6E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64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231D0-2181-4604-94BA-F8CD0EB8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18CAE-D792-46AC-92E5-3936CA3C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0ED50-3FEE-4CB7-821D-F991A4B1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164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C1254-16F9-46BC-890C-3785EB1B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4787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1D2C0-C272-4B0D-86BF-7A565A33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14600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9CAF1-69C5-4F7B-BFB7-E4437810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46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D7304-07B3-4A41-8EBB-9004137D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6A8DA-D7E7-4BD5-B03C-72BCEC9F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4A660-8189-4096-B837-B92FE814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546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82B59-9ECB-4C12-8B3C-1B724B0E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86050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2DE59-F1FD-4D3C-B0C7-513578F3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52775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F076A-BEF0-414C-941A-D422BE90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28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62FB3-203B-4D6B-A8A1-B62F394B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82AC4-6FD7-4E10-B697-4B1D7DA7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F9DA0-3496-40D5-8E2B-1A6795C1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928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52571-A653-4119-BEC9-17E95F51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2422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24284-6BBF-44ED-8885-E1710890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90950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07B07-EF04-4D0C-9617-4A2B8673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09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2359A-D87D-4D90-88BA-A258032F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26BA0-84D1-43A6-ACFF-A2E0C436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D0A9A-C28A-481A-A0E9-7AB125FB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309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6AE4E-5DE7-4E60-8E3D-5F12B3B2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962400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B91FC3-7218-4373-A9AF-5F9751CB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29125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9E429-2B21-4EB8-B099-B5C5312F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24425"/>
            <a:ext cx="5029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32662-0D7E-4E08-BA06-C9A20A81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472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FB8F9-CC09-40FA-A173-3DEF1AA3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30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80905F-6254-4249-916C-BBA1E84C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3AE842-8478-4346-81F3-54AB1D30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930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2289D4-7B4B-49C6-AD08-167DB11D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245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66BAA6-5199-4A46-9314-D816652E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217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B8467F-A05A-437C-A176-3D47C886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B9941D-D3B6-4CDC-AE70-C9E92A01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217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37BDF1-EDA4-47E1-BAD0-B870BE03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953125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41E832-4FD4-47BD-AC4A-8DC2A41C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7203CA-B02F-47F8-9D19-FA45E4B7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1471090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7AD329-FA7D-4BF7-98F0-856679C0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我们不只展示系统，</a:t>
            </a:r>
          </a:p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82DF9-B79F-4871-B9DD-2B574F25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502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10A7B-CF59-48BD-9024-80ECECCA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9725"/>
            <a:ext cx="480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050505"/>
                </a:solidFill>
              </a:defRPr>
            </a:pPr>
            <a:r>
              <a:rPr sz="653" b="1">
                <a:solidFill>
                  <a:srgbClr val="050505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CCA5F-6D62-468E-B54D-5D59F04E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D8450-903D-4B56-97D2-1982519B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4286">
            <a:solidFill>
              <a:srgbClr val="D5D5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60DDC-D588-4C8E-9B17-7A055C91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3A003-E28B-4D7F-BE60-581F0211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4286">
            <a:solidFill>
              <a:srgbClr val="D5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A4538-EACE-4B14-9313-309CE80F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E20B7-5B90-438A-8B98-B45BDD6E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4286">
            <a:solidFill>
              <a:srgbClr val="D5D5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C8D17-E732-4A04-B545-AB72AAB9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9DD69-06B4-4CD4-8E9B-3D1D627A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4286">
            <a:solidFill>
              <a:srgbClr val="D5D5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036AC-0E16-4D6D-BE4D-21C2620B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B25DB-90F4-4F26-8D3B-3436D050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71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50505"/>
                </a:solidFill>
              </a:defRPr>
            </a:pPr>
            <a:r>
              <a:rPr sz="645" b="1">
                <a:solidFill>
                  <a:srgbClr val="050505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7C70F-0D60-4BDA-A86A-84684C9A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14650"/>
            <a:ext cx="3219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050505"/>
                </a:solidFill>
              </a:defRPr>
            </a:pPr>
            <a:r>
              <a:rPr sz="645" b="0">
                <a:solidFill>
                  <a:srgbClr val="050505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9738A-1C7E-4578-9068-9478F74B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54565A"/>
                </a:solidFill>
              </a:defRPr>
            </a:pPr>
            <a:r>
              <a:rPr sz="607" b="0">
                <a:solidFill>
                  <a:srgbClr val="54565A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6FF80-0646-4267-8957-CB5DD489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5254E-0D75-4874-B333-E554BC55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B9E5F-43C6-494A-9FD5-E0CFF08B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70C85-A8F7-4357-B005-5DF580C3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27F3A-89ED-4CA9-B3C5-501E2195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0FB66-8A6E-4AF8-9114-9FA95EDA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338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C8615-0773-43D8-9C9C-3604D1F4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7197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9AB93-3EAD-44A1-9E43-FFB6D328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482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F1A17-76A6-45DC-91E8-D5E4E146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387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762D1-9EDA-4ADE-853E-70D0E902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86375"/>
            <a:ext cx="226695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E18245-BAD4-4EEC-ABB0-FE609489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864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F4953-CDB0-4B1F-A4F4-32D972F2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34013"/>
            <a:ext cx="226695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4FF3F9-55C1-4236-BF2A-11B99E12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3403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7AB8AF-AE41-4B97-8409-4D1E2B86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81650"/>
            <a:ext cx="226695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41076E-A52E-48FA-9E6E-A034F866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81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2EE6A0-09AB-4D49-A247-C27B1094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729288"/>
            <a:ext cx="226695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E47E31-85E4-4F27-855C-1434B072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982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0FD351-A2FA-445C-AC69-FB66E159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9B2CD2-C0BF-4FD6-B027-43C304E1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372225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E0C177-187B-4D18-9C9E-4E2A0CD4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174661-4926-409E-9069-359E6897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369627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9DAC44-9B38-4895-A6C5-CD4DA5E2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系统上线了，</a:t>
            </a:r>
          </a:p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E1B0A-7B7C-4EC7-8878-39E7CC9F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143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B7461-E7F4-4EC6-8C9A-5F80C4B7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06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E8DA2-9B8B-4F30-A17D-62EC4AF0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给 Agent 说清目标和完成标准；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96DF6-D70A-4F12-BA5F-C27EA25E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57400"/>
            <a:ext cx="22860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9F9D8-9BF4-462D-AB1B-BA7732FC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736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B2700-4566-4ACB-98FC-F2580C0E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050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判断哪些工作可以交出去；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B323A-B926-4668-A505-9CAFE09F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0325"/>
            <a:ext cx="22860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503E8-A556-403F-B90D-D8A85FC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165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B6544-F4BA-4F69-986F-05020463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检查 Agent 的过程和结果；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ECF97-2FAC-4488-A013-FE90B3D0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22860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59264-B8E5-40A0-9369-C7CDC1EB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594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99F8A-6D78-48B0-9CE7-A5F67FA8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处理异常、退回修改或暂停任务；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CDC62-474B-422F-B3CE-6EC950B4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86175"/>
            <a:ext cx="22860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800BB-3415-433A-A291-231D759D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023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F6134-A8B6-4524-A58F-6754E648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管好数据、工具和权限；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19AD7-8B80-434E-B816-49166B0A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29100"/>
            <a:ext cx="22860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4ACF3-5DDD-4269-BDC4-E7D9A5AF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453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BEF40-03FD-4BA8-8992-C3219D8D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767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把好用的方法做成团队共同使用的 Skill；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4F467-F9B4-4190-957B-A03A19E6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72025"/>
            <a:ext cx="22860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59268-29DF-42DD-9514-D22D591E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882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8336BC-8811-45F4-9B50-DDFB2D7F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对最后的业务结果负责。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BF24C4-D852-4DB6-A129-2D0B5C99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0505"/>
                </a:solidFill>
              </a:defRPr>
            </a:pPr>
            <a:r>
              <a:rPr sz="1050" b="1">
                <a:solidFill>
                  <a:srgbClr val="050505"/>
                </a:solidFill>
              </a:rPr>
              <a:t>我们把这套培训叫做 Agent Boss。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ADBA44-42B0-42BD-B210-57502262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431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050505"/>
                </a:solidFill>
              </a:defRPr>
            </a:pPr>
            <a:r>
              <a:rPr sz="848" b="0">
                <a:solidFill>
                  <a:srgbClr val="050505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08E93-7A9E-4B74-9114-A0A932B3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502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88521-ACD7-491C-837F-5EEEF4C6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4B064B-8C69-4DF0-8C60-66551A11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817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505"/>
                </a:solidFill>
              </a:defRPr>
            </a:pPr>
            <a:r>
              <a:rPr sz="690" b="1">
                <a:solidFill>
                  <a:srgbClr val="050505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83160-AF88-4D2B-BCF4-42913E05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C73523-37E0-43DE-B36E-19CE8FB4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49236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8B8479-9795-4B9E-9502-F004CA53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50505"/>
                </a:solidFill>
              </a:defRPr>
            </a:pPr>
            <a:r>
              <a:rPr sz="3300" b="0">
                <a:solidFill>
                  <a:srgbClr val="050505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39058-D8E7-4F7F-A972-669A3497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50505"/>
                </a:solidFill>
              </a:defRPr>
            </a:pPr>
            <a:r>
              <a:rPr sz="900" b="0">
                <a:solidFill>
                  <a:srgbClr val="050505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20847-44D7-4F55-9718-D9CA754D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DC559-628B-435E-9AC7-A3B73083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93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B0E4B-3C7F-44A8-A719-3B5318A1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目前最值得先看的 1—3 项工作；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378B0-0132-4566-AA1B-7A0C3CFD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2B97C-BB49-436F-917E-C3CBDA95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46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4D7BC-0065-4309-84B7-85051A89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这些工作适不适合用 AI；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3FD37-5C4D-46DD-9A93-9D43F195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980DE-4FF2-47AD-9A58-EFAE8DA5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00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9C5AA-9A44-4C92-AC21-F44FC151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81425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需要哪些数据、系统和人员参与；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AAB37-91CC-4D3A-BB5A-B2A0C15C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A39F4-EBF4-4062-B5E8-DC07986B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53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E8E4D-528E-4730-ACEE-65DC412A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53FC6-4DFD-4990-B065-185AF5F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083B1-415F-40AB-9E72-394FD167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406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11349-322A-46E2-9672-1DA3D497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72075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是否值得做一个小试点。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87677-5609-40A6-9CFD-3D0804DE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383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我们也可能直接告诉你：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19AB3-10B0-422B-98EF-C82353D7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93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35275-41D3-46B7-B3FE-013891EA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90775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7E75C7-F3E4-4045-97EC-B1204896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38475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3C7CB6-2957-4D2B-AD56-22C8ADDE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546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2B8334-1489-4065-A223-A69541DC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8610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C52C33-7874-434C-B874-3B46D828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33800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336E6A-A577-4EE3-A497-80B411DB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500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2045A4-1186-4128-AD72-49908477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81425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4E4389-964F-4A41-89A0-34D706BB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29125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FE2209-E1EA-4F92-BD7C-1C6765E7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453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0734C8-C56A-4581-A8EC-D6212DB7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43B6DC-FE83-4E89-B1C6-3C0EA335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38775"/>
            <a:ext cx="23622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D05EAD-4FBE-4EA2-A797-0D431F2A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648325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50505"/>
                </a:solidFill>
              </a:defRPr>
            </a:pPr>
            <a:r>
              <a:rPr sz="765" b="1">
                <a:solidFill>
                  <a:srgbClr val="050505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1D3DD-98D2-4BC2-9EF3-4883FF55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043C99-40A8-434A-92FC-31B0DB27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0058465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B8DF40-B478-4047-9998-A6DA19A4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050505"/>
                </a:solidFill>
              </a:defRPr>
            </a:pPr>
            <a:r>
              <a:rPr sz="3675" b="0">
                <a:solidFill>
                  <a:srgbClr val="050505"/>
                </a:solidFill>
              </a:rPr>
              <a:t>你的企业，</a:t>
            </a:r>
          </a:p>
          <a:p xmlns:a="http://schemas.openxmlformats.org/drawingml/2006/main">
            <a:pPr algn="l">
              <a:defRPr sz="3675" b="0">
                <a:solidFill>
                  <a:srgbClr val="050505"/>
                </a:solidFill>
              </a:defRPr>
            </a:pPr>
            <a:r>
              <a:rPr sz="3675" b="0">
                <a:solidFill>
                  <a:srgbClr val="050505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1986F-468D-40C4-8699-5DE756CE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5CFF"/>
                </a:solidFill>
              </a:defRPr>
            </a:pPr>
            <a:r>
              <a:rPr sz="1200" b="1">
                <a:solidFill>
                  <a:srgbClr val="135CFF"/>
                </a:solidFill>
              </a:rPr>
              <a:t>每天限 10 家</a:t>
            </a:r>
          </a:p>
          <a:p xmlns:a="http://schemas.openxmlformats.org/drawingml/2006/main">
            <a:pPr algn="l">
              <a:defRPr sz="1200" b="1">
                <a:solidFill>
                  <a:srgbClr val="135CFF"/>
                </a:solidFill>
              </a:defRPr>
            </a:pPr>
            <a:r>
              <a:rPr sz="1200" b="1">
                <a:solidFill>
                  <a:srgbClr val="135C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99941-1E52-4545-A127-946F0320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52625"/>
            <a:ext cx="13620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0505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050F6-F060-4D6B-BBA9-BF171C3E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5270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4565A"/>
                </a:solidFill>
              </a:defRPr>
            </a:pPr>
            <a:r>
              <a:rPr sz="750" b="0">
                <a:solidFill>
                  <a:srgbClr val="54565A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9DCEA-5775-418D-8A5C-57099A1E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89676-F129-4AA9-BC9E-03CC73D5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2F55A-0304-471D-8602-B94D001A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861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09364-3957-4B14-8253-35DA6F55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27146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BD2F4-C21A-48A0-8A87-C977C47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9F269-D578-4E71-A35F-73599FCD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9097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4C51A-5090-427C-B2A7-3381129C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48175"/>
            <a:ext cx="27146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E684E-1AD9-4F35-876B-615E3B04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E71C5-0C5D-43CA-945F-379B28FB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AE371-6C80-4A94-9A7A-9CA06C78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53000"/>
            <a:ext cx="27146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7DD8E-F345-4978-ACB1-65124571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ED587-7B22-4C83-B72B-A8BDFC39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006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64A6B-4E38-4289-ABA4-F1F7A7E2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57825"/>
            <a:ext cx="27146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8BC65-575F-4838-9A22-507595EA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64448-04FD-4ADF-91E2-F9615A56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054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B5C8C-663D-472C-95F2-22CB7442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09725-7CEF-4F44-97FF-27372F99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1055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50505"/>
                </a:solidFill>
              </a:defRPr>
            </a:pPr>
            <a:r>
              <a:rPr sz="713" b="0">
                <a:solidFill>
                  <a:srgbClr val="050505"/>
                </a:solidFill>
              </a:rPr>
              <a:t>[品牌名]</a:t>
            </a:r>
          </a:p>
          <a:p xmlns:a="http://schemas.openxmlformats.org/drawingml/2006/main">
            <a:pPr algn="r">
              <a:defRPr sz="713" b="0">
                <a:solidFill>
                  <a:srgbClr val="050505"/>
                </a:solidFill>
              </a:defRPr>
            </a:pPr>
            <a:r>
              <a:rPr sz="713" b="0">
                <a:solidFill>
                  <a:srgbClr val="050505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43CAC-A533-4182-9598-4710F5AF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05600"/>
            <a:ext cx="50292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5EACA-00A7-4447-BCD1-0E1585CF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67525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50505"/>
                </a:solidFill>
              </a:defRPr>
            </a:pPr>
            <a:r>
              <a:rPr sz="938" b="1">
                <a:solidFill>
                  <a:srgbClr val="050505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694773-7296-44C2-964E-83158390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5CE78-ABD3-46DC-8102-18CE1749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37166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2026-08-24T06:56:32.9210000Z</dcterms:created>
  <dcterms:modified xsi:type="dcterms:W3CDTF">2026-08-24T06:56:32.9210000Z</dcterms:modified>
</coreProperties>
</file>