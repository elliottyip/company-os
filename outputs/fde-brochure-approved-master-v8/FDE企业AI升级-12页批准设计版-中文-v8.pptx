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b287988c2a4fb0" /><Relationship Type="http://schemas.openxmlformats.org/officeDocument/2006/relationships/extended-properties" Target="/docProps/app.xml" Id="R9b38598a362441b2" /><Relationship Type="http://schemas.openxmlformats.org/officeDocument/2006/relationships/officeDocument" Target="/ppt/presentation.xml" Id="Ref49119132da47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a298e0dc594071"/>
  </p:sldMasterIdLst>
  <p:notesMasterIdLst>
    <p:notesMasterId xmlns:r="http://schemas.openxmlformats.org/officeDocument/2006/relationships" r:id="R338e0dc054ec4ca9"/>
  </p:notesMasterIdLst>
  <p:sldIdLst>
    <p:sldId xmlns:r="http://schemas.openxmlformats.org/officeDocument/2006/relationships" id="256" r:id="Rc5e65a06be244406"/>
    <p:sldId xmlns:r="http://schemas.openxmlformats.org/officeDocument/2006/relationships" id="257" r:id="R4e20c8ff25364077"/>
    <p:sldId xmlns:r="http://schemas.openxmlformats.org/officeDocument/2006/relationships" id="258" r:id="R7fcd07a591304518"/>
    <p:sldId xmlns:r="http://schemas.openxmlformats.org/officeDocument/2006/relationships" id="259" r:id="Reb4b281d4ee44f29"/>
    <p:sldId xmlns:r="http://schemas.openxmlformats.org/officeDocument/2006/relationships" id="260" r:id="Reab338ecc1d243d2"/>
    <p:sldId xmlns:r="http://schemas.openxmlformats.org/officeDocument/2006/relationships" id="261" r:id="Rbe5b9cf4192d4e72"/>
    <p:sldId xmlns:r="http://schemas.openxmlformats.org/officeDocument/2006/relationships" id="262" r:id="R21015032c5b7435e"/>
    <p:sldId xmlns:r="http://schemas.openxmlformats.org/officeDocument/2006/relationships" id="263" r:id="R19180452d37041d1"/>
    <p:sldId xmlns:r="http://schemas.openxmlformats.org/officeDocument/2006/relationships" id="264" r:id="Rb8d0d70c5db9475e"/>
    <p:sldId xmlns:r="http://schemas.openxmlformats.org/officeDocument/2006/relationships" id="265" r:id="Rdd793baa56964382"/>
    <p:sldId xmlns:r="http://schemas.openxmlformats.org/officeDocument/2006/relationships" id="266" r:id="R90a158fcb1344cac"/>
    <p:sldId xmlns:r="http://schemas.openxmlformats.org/officeDocument/2006/relationships" id="267" r:id="R9b0d3dd7100146e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66f46275ee4e10" /><Relationship Type="http://schemas.openxmlformats.org/officeDocument/2006/relationships/slideMaster" Target="/ppt/slideMasters/slideMaster1.xml" Id="R1ea298e0dc594071" /><Relationship Type="http://schemas.openxmlformats.org/officeDocument/2006/relationships/notesMaster" Target="/ppt/notesMasters/notesMaster1.xml" Id="R338e0dc054ec4ca9" /><Relationship Type="http://schemas.openxmlformats.org/officeDocument/2006/relationships/presProps" Target="/ppt/presProps.xml" Id="R09dd3b87e1e348fa" /><Relationship Type="http://schemas.openxmlformats.org/officeDocument/2006/relationships/tableStyles" Target="/ppt/tableStyles.xml" Id="Rf55737b25fc745f3" /><Relationship Type="http://schemas.openxmlformats.org/officeDocument/2006/relationships/slide" Target="/ppt/slides/slide1.xml" Id="Rc5e65a06be244406" /><Relationship Type="http://schemas.openxmlformats.org/officeDocument/2006/relationships/slide" Target="/ppt/slides/slide2.xml" Id="R4e20c8ff25364077" /><Relationship Type="http://schemas.openxmlformats.org/officeDocument/2006/relationships/slide" Target="/ppt/slides/slide3.xml" Id="R7fcd07a591304518" /><Relationship Type="http://schemas.openxmlformats.org/officeDocument/2006/relationships/slide" Target="/ppt/slides/slide4.xml" Id="Reb4b281d4ee44f29" /><Relationship Type="http://schemas.openxmlformats.org/officeDocument/2006/relationships/slide" Target="/ppt/slides/slide5.xml" Id="Reab338ecc1d243d2" /><Relationship Type="http://schemas.openxmlformats.org/officeDocument/2006/relationships/slide" Target="/ppt/slides/slide6.xml" Id="Rbe5b9cf4192d4e72" /><Relationship Type="http://schemas.openxmlformats.org/officeDocument/2006/relationships/slide" Target="/ppt/slides/slide7.xml" Id="R21015032c5b7435e" /><Relationship Type="http://schemas.openxmlformats.org/officeDocument/2006/relationships/slide" Target="/ppt/slides/slide8.xml" Id="R19180452d37041d1" /><Relationship Type="http://schemas.openxmlformats.org/officeDocument/2006/relationships/slide" Target="/ppt/slides/slide9.xml" Id="Rb8d0d70c5db9475e" /><Relationship Type="http://schemas.openxmlformats.org/officeDocument/2006/relationships/slide" Target="/ppt/slides/slide10.xml" Id="Rdd793baa56964382" /><Relationship Type="http://schemas.openxmlformats.org/officeDocument/2006/relationships/slide" Target="/ppt/slides/slide11.xml" Id="R90a158fcb1344cac" /><Relationship Type="http://schemas.openxmlformats.org/officeDocument/2006/relationships/slide" Target="/ppt/slides/slide12.xml" Id="R9b0d3dd71001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f49b4e29a946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a4e4d5ddb441b6" /><Relationship Type="http://schemas.openxmlformats.org/officeDocument/2006/relationships/notesMaster" Target="/ppt/notesMasters/notesMaster1.xml" Id="R9ca95f6bba2943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53285606774696" /><Relationship Type="http://schemas.openxmlformats.org/officeDocument/2006/relationships/notesMaster" Target="/ppt/notesMasters/notesMaster1.xml" Id="Rb21d6f910d314e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70b5845824bf5" /><Relationship Type="http://schemas.openxmlformats.org/officeDocument/2006/relationships/notesMaster" Target="/ppt/notesMasters/notesMaster1.xml" Id="R82e902eb750a44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439b8fcfe54357" /><Relationship Type="http://schemas.openxmlformats.org/officeDocument/2006/relationships/notesMaster" Target="/ppt/notesMasters/notesMaster1.xml" Id="R4175d5b04e1f42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c3662616ab4089" /><Relationship Type="http://schemas.openxmlformats.org/officeDocument/2006/relationships/notesMaster" Target="/ppt/notesMasters/notesMaster1.xml" Id="Reda54e7a2547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94876aba614c94" /><Relationship Type="http://schemas.openxmlformats.org/officeDocument/2006/relationships/notesMaster" Target="/ppt/notesMasters/notesMaster1.xml" Id="Reba1f82d7be848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2cdd2ab11f46a4" /><Relationship Type="http://schemas.openxmlformats.org/officeDocument/2006/relationships/notesMaster" Target="/ppt/notesMasters/notesMaster1.xml" Id="R32e3e610d9964f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df4ee1c92e4781" /><Relationship Type="http://schemas.openxmlformats.org/officeDocument/2006/relationships/notesMaster" Target="/ppt/notesMasters/notesMaster1.xml" Id="R630e78e718e044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ce7ce727d947a1" /><Relationship Type="http://schemas.openxmlformats.org/officeDocument/2006/relationships/notesMaster" Target="/ppt/notesMasters/notesMaster1.xml" Id="R4ae4ca7fedba4f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ace32d025a4ccf" /><Relationship Type="http://schemas.openxmlformats.org/officeDocument/2006/relationships/notesMaster" Target="/ppt/notesMasters/notesMaster1.xml" Id="R4adfb8e44a9743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08d40ae0164a7b" /><Relationship Type="http://schemas.openxmlformats.org/officeDocument/2006/relationships/notesMaster" Target="/ppt/notesMasters/notesMaster1.xml" Id="R8c4340de4cf4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562e02571549a8" /><Relationship Type="http://schemas.openxmlformats.org/officeDocument/2006/relationships/notesMaster" Target="/ppt/notesMasters/notesMaster1.xml" Id="R37f8784306e844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9b88eb47a48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686a7e18684076" /><Relationship Type="http://schemas.openxmlformats.org/officeDocument/2006/relationships/slideLayout" Target="/ppt/slideLayouts/slideLayout1.xml" Id="R3ef87fedf3564b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f87fedf3564b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613fd8b9246e7" /><Relationship Type="http://schemas.openxmlformats.org/officeDocument/2006/relationships/image" Target="/ppt/media/image.png" Id="R009fba010a144be1" /><Relationship Type="http://schemas.openxmlformats.org/officeDocument/2006/relationships/notesSlide" Target="/ppt/notesSlides/notesSlide1.xml" Id="R29415271900c47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be8190cbb42af" /><Relationship Type="http://schemas.openxmlformats.org/officeDocument/2006/relationships/notesSlide" Target="/ppt/notesSlides/notesSlide2.xml" Id="R2e5643c8643048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40e6ca4e649bf" /><Relationship Type="http://schemas.openxmlformats.org/officeDocument/2006/relationships/notesSlide" Target="/ppt/notesSlides/notesSlide3.xml" Id="R78abfaf4678941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5d372feb441a9" /><Relationship Type="http://schemas.openxmlformats.org/officeDocument/2006/relationships/notesSlide" Target="/ppt/notesSlides/notesSlide4.xml" Id="R775ea8e44eb543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db1e259e9434a" /><Relationship Type="http://schemas.openxmlformats.org/officeDocument/2006/relationships/notesSlide" Target="/ppt/notesSlides/notesSlide5.xml" Id="R0eece6f92d104d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09b9011444334" /><Relationship Type="http://schemas.openxmlformats.org/officeDocument/2006/relationships/notesSlide" Target="/ppt/notesSlides/notesSlide6.xml" Id="R843889074d2143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e1a7cbaea44d0" /><Relationship Type="http://schemas.openxmlformats.org/officeDocument/2006/relationships/notesSlide" Target="/ppt/notesSlides/notesSlide7.xml" Id="R60ee3da706274f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f839f319045a3" /><Relationship Type="http://schemas.openxmlformats.org/officeDocument/2006/relationships/notesSlide" Target="/ppt/notesSlides/notesSlide8.xml" Id="R0f40f48b373846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4fab88f1245e3" /><Relationship Type="http://schemas.openxmlformats.org/officeDocument/2006/relationships/notesSlide" Target="/ppt/notesSlides/notesSlide9.xml" Id="R3febac4b25644a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461ca1ce347bd" /><Relationship Type="http://schemas.openxmlformats.org/officeDocument/2006/relationships/notesSlide" Target="/ppt/notesSlides/notesSlide10.xml" Id="R3bedee3514564e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61b26b65e4e42" /><Relationship Type="http://schemas.openxmlformats.org/officeDocument/2006/relationships/notesSlide" Target="/ppt/notesSlides/notesSlide11.xml" Id="R32dc4d5f496b48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5d93e4de6417f" /><Relationship Type="http://schemas.openxmlformats.org/officeDocument/2006/relationships/notesSlide" Target="/ppt/notesSlides/notesSlide12.xml" Id="Rf658bace902040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88B6D-A050-45EA-AB9C-FDF4578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4B44-41A0-459A-B8B8-4D785E8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企业想做 AI 升级，</a:t>
            </a:r>
          </a:p>
          <a:p xmlns:a="http://schemas.openxmlformats.org/drawingml/2006/main">
            <a:pPr algn="l"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A6456-BEBB-4906-8974-927188E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再把它做成有人用、看得到结果的系统。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fba010a144be1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5AB65-134C-4E96-8685-CF5D5A0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70707"/>
                </a:solidFill>
              </a:defRPr>
            </a:pPr>
            <a:r>
              <a:rPr sz="915" b="1">
                <a:solidFill>
                  <a:srgbClr val="070707"/>
                </a:solidFill>
              </a:rPr>
              <a:t>业务诊断｜流程改造｜Skill｜定制 SaaS｜数据库｜Agent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1A71-5A4A-4BF7-8AD6-8B1DA1C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展会限定：免费企业 AI 诊断</a:t>
            </a:r>
          </a:p>
          <a:p xmlns:a="http://schemas.openxmlformats.org/drawingml/2006/main">
            <a:pPr algn="r"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2771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71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62700"/>
            <a:ext cx="2771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8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2771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838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9817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895975"/>
            <a:ext cx="2838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734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648450"/>
            <a:ext cx="2838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486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400925"/>
            <a:ext cx="2838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436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3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389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72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34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5342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76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29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2296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24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9249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53600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2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每天限 10 家</a:t>
            </a:r>
          </a:p>
          <a:p xmlns:a="http://schemas.openxmlformats.org/drawingml/2006/main">
            <a:pPr algn="l"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2026-08-24T07:28:51.7110000Z</dcterms:created>
  <dcterms:modified xsi:type="dcterms:W3CDTF">2026-08-24T07:28:51.7110000Z</dcterms:modified>
</coreProperties>
</file>