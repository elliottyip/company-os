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1e98cf01634d89" /><Relationship Type="http://schemas.openxmlformats.org/officeDocument/2006/relationships/extended-properties" Target="/docProps/app.xml" Id="R4af8002ecf524eac" /><Relationship Type="http://schemas.openxmlformats.org/officeDocument/2006/relationships/officeDocument" Target="/ppt/presentation.xml" Id="Rc9790778500e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384125f294f7b"/>
  </p:sldMasterIdLst>
  <p:notesMasterIdLst>
    <p:notesMasterId xmlns:r="http://schemas.openxmlformats.org/officeDocument/2006/relationships" r:id="Rc24b7f30f50c467f"/>
  </p:notesMasterIdLst>
  <p:sldIdLst>
    <p:sldId xmlns:r="http://schemas.openxmlformats.org/officeDocument/2006/relationships" id="256" r:id="R80e602c47673458c"/>
    <p:sldId xmlns:r="http://schemas.openxmlformats.org/officeDocument/2006/relationships" id="257" r:id="R374b9fe68c7a4ed7"/>
    <p:sldId xmlns:r="http://schemas.openxmlformats.org/officeDocument/2006/relationships" id="258" r:id="R505773466e14454b"/>
    <p:sldId xmlns:r="http://schemas.openxmlformats.org/officeDocument/2006/relationships" id="259" r:id="R41b5d45b38bf42de"/>
    <p:sldId xmlns:r="http://schemas.openxmlformats.org/officeDocument/2006/relationships" id="260" r:id="Ra1f2903916454cfc"/>
    <p:sldId xmlns:r="http://schemas.openxmlformats.org/officeDocument/2006/relationships" id="261" r:id="R3c0d8abf842c4d17"/>
    <p:sldId xmlns:r="http://schemas.openxmlformats.org/officeDocument/2006/relationships" id="262" r:id="Rd5adee4f8dd04f61"/>
    <p:sldId xmlns:r="http://schemas.openxmlformats.org/officeDocument/2006/relationships" id="263" r:id="Rc5246be243f940e8"/>
    <p:sldId xmlns:r="http://schemas.openxmlformats.org/officeDocument/2006/relationships" id="264" r:id="R31cfb896a8274fdc"/>
    <p:sldId xmlns:r="http://schemas.openxmlformats.org/officeDocument/2006/relationships" id="265" r:id="R316f0035c2fe4d42"/>
    <p:sldId xmlns:r="http://schemas.openxmlformats.org/officeDocument/2006/relationships" id="266" r:id="Ra77679139a7d49c2"/>
    <p:sldId xmlns:r="http://schemas.openxmlformats.org/officeDocument/2006/relationships" id="267" r:id="R0c48eda2a67a474a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9fb0bee664b93" /><Relationship Type="http://schemas.openxmlformats.org/officeDocument/2006/relationships/slideMaster" Target="/ppt/slideMasters/slideMaster1.xml" Id="R080384125f294f7b" /><Relationship Type="http://schemas.openxmlformats.org/officeDocument/2006/relationships/notesMaster" Target="/ppt/notesMasters/notesMaster1.xml" Id="Rc24b7f30f50c467f" /><Relationship Type="http://schemas.openxmlformats.org/officeDocument/2006/relationships/presProps" Target="/ppt/presProps.xml" Id="Rc327dd983a9f423c" /><Relationship Type="http://schemas.openxmlformats.org/officeDocument/2006/relationships/tableStyles" Target="/ppt/tableStyles.xml" Id="Ra308c23aaff64754" /><Relationship Type="http://schemas.openxmlformats.org/officeDocument/2006/relationships/slide" Target="/ppt/slides/slide1.xml" Id="R80e602c47673458c" /><Relationship Type="http://schemas.openxmlformats.org/officeDocument/2006/relationships/slide" Target="/ppt/slides/slide2.xml" Id="R374b9fe68c7a4ed7" /><Relationship Type="http://schemas.openxmlformats.org/officeDocument/2006/relationships/slide" Target="/ppt/slides/slide3.xml" Id="R505773466e14454b" /><Relationship Type="http://schemas.openxmlformats.org/officeDocument/2006/relationships/slide" Target="/ppt/slides/slide4.xml" Id="R41b5d45b38bf42de" /><Relationship Type="http://schemas.openxmlformats.org/officeDocument/2006/relationships/slide" Target="/ppt/slides/slide5.xml" Id="Ra1f2903916454cfc" /><Relationship Type="http://schemas.openxmlformats.org/officeDocument/2006/relationships/slide" Target="/ppt/slides/slide6.xml" Id="R3c0d8abf842c4d17" /><Relationship Type="http://schemas.openxmlformats.org/officeDocument/2006/relationships/slide" Target="/ppt/slides/slide7.xml" Id="Rd5adee4f8dd04f61" /><Relationship Type="http://schemas.openxmlformats.org/officeDocument/2006/relationships/slide" Target="/ppt/slides/slide8.xml" Id="Rc5246be243f940e8" /><Relationship Type="http://schemas.openxmlformats.org/officeDocument/2006/relationships/slide" Target="/ppt/slides/slide9.xml" Id="R31cfb896a8274fdc" /><Relationship Type="http://schemas.openxmlformats.org/officeDocument/2006/relationships/slide" Target="/ppt/slides/slide10.xml" Id="R316f0035c2fe4d42" /><Relationship Type="http://schemas.openxmlformats.org/officeDocument/2006/relationships/slide" Target="/ppt/slides/slide11.xml" Id="Ra77679139a7d49c2" /><Relationship Type="http://schemas.openxmlformats.org/officeDocument/2006/relationships/slide" Target="/ppt/slides/slide12.xml" Id="R0c48eda2a67a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4dfb88ef441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563c805c0434e" /><Relationship Type="http://schemas.openxmlformats.org/officeDocument/2006/relationships/notesMaster" Target="/ppt/notesMasters/notesMaster1.xml" Id="R4bd05883bb6148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5a5e5f238845ae" /><Relationship Type="http://schemas.openxmlformats.org/officeDocument/2006/relationships/notesMaster" Target="/ppt/notesMasters/notesMaster1.xml" Id="R14c92a0831254e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971bcad3e4fdf" /><Relationship Type="http://schemas.openxmlformats.org/officeDocument/2006/relationships/notesMaster" Target="/ppt/notesMasters/notesMaster1.xml" Id="R6220bf351acf48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9562de23c47ff" /><Relationship Type="http://schemas.openxmlformats.org/officeDocument/2006/relationships/notesMaster" Target="/ppt/notesMasters/notesMaster1.xml" Id="Rb1dc381e2058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bce3fdf9184d71" /><Relationship Type="http://schemas.openxmlformats.org/officeDocument/2006/relationships/notesMaster" Target="/ppt/notesMasters/notesMaster1.xml" Id="Rc742703ae2e245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0a179a47934a1a" /><Relationship Type="http://schemas.openxmlformats.org/officeDocument/2006/relationships/notesMaster" Target="/ppt/notesMasters/notesMaster1.xml" Id="Rd7ac9d74a38645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86a0e6d27b41d9" /><Relationship Type="http://schemas.openxmlformats.org/officeDocument/2006/relationships/notesMaster" Target="/ppt/notesMasters/notesMaster1.xml" Id="Rc53f5e6a58904c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3ccae8a52a4942" /><Relationship Type="http://schemas.openxmlformats.org/officeDocument/2006/relationships/notesMaster" Target="/ppt/notesMasters/notesMaster1.xml" Id="R59987ea1a72b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3d94c6b81b457d" /><Relationship Type="http://schemas.openxmlformats.org/officeDocument/2006/relationships/notesMaster" Target="/ppt/notesMasters/notesMaster1.xml" Id="R55cb38200c1e4b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56a23a79494fa2" /><Relationship Type="http://schemas.openxmlformats.org/officeDocument/2006/relationships/notesMaster" Target="/ppt/notesMasters/notesMaster1.xml" Id="R51acfd359fd240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079bee37ad415a" /><Relationship Type="http://schemas.openxmlformats.org/officeDocument/2006/relationships/notesMaster" Target="/ppt/notesMasters/notesMaster1.xml" Id="Rc838aaedfcd949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0883287cf14231" /><Relationship Type="http://schemas.openxmlformats.org/officeDocument/2006/relationships/notesMaster" Target="/ppt/notesMasters/notesMaster1.xml" Id="R30f2ce04ee67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b7f0e62d74d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dc94821bb44c83" /><Relationship Type="http://schemas.openxmlformats.org/officeDocument/2006/relationships/slideLayout" Target="/ppt/slideLayouts/slideLayout1.xml" Id="R22a260878ba8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a260878ba8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a3cf9580f4be3" /><Relationship Type="http://schemas.openxmlformats.org/officeDocument/2006/relationships/image" Target="/ppt/media/image.png" Id="R14051ec550994141" /><Relationship Type="http://schemas.openxmlformats.org/officeDocument/2006/relationships/notesSlide" Target="/ppt/notesSlides/notesSlide1.xml" Id="R21a57d84d4d740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06c1028374fd3" /><Relationship Type="http://schemas.openxmlformats.org/officeDocument/2006/relationships/notesSlide" Target="/ppt/notesSlides/notesSlide2.xml" Id="R8df1066d30484b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e3642247b4a38" /><Relationship Type="http://schemas.openxmlformats.org/officeDocument/2006/relationships/notesSlide" Target="/ppt/notesSlides/notesSlide3.xml" Id="Rccd5bdb7ffff40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0d407036e4baa" /><Relationship Type="http://schemas.openxmlformats.org/officeDocument/2006/relationships/notesSlide" Target="/ppt/notesSlides/notesSlide4.xml" Id="R35156fde6283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f5c550c394032" /><Relationship Type="http://schemas.openxmlformats.org/officeDocument/2006/relationships/notesSlide" Target="/ppt/notesSlides/notesSlide5.xml" Id="R1dfe2a5ab2284c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d279ffe0b4b6c" /><Relationship Type="http://schemas.openxmlformats.org/officeDocument/2006/relationships/notesSlide" Target="/ppt/notesSlides/notesSlide6.xml" Id="Rc567216b49444a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3a1b8f23f4b57" /><Relationship Type="http://schemas.openxmlformats.org/officeDocument/2006/relationships/notesSlide" Target="/ppt/notesSlides/notesSlide7.xml" Id="R7ce1c4a7f02c4d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112c856894e25" /><Relationship Type="http://schemas.openxmlformats.org/officeDocument/2006/relationships/notesSlide" Target="/ppt/notesSlides/notesSlide8.xml" Id="Rb0e5aae861f246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762cb3faf4e39" /><Relationship Type="http://schemas.openxmlformats.org/officeDocument/2006/relationships/notesSlide" Target="/ppt/notesSlides/notesSlide9.xml" Id="R82216c5cbfd8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fedc5a7a14ea8" /><Relationship Type="http://schemas.openxmlformats.org/officeDocument/2006/relationships/notesSlide" Target="/ppt/notesSlides/notesSlide10.xml" Id="R4fdd5fafd3864d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1d394972c453b" /><Relationship Type="http://schemas.openxmlformats.org/officeDocument/2006/relationships/notesSlide" Target="/ppt/notesSlides/notesSlide11.xml" Id="R7aaaca24b547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cac30c2e24dd0" /><Relationship Type="http://schemas.openxmlformats.org/officeDocument/2006/relationships/notesSlide" Target="/ppt/notesSlides/notesSlide12.xml" Id="R977b159ba178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51ec55099414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627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2771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43500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817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895975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734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648450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400925"/>
            <a:ext cx="2838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2026-08-24T07:28:52.1530000Z</dcterms:created>
  <dcterms:modified xsi:type="dcterms:W3CDTF">2026-08-24T07:28:52.1530000Z</dcterms:modified>
</coreProperties>
</file>