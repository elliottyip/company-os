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d7c05387834494" /><Relationship Type="http://schemas.openxmlformats.org/officeDocument/2006/relationships/extended-properties" Target="/docProps/app.xml" Id="R18527d0dab0d4ca3" /><Relationship Type="http://schemas.openxmlformats.org/officeDocument/2006/relationships/officeDocument" Target="/ppt/presentation.xml" Id="R4c6ec269acaf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4ed2e46f14582"/>
  </p:sldMasterIdLst>
  <p:notesMasterIdLst>
    <p:notesMasterId xmlns:r="http://schemas.openxmlformats.org/officeDocument/2006/relationships" r:id="R68146ab1b8f74593"/>
  </p:notesMasterIdLst>
  <p:sldIdLst>
    <p:sldId xmlns:r="http://schemas.openxmlformats.org/officeDocument/2006/relationships" id="256" r:id="Rbe5c32b10acf4524"/>
    <p:sldId xmlns:r="http://schemas.openxmlformats.org/officeDocument/2006/relationships" id="257" r:id="R1b1920cbbc9f4088"/>
    <p:sldId xmlns:r="http://schemas.openxmlformats.org/officeDocument/2006/relationships" id="258" r:id="Rb14fe22ad55c44c7"/>
    <p:sldId xmlns:r="http://schemas.openxmlformats.org/officeDocument/2006/relationships" id="259" r:id="Rfe4219b12ba04bed"/>
    <p:sldId xmlns:r="http://schemas.openxmlformats.org/officeDocument/2006/relationships" id="260" r:id="Ree26da4560d24697"/>
    <p:sldId xmlns:r="http://schemas.openxmlformats.org/officeDocument/2006/relationships" id="261" r:id="Rb2cad9bc8c7a4643"/>
    <p:sldId xmlns:r="http://schemas.openxmlformats.org/officeDocument/2006/relationships" id="262" r:id="R5eb592a94d2b460d"/>
    <p:sldId xmlns:r="http://schemas.openxmlformats.org/officeDocument/2006/relationships" id="263" r:id="R597cf8695c644777"/>
    <p:sldId xmlns:r="http://schemas.openxmlformats.org/officeDocument/2006/relationships" id="264" r:id="Re9c590d0b4c24237"/>
    <p:sldId xmlns:r="http://schemas.openxmlformats.org/officeDocument/2006/relationships" id="265" r:id="Rf66ebb8849f74a0e"/>
    <p:sldId xmlns:r="http://schemas.openxmlformats.org/officeDocument/2006/relationships" id="266" r:id="Ra60f6b5082874fba"/>
    <p:sldId xmlns:r="http://schemas.openxmlformats.org/officeDocument/2006/relationships" id="267" r:id="R22fe0469b2f94a8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1b804896f34e2f" /><Relationship Type="http://schemas.openxmlformats.org/officeDocument/2006/relationships/slideMaster" Target="/ppt/slideMasters/slideMaster1.xml" Id="Rda04ed2e46f14582" /><Relationship Type="http://schemas.openxmlformats.org/officeDocument/2006/relationships/notesMaster" Target="/ppt/notesMasters/notesMaster1.xml" Id="R68146ab1b8f74593" /><Relationship Type="http://schemas.openxmlformats.org/officeDocument/2006/relationships/presProps" Target="/ppt/presProps.xml" Id="R2b49d73fde39412b" /><Relationship Type="http://schemas.openxmlformats.org/officeDocument/2006/relationships/tableStyles" Target="/ppt/tableStyles.xml" Id="R45aa590ccdee44a0" /><Relationship Type="http://schemas.openxmlformats.org/officeDocument/2006/relationships/slide" Target="/ppt/slides/slide1.xml" Id="Rbe5c32b10acf4524" /><Relationship Type="http://schemas.openxmlformats.org/officeDocument/2006/relationships/slide" Target="/ppt/slides/slide2.xml" Id="R1b1920cbbc9f4088" /><Relationship Type="http://schemas.openxmlformats.org/officeDocument/2006/relationships/slide" Target="/ppt/slides/slide3.xml" Id="Rb14fe22ad55c44c7" /><Relationship Type="http://schemas.openxmlformats.org/officeDocument/2006/relationships/slide" Target="/ppt/slides/slide4.xml" Id="Rfe4219b12ba04bed" /><Relationship Type="http://schemas.openxmlformats.org/officeDocument/2006/relationships/slide" Target="/ppt/slides/slide5.xml" Id="Ree26da4560d24697" /><Relationship Type="http://schemas.openxmlformats.org/officeDocument/2006/relationships/slide" Target="/ppt/slides/slide6.xml" Id="Rb2cad9bc8c7a4643" /><Relationship Type="http://schemas.openxmlformats.org/officeDocument/2006/relationships/slide" Target="/ppt/slides/slide7.xml" Id="R5eb592a94d2b460d" /><Relationship Type="http://schemas.openxmlformats.org/officeDocument/2006/relationships/slide" Target="/ppt/slides/slide8.xml" Id="R597cf8695c644777" /><Relationship Type="http://schemas.openxmlformats.org/officeDocument/2006/relationships/slide" Target="/ppt/slides/slide9.xml" Id="Re9c590d0b4c24237" /><Relationship Type="http://schemas.openxmlformats.org/officeDocument/2006/relationships/slide" Target="/ppt/slides/slide10.xml" Id="Rf66ebb8849f74a0e" /><Relationship Type="http://schemas.openxmlformats.org/officeDocument/2006/relationships/slide" Target="/ppt/slides/slide11.xml" Id="Ra60f6b5082874fba" /><Relationship Type="http://schemas.openxmlformats.org/officeDocument/2006/relationships/slide" Target="/ppt/slides/slide12.xml" Id="R22fe0469b2f9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f355a8560242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84f90d4ae438d" /><Relationship Type="http://schemas.openxmlformats.org/officeDocument/2006/relationships/notesMaster" Target="/ppt/notesMasters/notesMaster1.xml" Id="Re4b347e287fd41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ed594c2a74207" /><Relationship Type="http://schemas.openxmlformats.org/officeDocument/2006/relationships/notesMaster" Target="/ppt/notesMasters/notesMaster1.xml" Id="R7991dc8904b9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9668632e641cd" /><Relationship Type="http://schemas.openxmlformats.org/officeDocument/2006/relationships/notesMaster" Target="/ppt/notesMasters/notesMaster1.xml" Id="Rca2c5c961f614e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ea176fb5ab42fc" /><Relationship Type="http://schemas.openxmlformats.org/officeDocument/2006/relationships/notesMaster" Target="/ppt/notesMasters/notesMaster1.xml" Id="R942f1923d5144a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8bf1668cdc4246" /><Relationship Type="http://schemas.openxmlformats.org/officeDocument/2006/relationships/notesMaster" Target="/ppt/notesMasters/notesMaster1.xml" Id="R411f78ea95a7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3ca61b9d1e4d27" /><Relationship Type="http://schemas.openxmlformats.org/officeDocument/2006/relationships/notesMaster" Target="/ppt/notesMasters/notesMaster1.xml" Id="Raaca34a87a7b4b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aab251c47a4a5e" /><Relationship Type="http://schemas.openxmlformats.org/officeDocument/2006/relationships/notesMaster" Target="/ppt/notesMasters/notesMaster1.xml" Id="R90c2dd1f4926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4b74b4de144391" /><Relationship Type="http://schemas.openxmlformats.org/officeDocument/2006/relationships/notesMaster" Target="/ppt/notesMasters/notesMaster1.xml" Id="R52c0bc4092f04d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4bdaa366ef43f7" /><Relationship Type="http://schemas.openxmlformats.org/officeDocument/2006/relationships/notesMaster" Target="/ppt/notesMasters/notesMaster1.xml" Id="R3594cf1eeda4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ef8d8c88554d73" /><Relationship Type="http://schemas.openxmlformats.org/officeDocument/2006/relationships/notesMaster" Target="/ppt/notesMasters/notesMaster1.xml" Id="Rdafd75d898274b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8c633cc2dc43fd" /><Relationship Type="http://schemas.openxmlformats.org/officeDocument/2006/relationships/notesMaster" Target="/ppt/notesMasters/notesMaster1.xml" Id="Rf820ba6089cc44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bc5a4b78164905" /><Relationship Type="http://schemas.openxmlformats.org/officeDocument/2006/relationships/notesMaster" Target="/ppt/notesMasters/notesMaster1.xml" Id="R8a399b2ab12441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e397e734a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b66f16ba5845d4" /><Relationship Type="http://schemas.openxmlformats.org/officeDocument/2006/relationships/slideLayout" Target="/ppt/slideLayouts/slideLayout1.xml" Id="Rd6ace73b4e08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ce73b4e08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c8badf3084229" /><Relationship Type="http://schemas.openxmlformats.org/officeDocument/2006/relationships/image" Target="/ppt/media/image.png" Id="R03ba4bc799874ccd" /><Relationship Type="http://schemas.openxmlformats.org/officeDocument/2006/relationships/image" Target="/ppt/media/image2.png" Id="R0d4ad0725caa4952" /><Relationship Type="http://schemas.openxmlformats.org/officeDocument/2006/relationships/notesSlide" Target="/ppt/notesSlides/notesSlide1.xml" Id="R8b8e7e7bf9dd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9b2cd47e4903" /><Relationship Type="http://schemas.openxmlformats.org/officeDocument/2006/relationships/notesSlide" Target="/ppt/notesSlides/notesSlide2.xml" Id="Recf383ce74ab43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cfe95916643a0" /><Relationship Type="http://schemas.openxmlformats.org/officeDocument/2006/relationships/notesSlide" Target="/ppt/notesSlides/notesSlide3.xml" Id="Rdb2e7951155d46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8e99b9b0b40fc" /><Relationship Type="http://schemas.openxmlformats.org/officeDocument/2006/relationships/notesSlide" Target="/ppt/notesSlides/notesSlide4.xml" Id="Rdf2b4c01e39c4b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4ae86ece34d0f" /><Relationship Type="http://schemas.openxmlformats.org/officeDocument/2006/relationships/notesSlide" Target="/ppt/notesSlides/notesSlide5.xml" Id="R6eb9f658ff3e4f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c79f300c24983" /><Relationship Type="http://schemas.openxmlformats.org/officeDocument/2006/relationships/notesSlide" Target="/ppt/notesSlides/notesSlide6.xml" Id="R12b7fd7642b64e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12246db264076" /><Relationship Type="http://schemas.openxmlformats.org/officeDocument/2006/relationships/notesSlide" Target="/ppt/notesSlides/notesSlide7.xml" Id="R5ddad77111a64b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261856efe4489" /><Relationship Type="http://schemas.openxmlformats.org/officeDocument/2006/relationships/notesSlide" Target="/ppt/notesSlides/notesSlide8.xml" Id="R586c31be4d5f40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dfdde785b4209" /><Relationship Type="http://schemas.openxmlformats.org/officeDocument/2006/relationships/image" Target="/ppt/media/image3.png" Id="R103f8f4fb22f45eb" /><Relationship Type="http://schemas.openxmlformats.org/officeDocument/2006/relationships/image" Target="/ppt/media/image4.png" Id="R813fcf892dca4870" /><Relationship Type="http://schemas.openxmlformats.org/officeDocument/2006/relationships/image" Target="/ppt/media/image5.png" Id="Ra117e1171a574403" /><Relationship Type="http://schemas.openxmlformats.org/officeDocument/2006/relationships/image" Target="/ppt/media/image6.png" Id="R24dad5f728c74346" /><Relationship Type="http://schemas.openxmlformats.org/officeDocument/2006/relationships/image" Target="/ppt/media/image7.png" Id="R7960cf6bfb884395" /><Relationship Type="http://schemas.openxmlformats.org/officeDocument/2006/relationships/image" Target="/ppt/media/image8.png" Id="Ra16385d8a0824688" /><Relationship Type="http://schemas.openxmlformats.org/officeDocument/2006/relationships/image" Target="/ppt/media/image9.png" Id="R6daabc85bfcf494b" /><Relationship Type="http://schemas.openxmlformats.org/officeDocument/2006/relationships/image" Target="/ppt/media/image10.png" Id="R1b747f1bbe2c4cc7" /><Relationship Type="http://schemas.openxmlformats.org/officeDocument/2006/relationships/image" Target="/ppt/media/image11.png" Id="Rd6cfec1d3fc54c56" /><Relationship Type="http://schemas.openxmlformats.org/officeDocument/2006/relationships/image" Target="/ppt/media/image12.png" Id="R33a1380a7026446f" /><Relationship Type="http://schemas.openxmlformats.org/officeDocument/2006/relationships/image" Target="/ppt/media/image13.png" Id="R666f1c8abc6648b2" /><Relationship Type="http://schemas.openxmlformats.org/officeDocument/2006/relationships/image" Target="/ppt/media/image14.png" Id="R88d95d2ad2e6422d" /><Relationship Type="http://schemas.openxmlformats.org/officeDocument/2006/relationships/notesSlide" Target="/ppt/notesSlides/notesSlide9.xml" Id="R4a59019fd34841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32342e24e4761" /><Relationship Type="http://schemas.openxmlformats.org/officeDocument/2006/relationships/notesSlide" Target="/ppt/notesSlides/notesSlide10.xml" Id="Ref961deee34b4c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705ab5d7e4ff1" /><Relationship Type="http://schemas.openxmlformats.org/officeDocument/2006/relationships/notesSlide" Target="/ppt/notesSlides/notesSlide11.xml" Id="Rcfafa55ed82649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e91fba30546b8" /><Relationship Type="http://schemas.openxmlformats.org/officeDocument/2006/relationships/notesSlide" Target="/ppt/notesSlides/notesSlide12.xml" Id="R013b13a8c8be42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a4bc799874ccd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ad0725caa4952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以下是 FDE 已完成的两个项目：跨境电商商品上架、家具制造订单转生产。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运营人员从供应商 Excel、聊天记录和图片文件中整理商品资料，再逐项翻译、补齐属性并录入多个平台。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建立商品资料库和上架工作流；Agent 负责整理、翻译与规则检查，运营人员只处理异常并最终确认。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和图纸。我们把尺寸、面料、五金与工艺要求结构化，连接订单库、BOM 和生产工单，并在投产前提示缺项、冲突和版本变化。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f8f4fb22f45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fcf892dca487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7e1171a5744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ad5f728c7434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960cf6bfb88439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16385d8a082468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daabc85bfcf494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b747f1bbe2c4cc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6cfec1d3fc54c5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3a1380a7026446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66f1c8abc6648b2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8d95d2ad2e6422d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2026-08-25T03:15:45.5030000Z</dcterms:created>
  <dcterms:modified xsi:type="dcterms:W3CDTF">2026-08-25T03:15:45.5030000Z</dcterms:modified>
</coreProperties>
</file>