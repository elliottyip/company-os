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f3c3533ac544cd" /><Relationship Type="http://schemas.openxmlformats.org/officeDocument/2006/relationships/extended-properties" Target="/docProps/app.xml" Id="Rb4fafdff44cf4388" /><Relationship Type="http://schemas.openxmlformats.org/officeDocument/2006/relationships/officeDocument" Target="/ppt/presentation.xml" Id="R98622c2925de46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46c5f62c454dde"/>
  </p:sldMasterIdLst>
  <p:notesMasterIdLst>
    <p:notesMasterId xmlns:r="http://schemas.openxmlformats.org/officeDocument/2006/relationships" r:id="Rbb32d656492d443e"/>
  </p:notesMasterIdLst>
  <p:sldIdLst>
    <p:sldId xmlns:r="http://schemas.openxmlformats.org/officeDocument/2006/relationships" id="256" r:id="Rd54b86f6630941d3"/>
    <p:sldId xmlns:r="http://schemas.openxmlformats.org/officeDocument/2006/relationships" id="257" r:id="Rfa3106199feb4340"/>
    <p:sldId xmlns:r="http://schemas.openxmlformats.org/officeDocument/2006/relationships" id="258" r:id="Rc7ff2e607f464281"/>
    <p:sldId xmlns:r="http://schemas.openxmlformats.org/officeDocument/2006/relationships" id="259" r:id="R8591a3394b1c4c0d"/>
    <p:sldId xmlns:r="http://schemas.openxmlformats.org/officeDocument/2006/relationships" id="260" r:id="Rc94fb0a2375d4f6e"/>
    <p:sldId xmlns:r="http://schemas.openxmlformats.org/officeDocument/2006/relationships" id="261" r:id="R38a9fc97fe9e4498"/>
    <p:sldId xmlns:r="http://schemas.openxmlformats.org/officeDocument/2006/relationships" id="262" r:id="R2605dad5a55e41fe"/>
    <p:sldId xmlns:r="http://schemas.openxmlformats.org/officeDocument/2006/relationships" id="263" r:id="Rfaada90a0a1d45f3"/>
    <p:sldId xmlns:r="http://schemas.openxmlformats.org/officeDocument/2006/relationships" id="264" r:id="R2587a670dde34083"/>
    <p:sldId xmlns:r="http://schemas.openxmlformats.org/officeDocument/2006/relationships" id="265" r:id="Rf8e8cefcee4b4d9a"/>
    <p:sldId xmlns:r="http://schemas.openxmlformats.org/officeDocument/2006/relationships" id="266" r:id="Rdc582aeefb274464"/>
    <p:sldId xmlns:r="http://schemas.openxmlformats.org/officeDocument/2006/relationships" id="267" r:id="R943c436ba09d47bd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fa9b43198043a0" /><Relationship Type="http://schemas.openxmlformats.org/officeDocument/2006/relationships/slideMaster" Target="/ppt/slideMasters/slideMaster1.xml" Id="Raf46c5f62c454dde" /><Relationship Type="http://schemas.openxmlformats.org/officeDocument/2006/relationships/notesMaster" Target="/ppt/notesMasters/notesMaster1.xml" Id="Rbb32d656492d443e" /><Relationship Type="http://schemas.openxmlformats.org/officeDocument/2006/relationships/presProps" Target="/ppt/presProps.xml" Id="R3ea3cd8102a2458e" /><Relationship Type="http://schemas.openxmlformats.org/officeDocument/2006/relationships/tableStyles" Target="/ppt/tableStyles.xml" Id="Re2a0f7883bbf4eae" /><Relationship Type="http://schemas.openxmlformats.org/officeDocument/2006/relationships/slide" Target="/ppt/slides/slide1.xml" Id="Rd54b86f6630941d3" /><Relationship Type="http://schemas.openxmlformats.org/officeDocument/2006/relationships/slide" Target="/ppt/slides/slide2.xml" Id="Rfa3106199feb4340" /><Relationship Type="http://schemas.openxmlformats.org/officeDocument/2006/relationships/slide" Target="/ppt/slides/slide3.xml" Id="Rc7ff2e607f464281" /><Relationship Type="http://schemas.openxmlformats.org/officeDocument/2006/relationships/slide" Target="/ppt/slides/slide4.xml" Id="R8591a3394b1c4c0d" /><Relationship Type="http://schemas.openxmlformats.org/officeDocument/2006/relationships/slide" Target="/ppt/slides/slide5.xml" Id="Rc94fb0a2375d4f6e" /><Relationship Type="http://schemas.openxmlformats.org/officeDocument/2006/relationships/slide" Target="/ppt/slides/slide6.xml" Id="R38a9fc97fe9e4498" /><Relationship Type="http://schemas.openxmlformats.org/officeDocument/2006/relationships/slide" Target="/ppt/slides/slide7.xml" Id="R2605dad5a55e41fe" /><Relationship Type="http://schemas.openxmlformats.org/officeDocument/2006/relationships/slide" Target="/ppt/slides/slide8.xml" Id="Rfaada90a0a1d45f3" /><Relationship Type="http://schemas.openxmlformats.org/officeDocument/2006/relationships/slide" Target="/ppt/slides/slide9.xml" Id="R2587a670dde34083" /><Relationship Type="http://schemas.openxmlformats.org/officeDocument/2006/relationships/slide" Target="/ppt/slides/slide10.xml" Id="Rf8e8cefcee4b4d9a" /><Relationship Type="http://schemas.openxmlformats.org/officeDocument/2006/relationships/slide" Target="/ppt/slides/slide11.xml" Id="Rdc582aeefb274464" /><Relationship Type="http://schemas.openxmlformats.org/officeDocument/2006/relationships/slide" Target="/ppt/slides/slide12.xml" Id="R943c436ba09d47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f893bdf48149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d87dd02f6043db" /><Relationship Type="http://schemas.openxmlformats.org/officeDocument/2006/relationships/notesMaster" Target="/ppt/notesMasters/notesMaster1.xml" Id="Rb425d33e817b44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f113aadccc4f56" /><Relationship Type="http://schemas.openxmlformats.org/officeDocument/2006/relationships/notesMaster" Target="/ppt/notesMasters/notesMaster1.xml" Id="R8cedcb8b9f9d40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5f174164574767" /><Relationship Type="http://schemas.openxmlformats.org/officeDocument/2006/relationships/notesMaster" Target="/ppt/notesMasters/notesMaster1.xml" Id="Ra5e16dfd8f0a47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b887f4545548ea" /><Relationship Type="http://schemas.openxmlformats.org/officeDocument/2006/relationships/notesMaster" Target="/ppt/notesMasters/notesMaster1.xml" Id="Rbce4bbd7554a46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940b6aae6e45f0" /><Relationship Type="http://schemas.openxmlformats.org/officeDocument/2006/relationships/notesMaster" Target="/ppt/notesMasters/notesMaster1.xml" Id="R44792c9bbe2940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cffa6cbe5b4bc8" /><Relationship Type="http://schemas.openxmlformats.org/officeDocument/2006/relationships/notesMaster" Target="/ppt/notesMasters/notesMaster1.xml" Id="R994960e65acf47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125d90c7d7431a" /><Relationship Type="http://schemas.openxmlformats.org/officeDocument/2006/relationships/notesMaster" Target="/ppt/notesMasters/notesMaster1.xml" Id="Rc52b78cf827c48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d5bf2de4624725" /><Relationship Type="http://schemas.openxmlformats.org/officeDocument/2006/relationships/notesMaster" Target="/ppt/notesMasters/notesMaster1.xml" Id="R945edb0827924f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ff00315aa84f38" /><Relationship Type="http://schemas.openxmlformats.org/officeDocument/2006/relationships/notesMaster" Target="/ppt/notesMasters/notesMaster1.xml" Id="R1d6e6c6badfc41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0f2531d4e741f3" /><Relationship Type="http://schemas.openxmlformats.org/officeDocument/2006/relationships/notesMaster" Target="/ppt/notesMasters/notesMaster1.xml" Id="Rbbc11ac0cba744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aa2035039440af" /><Relationship Type="http://schemas.openxmlformats.org/officeDocument/2006/relationships/notesMaster" Target="/ppt/notesMasters/notesMaster1.xml" Id="Rf14044fe30a344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66fb0502f44217" /><Relationship Type="http://schemas.openxmlformats.org/officeDocument/2006/relationships/notesMaster" Target="/ppt/notesMasters/notesMaster1.xml" Id="R634a575535e044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docs/marketing/assets/fde-natural-orange-canyon-v4.png</a:t>
            </a:r>
          </a:p>
          <a:p xmlns:a="http://schemas.openxmlformats.org/drawingml/2006/main">
            <a:r>
              <a:t>- docs/marketing/assets/fde-logo-orange-v1.png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ae1b1c9f74d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7a632874ac4d48" /><Relationship Type="http://schemas.openxmlformats.org/officeDocument/2006/relationships/slideLayout" Target="/ppt/slideLayouts/slideLayout1.xml" Id="Rb17066f266ef49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7066f266ef49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51bae1cc34f37" /><Relationship Type="http://schemas.openxmlformats.org/officeDocument/2006/relationships/image" Target="/ppt/media/image.png" Id="R7a710d42a9954396" /><Relationship Type="http://schemas.openxmlformats.org/officeDocument/2006/relationships/image" Target="/ppt/media/image2.png" Id="R8d81ebdd978a415c" /><Relationship Type="http://schemas.openxmlformats.org/officeDocument/2006/relationships/notesSlide" Target="/ppt/notesSlides/notesSlide1.xml" Id="Rb698da109ce047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1eb93d33f4ed4" /><Relationship Type="http://schemas.openxmlformats.org/officeDocument/2006/relationships/image" Target="/ppt/media/image3.png" Id="R8015b415ea5549aa" /><Relationship Type="http://schemas.openxmlformats.org/officeDocument/2006/relationships/notesSlide" Target="/ppt/notesSlides/notesSlide2.xml" Id="R9d6664c90d564d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3b43064774aac" /><Relationship Type="http://schemas.openxmlformats.org/officeDocument/2006/relationships/image" Target="/ppt/media/image4.png" Id="Rb5e2e92c58c646dc" /><Relationship Type="http://schemas.openxmlformats.org/officeDocument/2006/relationships/notesSlide" Target="/ppt/notesSlides/notesSlide3.xml" Id="R479eb8345b034b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709599c244ea4" /><Relationship Type="http://schemas.openxmlformats.org/officeDocument/2006/relationships/image" Target="/ppt/media/image5.png" Id="R5b042024ea6e498b" /><Relationship Type="http://schemas.openxmlformats.org/officeDocument/2006/relationships/notesSlide" Target="/ppt/notesSlides/notesSlide4.xml" Id="Ra37d2d9a85b24d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311162fad43e4" /><Relationship Type="http://schemas.openxmlformats.org/officeDocument/2006/relationships/image" Target="/ppt/media/image6.png" Id="Rd3b21931107d4660" /><Relationship Type="http://schemas.openxmlformats.org/officeDocument/2006/relationships/notesSlide" Target="/ppt/notesSlides/notesSlide5.xml" Id="R6c0a385f097d4c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1fabd0e094c89" /><Relationship Type="http://schemas.openxmlformats.org/officeDocument/2006/relationships/image" Target="/ppt/media/image7.png" Id="R78c034a310724f42" /><Relationship Type="http://schemas.openxmlformats.org/officeDocument/2006/relationships/notesSlide" Target="/ppt/notesSlides/notesSlide6.xml" Id="R5b3d2572687d44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7d13d59b844ea" /><Relationship Type="http://schemas.openxmlformats.org/officeDocument/2006/relationships/image" Target="/ppt/media/image8.png" Id="R35c0d39da88644dc" /><Relationship Type="http://schemas.openxmlformats.org/officeDocument/2006/relationships/notesSlide" Target="/ppt/notesSlides/notesSlide7.xml" Id="Re68e4aa30a904e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d31bc92f84b21" /><Relationship Type="http://schemas.openxmlformats.org/officeDocument/2006/relationships/image" Target="/ppt/media/image9.png" Id="R1028d7d50dbb4198" /><Relationship Type="http://schemas.openxmlformats.org/officeDocument/2006/relationships/notesSlide" Target="/ppt/notesSlides/notesSlide8.xml" Id="R735b858156fd45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f45f2b0b04b32" /><Relationship Type="http://schemas.openxmlformats.org/officeDocument/2006/relationships/image" Target="/ppt/media/image10.png" Id="R76af21f55133411d" /><Relationship Type="http://schemas.openxmlformats.org/officeDocument/2006/relationships/notesSlide" Target="/ppt/notesSlides/notesSlide9.xml" Id="Rbb375f61e2e84f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7a5d5da864e08" /><Relationship Type="http://schemas.openxmlformats.org/officeDocument/2006/relationships/image" Target="/ppt/media/image11.png" Id="R54a461ffe27e4eaa" /><Relationship Type="http://schemas.openxmlformats.org/officeDocument/2006/relationships/notesSlide" Target="/ppt/notesSlides/notesSlide10.xml" Id="R64ebd03bed644a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7b8111bae4f04" /><Relationship Type="http://schemas.openxmlformats.org/officeDocument/2006/relationships/image" Target="/ppt/media/image12.png" Id="R8b4f165b4c4840c9" /><Relationship Type="http://schemas.openxmlformats.org/officeDocument/2006/relationships/notesSlide" Target="/ppt/notesSlides/notesSlide11.xml" Id="R32cb039fa4114b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17f1229034836" /><Relationship Type="http://schemas.openxmlformats.org/officeDocument/2006/relationships/image" Target="/ppt/media/image13.png" Id="R5d1f365b78f84a49" /><Relationship Type="http://schemas.openxmlformats.org/officeDocument/2006/relationships/notesSlide" Target="/ppt/notesSlides/notesSlide12.xml" Id="Rf36e6c62607947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a710d42a9954396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1ebdd978a415c"/>
          <a:stretch xmlns:a="http://schemas.openxmlformats.org/drawingml/2006/main"/>
        </p:blipFill>
        <p:spPr>
          <a:xfrm xmlns:a="http://schemas.openxmlformats.org/drawingml/2006/main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5b415ea5549aa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2e92c58c646dc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74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827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79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73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85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3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05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056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532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2009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485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96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962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43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391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86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86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5355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1028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42024ea6e498b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21931107d4660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034a310724f42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0d39da88644dc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8d7d50dbb4198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f21f55133411d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461ffe27e4eaa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f165b4c4840c9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[品牌名]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f365b78f84a49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2026-08-24T08:35:32.2620000Z</dcterms:created>
  <dcterms:modified xsi:type="dcterms:W3CDTF">2026-08-24T08:35:32.2620000Z</dcterms:modified>
</coreProperties>
</file>