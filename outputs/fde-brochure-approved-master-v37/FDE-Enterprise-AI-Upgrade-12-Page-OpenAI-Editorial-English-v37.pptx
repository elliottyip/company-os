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df0ff2aee4a95" /><Relationship Type="http://schemas.openxmlformats.org/officeDocument/2006/relationships/extended-properties" Target="/docProps/app.xml" Id="Rd09f37c3633b4e4e" /><Relationship Type="http://schemas.openxmlformats.org/officeDocument/2006/relationships/officeDocument" Target="/ppt/presentation.xml" Id="R5d46c3c2b043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784dfd494465f"/>
  </p:sldMasterIdLst>
  <p:notesMasterIdLst>
    <p:notesMasterId xmlns:r="http://schemas.openxmlformats.org/officeDocument/2006/relationships" r:id="R4f007d21baa64396"/>
  </p:notesMasterIdLst>
  <p:sldIdLst>
    <p:sldId xmlns:r="http://schemas.openxmlformats.org/officeDocument/2006/relationships" id="256" r:id="R914e9bcbdb0748e3"/>
    <p:sldId xmlns:r="http://schemas.openxmlformats.org/officeDocument/2006/relationships" id="257" r:id="R0d7bfecd79fe4bac"/>
    <p:sldId xmlns:r="http://schemas.openxmlformats.org/officeDocument/2006/relationships" id="258" r:id="R3445b35f83ca42c9"/>
    <p:sldId xmlns:r="http://schemas.openxmlformats.org/officeDocument/2006/relationships" id="259" r:id="Rf53bb013a6834a32"/>
    <p:sldId xmlns:r="http://schemas.openxmlformats.org/officeDocument/2006/relationships" id="260" r:id="R7904b60bc278479a"/>
    <p:sldId xmlns:r="http://schemas.openxmlformats.org/officeDocument/2006/relationships" id="261" r:id="R41183283a9014e3d"/>
    <p:sldId xmlns:r="http://schemas.openxmlformats.org/officeDocument/2006/relationships" id="262" r:id="R52369f0b4d8a4c19"/>
    <p:sldId xmlns:r="http://schemas.openxmlformats.org/officeDocument/2006/relationships" id="263" r:id="R5024df0413ea456a"/>
    <p:sldId xmlns:r="http://schemas.openxmlformats.org/officeDocument/2006/relationships" id="264" r:id="R394b73a1e11045be"/>
    <p:sldId xmlns:r="http://schemas.openxmlformats.org/officeDocument/2006/relationships" id="265" r:id="R95433aa1ba704eb5"/>
    <p:sldId xmlns:r="http://schemas.openxmlformats.org/officeDocument/2006/relationships" id="266" r:id="R9c5be4b60fbb4e0a"/>
    <p:sldId xmlns:r="http://schemas.openxmlformats.org/officeDocument/2006/relationships" id="267" r:id="R070424c50f0c433a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cde194f51f4036" /><Relationship Type="http://schemas.openxmlformats.org/officeDocument/2006/relationships/slideMaster" Target="/ppt/slideMasters/slideMaster1.xml" Id="R755784dfd494465f" /><Relationship Type="http://schemas.openxmlformats.org/officeDocument/2006/relationships/notesMaster" Target="/ppt/notesMasters/notesMaster1.xml" Id="R4f007d21baa64396" /><Relationship Type="http://schemas.openxmlformats.org/officeDocument/2006/relationships/presProps" Target="/ppt/presProps.xml" Id="R94d49353dfc241d0" /><Relationship Type="http://schemas.openxmlformats.org/officeDocument/2006/relationships/tableStyles" Target="/ppt/tableStyles.xml" Id="Rda9db557e6934398" /><Relationship Type="http://schemas.openxmlformats.org/officeDocument/2006/relationships/slide" Target="/ppt/slides/slide1.xml" Id="R914e9bcbdb0748e3" /><Relationship Type="http://schemas.openxmlformats.org/officeDocument/2006/relationships/slide" Target="/ppt/slides/slide2.xml" Id="R0d7bfecd79fe4bac" /><Relationship Type="http://schemas.openxmlformats.org/officeDocument/2006/relationships/slide" Target="/ppt/slides/slide3.xml" Id="R3445b35f83ca42c9" /><Relationship Type="http://schemas.openxmlformats.org/officeDocument/2006/relationships/slide" Target="/ppt/slides/slide4.xml" Id="Rf53bb013a6834a32" /><Relationship Type="http://schemas.openxmlformats.org/officeDocument/2006/relationships/slide" Target="/ppt/slides/slide5.xml" Id="R7904b60bc278479a" /><Relationship Type="http://schemas.openxmlformats.org/officeDocument/2006/relationships/slide" Target="/ppt/slides/slide6.xml" Id="R41183283a9014e3d" /><Relationship Type="http://schemas.openxmlformats.org/officeDocument/2006/relationships/slide" Target="/ppt/slides/slide7.xml" Id="R52369f0b4d8a4c19" /><Relationship Type="http://schemas.openxmlformats.org/officeDocument/2006/relationships/slide" Target="/ppt/slides/slide8.xml" Id="R5024df0413ea456a" /><Relationship Type="http://schemas.openxmlformats.org/officeDocument/2006/relationships/slide" Target="/ppt/slides/slide9.xml" Id="R394b73a1e11045be" /><Relationship Type="http://schemas.openxmlformats.org/officeDocument/2006/relationships/slide" Target="/ppt/slides/slide10.xml" Id="R95433aa1ba704eb5" /><Relationship Type="http://schemas.openxmlformats.org/officeDocument/2006/relationships/slide" Target="/ppt/slides/slide11.xml" Id="R9c5be4b60fbb4e0a" /><Relationship Type="http://schemas.openxmlformats.org/officeDocument/2006/relationships/slide" Target="/ppt/slides/slide12.xml" Id="R070424c50f0c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28d23e98cc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3b240d0634302" /><Relationship Type="http://schemas.openxmlformats.org/officeDocument/2006/relationships/notesMaster" Target="/ppt/notesMasters/notesMaster1.xml" Id="R6f2e982871244d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18e83816114a08" /><Relationship Type="http://schemas.openxmlformats.org/officeDocument/2006/relationships/notesMaster" Target="/ppt/notesMasters/notesMaster1.xml" Id="R5c5cc18fd47d4e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e5d397cb294d09" /><Relationship Type="http://schemas.openxmlformats.org/officeDocument/2006/relationships/notesMaster" Target="/ppt/notesMasters/notesMaster1.xml" Id="Rc69a37d8cc974a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82cdb606ce4d91" /><Relationship Type="http://schemas.openxmlformats.org/officeDocument/2006/relationships/notesMaster" Target="/ppt/notesMasters/notesMaster1.xml" Id="Rfdcad3825fee47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2f064a87664afc" /><Relationship Type="http://schemas.openxmlformats.org/officeDocument/2006/relationships/notesMaster" Target="/ppt/notesMasters/notesMaster1.xml" Id="R7bf49cf4e74b43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7991f65cd34ee6" /><Relationship Type="http://schemas.openxmlformats.org/officeDocument/2006/relationships/notesMaster" Target="/ppt/notesMasters/notesMaster1.xml" Id="Rc18a7dbcbcff4e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47fed6e8f54d3b" /><Relationship Type="http://schemas.openxmlformats.org/officeDocument/2006/relationships/notesMaster" Target="/ppt/notesMasters/notesMaster1.xml" Id="Rcb5b8b4b1b614c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e6613b47f04c19" /><Relationship Type="http://schemas.openxmlformats.org/officeDocument/2006/relationships/notesMaster" Target="/ppt/notesMasters/notesMaster1.xml" Id="Rcede93df56734d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40d90045e04454" /><Relationship Type="http://schemas.openxmlformats.org/officeDocument/2006/relationships/notesMaster" Target="/ppt/notesMasters/notesMaster1.xml" Id="R57f6d3f5a72440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373c10b10d4309" /><Relationship Type="http://schemas.openxmlformats.org/officeDocument/2006/relationships/notesMaster" Target="/ppt/notesMasters/notesMaster1.xml" Id="Race1097227624c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63f573f6964fc4" /><Relationship Type="http://schemas.openxmlformats.org/officeDocument/2006/relationships/notesMaster" Target="/ppt/notesMasters/notesMaster1.xml" Id="Rc39f87f6c69e46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4a9a5d0d014d25" /><Relationship Type="http://schemas.openxmlformats.org/officeDocument/2006/relationships/notesMaster" Target="/ppt/notesMasters/notesMaster1.xml" Id="R631e57d45e9045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512fc0309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9a3c7be484b2c" /><Relationship Type="http://schemas.openxmlformats.org/officeDocument/2006/relationships/slideLayout" Target="/ppt/slideLayouts/slideLayout1.xml" Id="R7e7614c137e34a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614c137e34a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ccc0425f547f8" /><Relationship Type="http://schemas.openxmlformats.org/officeDocument/2006/relationships/image" Target="/ppt/media/image.png" Id="R8edd52b6436e48ab" /><Relationship Type="http://schemas.openxmlformats.org/officeDocument/2006/relationships/image" Target="/ppt/media/image2.png" Id="Re1fedc582a0e41f3" /><Relationship Type="http://schemas.openxmlformats.org/officeDocument/2006/relationships/notesSlide" Target="/ppt/notesSlides/notesSlide1.xml" Id="R5150387b5f2f4f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4b15cea3f472a" /><Relationship Type="http://schemas.openxmlformats.org/officeDocument/2006/relationships/notesSlide" Target="/ppt/notesSlides/notesSlide2.xml" Id="R048b0d111acd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49ef61bcf4ab1" /><Relationship Type="http://schemas.openxmlformats.org/officeDocument/2006/relationships/notesSlide" Target="/ppt/notesSlides/notesSlide3.xml" Id="Rc8b09b8b65c341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e81b6541844da" /><Relationship Type="http://schemas.openxmlformats.org/officeDocument/2006/relationships/notesSlide" Target="/ppt/notesSlides/notesSlide4.xml" Id="Raf3fd0ad028f42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35d3aea9f4ee1" /><Relationship Type="http://schemas.openxmlformats.org/officeDocument/2006/relationships/notesSlide" Target="/ppt/notesSlides/notesSlide5.xml" Id="Rb6f239d9f71c46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a06fcf7434fe9" /><Relationship Type="http://schemas.openxmlformats.org/officeDocument/2006/relationships/notesSlide" Target="/ppt/notesSlides/notesSlide6.xml" Id="R1556398d3289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eb1de1d174ae3" /><Relationship Type="http://schemas.openxmlformats.org/officeDocument/2006/relationships/notesSlide" Target="/ppt/notesSlides/notesSlide7.xml" Id="Re95699f4dd5340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e151c2fc4402b" /><Relationship Type="http://schemas.openxmlformats.org/officeDocument/2006/relationships/notesSlide" Target="/ppt/notesSlides/notesSlide8.xml" Id="R71f15fe18ddb43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d1b1a41a847fc" /><Relationship Type="http://schemas.openxmlformats.org/officeDocument/2006/relationships/image" Target="/ppt/media/image3.png" Id="R9f0ac1d239354dc2" /><Relationship Type="http://schemas.openxmlformats.org/officeDocument/2006/relationships/image" Target="/ppt/media/image4.png" Id="R114741b18685406a" /><Relationship Type="http://schemas.openxmlformats.org/officeDocument/2006/relationships/image" Target="/ppt/media/image5.png" Id="Re857a02ada154499" /><Relationship Type="http://schemas.openxmlformats.org/officeDocument/2006/relationships/image" Target="/ppt/media/image6.png" Id="R7d596aa40ea44148" /><Relationship Type="http://schemas.openxmlformats.org/officeDocument/2006/relationships/image" Target="/ppt/media/image7.png" Id="R176e35c960074f84" /><Relationship Type="http://schemas.openxmlformats.org/officeDocument/2006/relationships/image" Target="/ppt/media/image8.png" Id="R53a481c224104f70" /><Relationship Type="http://schemas.openxmlformats.org/officeDocument/2006/relationships/image" Target="/ppt/media/image9.png" Id="R2d144cfc113d4c6c" /><Relationship Type="http://schemas.openxmlformats.org/officeDocument/2006/relationships/image" Target="/ppt/media/image10.png" Id="Rc23b06063a1f4de8" /><Relationship Type="http://schemas.openxmlformats.org/officeDocument/2006/relationships/image" Target="/ppt/media/image11.png" Id="R0cc12981f5764d6c" /><Relationship Type="http://schemas.openxmlformats.org/officeDocument/2006/relationships/image" Target="/ppt/media/image12.png" Id="Rc996a8c6f01d4ce1" /><Relationship Type="http://schemas.openxmlformats.org/officeDocument/2006/relationships/image" Target="/ppt/media/image13.png" Id="Rc0bbc26a44454b7d" /><Relationship Type="http://schemas.openxmlformats.org/officeDocument/2006/relationships/image" Target="/ppt/media/image14.png" Id="R755c5a662e6c4afd" /><Relationship Type="http://schemas.openxmlformats.org/officeDocument/2006/relationships/image" Target="/ppt/media/image15.png" Id="R90ce4cfd454a4952" /><Relationship Type="http://schemas.openxmlformats.org/officeDocument/2006/relationships/image" Target="/ppt/media/image16.png" Id="R5bb54f10a1ac4224" /><Relationship Type="http://schemas.openxmlformats.org/officeDocument/2006/relationships/image" Target="/ppt/media/image17.png" Id="R84159dc318114764" /><Relationship Type="http://schemas.openxmlformats.org/officeDocument/2006/relationships/image" Target="/ppt/media/image18.png" Id="Ra887ea8411b5477f" /><Relationship Type="http://schemas.openxmlformats.org/officeDocument/2006/relationships/image" Target="/ppt/media/image19.png" Id="R5642afe16c744d51" /><Relationship Type="http://schemas.openxmlformats.org/officeDocument/2006/relationships/image" Target="/ppt/media/image20.png" Id="R4e47c2073acb4431" /><Relationship Type="http://schemas.openxmlformats.org/officeDocument/2006/relationships/image" Target="/ppt/media/image21.png" Id="Rcc58f9b28ed5478d" /><Relationship Type="http://schemas.openxmlformats.org/officeDocument/2006/relationships/image" Target="/ppt/media/image22.png" Id="R789ca42577e3438e" /><Relationship Type="http://schemas.openxmlformats.org/officeDocument/2006/relationships/image" Target="/ppt/media/image23.png" Id="R4cfb96d334864b18" /><Relationship Type="http://schemas.openxmlformats.org/officeDocument/2006/relationships/image" Target="/ppt/media/image24.png" Id="Rf7781f22af104e67" /><Relationship Type="http://schemas.openxmlformats.org/officeDocument/2006/relationships/image" Target="/ppt/media/image25.png" Id="Reb552607cf894d2c" /><Relationship Type="http://schemas.openxmlformats.org/officeDocument/2006/relationships/image" Target="/ppt/media/image26.png" Id="R2735346665774d5e" /><Relationship Type="http://schemas.openxmlformats.org/officeDocument/2006/relationships/image" Target="/ppt/media/image27.png" Id="R4a2b67fcf3374852" /><Relationship Type="http://schemas.openxmlformats.org/officeDocument/2006/relationships/image" Target="/ppt/media/image28.png" Id="Rb6ae53971a7545ed" /><Relationship Type="http://schemas.openxmlformats.org/officeDocument/2006/relationships/image" Target="/ppt/media/image29.png" Id="Rb356fbd91b464835" /><Relationship Type="http://schemas.openxmlformats.org/officeDocument/2006/relationships/image" Target="/ppt/media/image30.png" Id="R4c92680774f64c81" /><Relationship Type="http://schemas.openxmlformats.org/officeDocument/2006/relationships/notesSlide" Target="/ppt/notesSlides/notesSlide9.xml" Id="R8b35156bacdb42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d5c9d67fb433c" /><Relationship Type="http://schemas.openxmlformats.org/officeDocument/2006/relationships/notesSlide" Target="/ppt/notesSlides/notesSlide10.xml" Id="R2d61d92dd50949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d33af441743f7" /><Relationship Type="http://schemas.openxmlformats.org/officeDocument/2006/relationships/notesSlide" Target="/ppt/notesSlides/notesSlide11.xml" Id="Rbd6c26649b7a42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619f1a4164608" /><Relationship Type="http://schemas.openxmlformats.org/officeDocument/2006/relationships/notesSlide" Target="/ppt/notesSlides/notesSlide12.xml" Id="R1bcd85c8b92d4c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43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43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43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106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1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1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d52b6436e48ab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edc582a0e41f3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810125"/>
            <a:ext cx="65341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90909"/>
                </a:solidFill>
              </a:defRPr>
            </a:pPr>
            <a:r>
              <a:rPr sz="3900" b="0">
                <a:solidFill>
                  <a:srgbClr val="090909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90909"/>
                </a:solidFill>
              </a:defRPr>
            </a:pPr>
            <a:r>
              <a:rPr sz="1238" b="1">
                <a:solidFill>
                  <a:srgbClr val="090909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90909"/>
                </a:solidFill>
              </a:defRPr>
            </a:pPr>
            <a:r>
              <a:rPr sz="1163" b="0">
                <a:solidFill>
                  <a:srgbClr val="090909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6663"/>
                </a:solidFill>
              </a:defRPr>
            </a:pPr>
            <a:r>
              <a:rPr sz="900" b="1">
                <a:solidFill>
                  <a:srgbClr val="666663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90909"/>
                </a:solidFill>
              </a:defRPr>
            </a:pPr>
            <a:r>
              <a:rPr sz="1088" b="1">
                <a:solidFill>
                  <a:srgbClr val="090909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90909"/>
                </a:solidFill>
              </a:defRPr>
            </a:pPr>
            <a:r>
              <a:rPr sz="885" b="0">
                <a:solidFill>
                  <a:srgbClr val="090909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768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90909"/>
                </a:solidFill>
              </a:defRPr>
            </a:pPr>
            <a:r>
              <a:rPr sz="885" b="0">
                <a:solidFill>
                  <a:srgbClr val="090909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2388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90909"/>
                </a:solidFill>
              </a:defRPr>
            </a:pPr>
            <a:r>
              <a:rPr sz="885" b="0">
                <a:solidFill>
                  <a:srgbClr val="090909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0008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90909"/>
                </a:solidFill>
              </a:defRPr>
            </a:pPr>
            <a:r>
              <a:rPr sz="885" b="0">
                <a:solidFill>
                  <a:srgbClr val="090909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0"/>
            <a:ext cx="611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88" b="1">
                <a:solidFill>
                  <a:srgbClr val="090909"/>
                </a:solidFill>
              </a:defRPr>
            </a:pPr>
            <a:r>
              <a:rPr sz="1388" b="1">
                <a:solidFill>
                  <a:srgbClr val="090909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90909"/>
                </a:solidFill>
              </a:defRPr>
            </a:pPr>
            <a:r>
              <a:rPr sz="3600" b="0">
                <a:solidFill>
                  <a:srgbClr val="090909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90909"/>
                </a:solidFill>
              </a:defRPr>
            </a:pPr>
            <a:r>
              <a:rPr sz="3300" b="0">
                <a:solidFill>
                  <a:srgbClr val="090909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90909"/>
                </a:solidFill>
              </a:defRPr>
            </a:pPr>
            <a:r>
              <a:rPr sz="915" b="1">
                <a:solidFill>
                  <a:srgbClr val="090909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66663"/>
                </a:solidFill>
              </a:defRPr>
            </a:pPr>
            <a:r>
              <a:rPr sz="713" b="0">
                <a:solidFill>
                  <a:srgbClr val="6666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90909"/>
                </a:solidFill>
              </a:defRPr>
            </a:pPr>
            <a:r>
              <a:rPr sz="3300" b="0">
                <a:solidFill>
                  <a:srgbClr val="090909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479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90909"/>
                </a:solidFill>
              </a:defRPr>
            </a:pPr>
            <a:r>
              <a:rPr sz="915" b="1">
                <a:solidFill>
                  <a:srgbClr val="090909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6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66663"/>
                </a:solidFill>
              </a:defRPr>
            </a:pPr>
            <a:r>
              <a:rPr sz="713" b="0">
                <a:solidFill>
                  <a:srgbClr val="6666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90909"/>
                </a:solidFill>
              </a:defRPr>
            </a:pPr>
            <a:r>
              <a:rPr sz="3300" b="0">
                <a:solidFill>
                  <a:srgbClr val="090909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479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90909"/>
                </a:solidFill>
              </a:defRPr>
            </a:pPr>
            <a:r>
              <a:rPr sz="915" b="1">
                <a:solidFill>
                  <a:srgbClr val="090909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76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66663"/>
                </a:solidFill>
              </a:defRPr>
            </a:pPr>
            <a:r>
              <a:rPr sz="713" b="0">
                <a:solidFill>
                  <a:srgbClr val="6666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5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90909"/>
                </a:solidFill>
              </a:defRPr>
            </a:pPr>
            <a:r>
              <a:rPr sz="900" b="0">
                <a:solidFill>
                  <a:srgbClr val="090909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90909"/>
                </a:solidFill>
              </a:defRPr>
            </a:pPr>
            <a:r>
              <a:rPr sz="900" b="0">
                <a:solidFill>
                  <a:srgbClr val="090909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961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9617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90909"/>
                </a:solidFill>
              </a:defRPr>
            </a:pPr>
            <a:r>
              <a:rPr sz="900" b="0">
                <a:solidFill>
                  <a:srgbClr val="090909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0961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</a:defRPr>
            </a:pPr>
            <a:r>
              <a:rPr sz="975" b="1">
                <a:solidFill>
                  <a:srgbClr val="090909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49617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90909"/>
                </a:solidFill>
              </a:defRPr>
            </a:pPr>
            <a:r>
              <a:rPr sz="900" b="0">
                <a:solidFill>
                  <a:srgbClr val="090909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90909"/>
                </a:solidFill>
              </a:defRPr>
            </a:pPr>
            <a:r>
              <a:rPr sz="3300" b="0">
                <a:solidFill>
                  <a:srgbClr val="090909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90909"/>
                </a:solidFill>
              </a:defRPr>
            </a:pPr>
            <a:r>
              <a:rPr sz="3300" b="0">
                <a:solidFill>
                  <a:srgbClr val="090909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6663"/>
                </a:solidFill>
              </a:defRPr>
            </a:pPr>
            <a:r>
              <a:rPr sz="900" b="1">
                <a:solidFill>
                  <a:srgbClr val="666663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90909"/>
                </a:solidFill>
              </a:defRPr>
            </a:pPr>
            <a:r>
              <a:rPr sz="915" b="0">
                <a:solidFill>
                  <a:srgbClr val="090909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193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90909"/>
                </a:solidFill>
              </a:defRPr>
            </a:pPr>
            <a:r>
              <a:rPr sz="915" b="0">
                <a:solidFill>
                  <a:srgbClr val="090909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90909"/>
                </a:solidFill>
              </a:defRPr>
            </a:pPr>
            <a:r>
              <a:rPr sz="915" b="0">
                <a:solidFill>
                  <a:srgbClr val="090909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765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90909"/>
                </a:solidFill>
              </a:defRPr>
            </a:pPr>
            <a:r>
              <a:rPr sz="915" b="0">
                <a:solidFill>
                  <a:srgbClr val="090909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337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90909"/>
                </a:solidFill>
              </a:defRPr>
            </a:pPr>
            <a:r>
              <a:rPr sz="915" b="0">
                <a:solidFill>
                  <a:srgbClr val="090909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337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90909"/>
                </a:solidFill>
              </a:defRPr>
            </a:pPr>
            <a:r>
              <a:rPr sz="915" b="0">
                <a:solidFill>
                  <a:srgbClr val="090909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762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62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90909"/>
                </a:solidFill>
              </a:defRPr>
            </a:pPr>
            <a:r>
              <a:rPr sz="885" b="1">
                <a:solidFill>
                  <a:srgbClr val="090909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6675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90909"/>
                </a:solidFill>
              </a:defRPr>
            </a:pPr>
            <a:r>
              <a:rPr sz="863" b="0">
                <a:solidFill>
                  <a:srgbClr val="090909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90909"/>
                </a:solidFill>
              </a:defRPr>
            </a:pPr>
            <a:r>
              <a:rPr sz="885" b="1">
                <a:solidFill>
                  <a:srgbClr val="090909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2199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90909"/>
                </a:solidFill>
              </a:defRPr>
            </a:pPr>
            <a:r>
              <a:rPr sz="863" b="0">
                <a:solidFill>
                  <a:srgbClr val="090909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90909"/>
                </a:solidFill>
              </a:defRPr>
            </a:pPr>
            <a:r>
              <a:rPr sz="885" b="1">
                <a:solidFill>
                  <a:srgbClr val="090909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7724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90909"/>
                </a:solidFill>
              </a:defRPr>
            </a:pPr>
            <a:r>
              <a:rPr sz="863" b="0">
                <a:solidFill>
                  <a:srgbClr val="090909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2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90909"/>
                </a:solidFill>
              </a:defRPr>
            </a:pPr>
            <a:r>
              <a:rPr sz="885" b="1">
                <a:solidFill>
                  <a:srgbClr val="090909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3248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90909"/>
                </a:solidFill>
              </a:defRPr>
            </a:pPr>
            <a:r>
              <a:rPr sz="863" b="0">
                <a:solidFill>
                  <a:srgbClr val="090909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77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90909"/>
                </a:solidFill>
              </a:defRPr>
            </a:pPr>
            <a:r>
              <a:rPr sz="885" b="1">
                <a:solidFill>
                  <a:srgbClr val="090909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877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90909"/>
                </a:solidFill>
              </a:defRPr>
            </a:pPr>
            <a:r>
              <a:rPr sz="863" b="0">
                <a:solidFill>
                  <a:srgbClr val="090909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7A00"/>
                </a:solidFill>
              </a:defRPr>
            </a:pPr>
            <a:r>
              <a:rPr sz="938" b="1">
                <a:solidFill>
                  <a:srgbClr val="FF7A00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6534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40" b="0">
                <a:solidFill>
                  <a:srgbClr val="090909"/>
                </a:solidFill>
              </a:defRPr>
            </a:pPr>
            <a:r>
              <a:rPr sz="1140" b="0">
                <a:solidFill>
                  <a:srgbClr val="090909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40" b="0">
                <a:solidFill>
                  <a:srgbClr val="090909"/>
                </a:solidFill>
              </a:defRPr>
            </a:pPr>
            <a:r>
              <a:rPr sz="1140" b="0">
                <a:solidFill>
                  <a:srgbClr val="090909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090909"/>
                </a:solidFill>
              </a:defRPr>
            </a:pPr>
            <a:r>
              <a:rPr sz="1065" b="1">
                <a:solidFill>
                  <a:srgbClr val="090909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721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090909"/>
                </a:solidFill>
              </a:defRPr>
            </a:pPr>
            <a:r>
              <a:rPr sz="1065" b="1">
                <a:solidFill>
                  <a:srgbClr val="090909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484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090909"/>
                </a:solidFill>
              </a:defRPr>
            </a:pPr>
            <a:r>
              <a:rPr sz="1065" b="1">
                <a:solidFill>
                  <a:srgbClr val="090909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247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090909"/>
                </a:solidFill>
              </a:defRPr>
            </a:pPr>
            <a:r>
              <a:rPr sz="1065" b="1">
                <a:solidFill>
                  <a:srgbClr val="090909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601075"/>
            <a:ext cx="614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090909"/>
                </a:solidFill>
              </a:defRPr>
            </a:pPr>
            <a:r>
              <a:rPr sz="1065" b="1">
                <a:solidFill>
                  <a:srgbClr val="090909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90909"/>
                </a:solidFill>
              </a:defRPr>
            </a:pPr>
            <a:r>
              <a:rPr sz="1238" b="1">
                <a:solidFill>
                  <a:srgbClr val="090909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666663"/>
                </a:solidFill>
              </a:defRPr>
            </a:pPr>
            <a:r>
              <a:rPr sz="810" b="1">
                <a:solidFill>
                  <a:srgbClr val="666663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90909"/>
                </a:solidFill>
              </a:defRPr>
            </a:pPr>
            <a:r>
              <a:rPr sz="1238" b="1">
                <a:solidFill>
                  <a:srgbClr val="090909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961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0" b="1">
                <a:solidFill>
                  <a:srgbClr val="666663"/>
                </a:solidFill>
              </a:defRPr>
            </a:pPr>
            <a:r>
              <a:rPr sz="780" b="1">
                <a:solidFill>
                  <a:srgbClr val="666663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90909"/>
                </a:solidFill>
              </a:defRPr>
            </a:pPr>
            <a:r>
              <a:rPr sz="1238" b="1">
                <a:solidFill>
                  <a:srgbClr val="090909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82125"/>
            <a:ext cx="366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0" b="1">
                <a:solidFill>
                  <a:srgbClr val="666663"/>
                </a:solidFill>
              </a:defRPr>
            </a:pPr>
            <a:r>
              <a:rPr sz="780" b="1">
                <a:solidFill>
                  <a:srgbClr val="666663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2533650" cy="681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0909"/>
                </a:solidFill>
              </a:defRPr>
            </a:pPr>
            <a:r>
              <a:rPr sz="1650" b="1">
                <a:solidFill>
                  <a:srgbClr val="090909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90909"/>
                </a:solidFill>
              </a:defRPr>
            </a:pPr>
            <a:r>
              <a:rPr sz="870" b="1">
                <a:solidFill>
                  <a:srgbClr val="090909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7685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90909"/>
                </a:solidFill>
              </a:defRPr>
            </a:pPr>
            <a:r>
              <a:rPr sz="870" b="1">
                <a:solidFill>
                  <a:srgbClr val="090909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8170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90909"/>
                </a:solidFill>
              </a:defRPr>
            </a:pPr>
            <a:r>
              <a:rPr sz="870" b="1">
                <a:solidFill>
                  <a:srgbClr val="090909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68655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90909"/>
                </a:solidFill>
              </a:defRPr>
            </a:pPr>
            <a:r>
              <a:rPr sz="870" b="1">
                <a:solidFill>
                  <a:srgbClr val="090909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391400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90909"/>
                </a:solidFill>
              </a:defRPr>
            </a:pPr>
            <a:r>
              <a:rPr sz="870" b="1">
                <a:solidFill>
                  <a:srgbClr val="090909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10625"/>
            <a:ext cx="2076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666663"/>
                </a:solidFill>
              </a:defRPr>
            </a:pPr>
            <a:r>
              <a:rPr sz="810" b="1">
                <a:solidFill>
                  <a:srgbClr val="666663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90909"/>
                </a:solidFill>
              </a:defRPr>
            </a:pPr>
            <a:r>
              <a:rPr sz="3375" b="0">
                <a:solidFill>
                  <a:srgbClr val="090909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28900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90909"/>
                </a:solidFill>
              </a:defRPr>
            </a:pPr>
            <a:r>
              <a:rPr sz="1140" b="1">
                <a:solidFill>
                  <a:srgbClr val="090909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10025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90909"/>
                </a:solidFill>
              </a:defRPr>
            </a:pPr>
            <a:r>
              <a:rPr sz="1140" b="1">
                <a:solidFill>
                  <a:srgbClr val="090909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91150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90909"/>
                </a:solidFill>
              </a:defRPr>
            </a:pPr>
            <a:r>
              <a:rPr sz="1140" b="1">
                <a:solidFill>
                  <a:srgbClr val="090909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10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772275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90909"/>
                </a:solidFill>
              </a:defRPr>
            </a:pPr>
            <a:r>
              <a:rPr sz="1140" b="1">
                <a:solidFill>
                  <a:srgbClr val="090909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3"/>
                </a:solidFill>
              </a:defRPr>
            </a:pPr>
            <a:r>
              <a:rPr sz="825" b="0">
                <a:solidFill>
                  <a:srgbClr val="666663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53400"/>
            <a:ext cx="5953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40" b="1">
                <a:solidFill>
                  <a:srgbClr val="090909"/>
                </a:solidFill>
              </a:defRPr>
            </a:pPr>
            <a:r>
              <a:rPr sz="1140" b="1">
                <a:solidFill>
                  <a:srgbClr val="090909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90909"/>
                </a:solidFill>
              </a:defRPr>
            </a:pPr>
            <a:r>
              <a:rPr sz="3300" b="0">
                <a:solidFill>
                  <a:srgbClr val="090909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90909"/>
                </a:solidFill>
              </a:defRPr>
            </a:pPr>
            <a:r>
              <a:rPr sz="3300" b="0">
                <a:solidFill>
                  <a:srgbClr val="090909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0">
                <a:solidFill>
                  <a:srgbClr val="090909"/>
                </a:solidFill>
              </a:defRPr>
            </a:pPr>
            <a:r>
              <a:rPr sz="1073" b="0">
                <a:solidFill>
                  <a:srgbClr val="090909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57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338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610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4864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10375"/>
            <a:ext cx="6534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858125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572500"/>
            <a:ext cx="280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90909"/>
                </a:solidFill>
              </a:defRPr>
            </a:pPr>
            <a:r>
              <a:rPr sz="2850" b="0">
                <a:solidFill>
                  <a:srgbClr val="090909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90909"/>
                </a:solidFill>
              </a:defRPr>
            </a:pPr>
            <a:r>
              <a:rPr sz="2850" b="0">
                <a:solidFill>
                  <a:srgbClr val="090909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90909"/>
                </a:solidFill>
              </a:defRPr>
            </a:pPr>
            <a:r>
              <a:rPr sz="863" b="1">
                <a:solidFill>
                  <a:srgbClr val="090909"/>
                </a:solidFill>
              </a:rPr>
              <a:t>FDE PROJECT WORK | Turning commerce and manufacturing workflows into working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66663"/>
                </a:solidFill>
              </a:defRPr>
            </a:pPr>
            <a:r>
              <a:rPr sz="863" b="1">
                <a:solidFill>
                  <a:srgbClr val="666663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The brands above come from public company materials for industry reference; they do not imply an FDE client or partner relationship. Company names are omitted from the cases below.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ANONYMOUS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90909"/>
                </a:solidFill>
              </a:defRPr>
            </a:pPr>
            <a:r>
              <a:rPr sz="840" b="0">
                <a:solidFill>
                  <a:srgbClr val="090909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247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90909"/>
                </a:solidFill>
              </a:defRPr>
            </a:pPr>
            <a:r>
              <a:rPr sz="840" b="0">
                <a:solidFill>
                  <a:srgbClr val="090909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292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53100"/>
            <a:ext cx="3105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90909"/>
                </a:solidFill>
              </a:defRPr>
            </a:pPr>
            <a:r>
              <a:rPr sz="840" b="0">
                <a:solidFill>
                  <a:srgbClr val="090909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8103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1913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90909"/>
                </a:solidFill>
              </a:defRPr>
            </a:pPr>
            <a:r>
              <a:rPr sz="810" b="0">
                <a:solidFill>
                  <a:srgbClr val="090909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5723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90909"/>
                </a:solidFill>
              </a:defRPr>
            </a:pPr>
            <a:r>
              <a:rPr sz="810" b="0">
                <a:solidFill>
                  <a:srgbClr val="090909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9533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90909"/>
                </a:solidFill>
              </a:defRPr>
            </a:pPr>
            <a:r>
              <a:rPr sz="810" b="0">
                <a:solidFill>
                  <a:srgbClr val="090909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334375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90909"/>
                </a:solidFill>
              </a:defRPr>
            </a:pPr>
            <a:r>
              <a:rPr sz="810" b="0">
                <a:solidFill>
                  <a:srgbClr val="090909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90909"/>
                </a:solidFill>
              </a:defRPr>
            </a:pPr>
            <a:r>
              <a:rPr sz="900" b="1">
                <a:solidFill>
                  <a:srgbClr val="090909"/>
                </a:solidFill>
              </a:rPr>
              <a:t>ANONYMOUS 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106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090909"/>
                </a:solidFill>
              </a:defRPr>
            </a:pPr>
            <a:r>
              <a:rPr sz="795" b="0">
                <a:solidFill>
                  <a:srgbClr val="090909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ac1d239354d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741b18685406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7a02ada15449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96aa40ea441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AEC25-0D5F-41AC-8BF8-ED7E511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76e35c960074f8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EA4BC-207E-4C8E-89C7-7E30094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3a481c224104f7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C444E-F3D1-4C16-838C-762F0A0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d144cfc113d4c6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E01A4-D530-4AA8-8F71-FA06841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23b06063a1f4de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D289-96A8-4905-8C57-707E8733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cc12981f5764d6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36D0-DBA6-4520-A120-9F1BEAE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996a8c6f01d4ce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F785E-C4D6-421C-B920-7132C4F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0bbc26a44454b7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CD339-551E-4C88-B985-2C399A5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55c5a662e6c4af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70214D-CCC0-4516-B0A8-14B2176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0ce4cfd454a495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91F24F-D05D-4934-831F-685A4AE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bb54f10a1ac422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5E1643-40D6-44D0-9E27-E87EBA4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4159dc31811476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852D9D-65A3-4B21-A111-C09707E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887ea8411b5477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E5516C-37E9-4B19-AAED-035A70C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642afe16c744d5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B8158C-2FD9-4BBD-A408-55BC5690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e47c2073acb443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230E41-62DC-4128-A81D-0F8CFB4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c58f9b28ed5478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D60608-104E-4D25-AB5B-2FAF332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89ca42577e3438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CDB020-3C66-4727-BEB9-EA937969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cfb96d334864b1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E6694D-929C-4A14-8383-8754795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7781f22af104e6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79544B-04DD-4D71-95D5-FB817A9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b552607cf894d2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1655B1-9313-4E44-AE43-E8FFF07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735346665774d5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48BAA5-6024-47B4-8ED9-CC610C0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a2b67fcf337485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2D6EA1-10B9-4B58-B5B7-BD293D0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6ae53971a7545e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12027F-95BE-4621-A605-6AA7993A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356fbd91b46483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E2F3A9-3532-4D39-BCD7-D9ACC835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c92680774f64c81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90909"/>
                </a:solidFill>
              </a:defRPr>
            </a:pPr>
            <a:r>
              <a:rPr sz="3225" b="0">
                <a:solidFill>
                  <a:srgbClr val="090909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90909"/>
                </a:solidFill>
              </a:defRPr>
            </a:pPr>
            <a:r>
              <a:rPr sz="3225" b="0">
                <a:solidFill>
                  <a:srgbClr val="090909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0">
                <a:solidFill>
                  <a:srgbClr val="090909"/>
                </a:solidFill>
              </a:defRPr>
            </a:pPr>
            <a:r>
              <a:rPr sz="1073" b="0">
                <a:solidFill>
                  <a:srgbClr val="090909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73" b="0">
                <a:solidFill>
                  <a:srgbClr val="090909"/>
                </a:solidFill>
              </a:defRPr>
            </a:pPr>
            <a:r>
              <a:rPr sz="1073" b="0">
                <a:solidFill>
                  <a:srgbClr val="090909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90909"/>
                </a:solidFill>
              </a:defRPr>
            </a:pPr>
            <a:r>
              <a:rPr sz="1013" b="1">
                <a:solidFill>
                  <a:srgbClr val="090909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193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91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816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62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858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6663"/>
                </a:solidFill>
              </a:defRPr>
            </a:pPr>
            <a:r>
              <a:rPr sz="825" b="1">
                <a:solidFill>
                  <a:srgbClr val="666663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81062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90909"/>
                </a:solidFill>
              </a:defRPr>
            </a:pPr>
            <a:r>
              <a:rPr sz="3225" b="0">
                <a:solidFill>
                  <a:srgbClr val="090909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0">
                <a:solidFill>
                  <a:srgbClr val="090909"/>
                </a:solidFill>
              </a:defRPr>
            </a:pPr>
            <a:r>
              <a:rPr sz="1073" b="0">
                <a:solidFill>
                  <a:srgbClr val="090909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6663"/>
                </a:solidFill>
              </a:defRPr>
            </a:pPr>
            <a:r>
              <a:rPr sz="975" b="1">
                <a:solidFill>
                  <a:srgbClr val="666663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10000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9582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81650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467475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90909"/>
                </a:solidFill>
              </a:defRPr>
            </a:pPr>
            <a:r>
              <a:rPr sz="960" b="1">
                <a:solidFill>
                  <a:srgbClr val="090909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286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90909"/>
                </a:solidFill>
              </a:defRPr>
            </a:pPr>
            <a:r>
              <a:rPr sz="1013" b="1">
                <a:solidFill>
                  <a:srgbClr val="090909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0">
                <a:solidFill>
                  <a:srgbClr val="090909"/>
                </a:solidFill>
              </a:defRPr>
            </a:pPr>
            <a:r>
              <a:rPr sz="3525" b="0">
                <a:solidFill>
                  <a:srgbClr val="090909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525" b="0">
                <a:solidFill>
                  <a:srgbClr val="090909"/>
                </a:solidFill>
              </a:defRPr>
            </a:pPr>
            <a:r>
              <a:rPr sz="3525" b="0">
                <a:solidFill>
                  <a:srgbClr val="090909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7A00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624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66663"/>
                </a:solidFill>
              </a:defRPr>
            </a:pPr>
            <a:r>
              <a:rPr sz="788" b="0">
                <a:solidFill>
                  <a:srgbClr val="6666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090909"/>
                </a:solidFill>
              </a:defRPr>
            </a:pPr>
            <a:r>
              <a:rPr sz="1035" b="0">
                <a:solidFill>
                  <a:srgbClr val="090909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00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817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626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62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437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43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3"/>
                </a:solidFill>
              </a:defRPr>
            </a:pPr>
            <a:r>
              <a:rPr sz="750" b="0">
                <a:solidFill>
                  <a:srgbClr val="666663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724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90909"/>
                </a:solidFill>
              </a:defRPr>
            </a:pPr>
            <a:r>
              <a:rPr sz="938" b="1">
                <a:solidFill>
                  <a:srgbClr val="090909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286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90909"/>
                </a:solidFill>
              </a:defRPr>
            </a:pPr>
            <a:r>
              <a:rPr sz="1275" b="1">
                <a:solidFill>
                  <a:srgbClr val="090909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653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</a:defRPr>
            </a:pPr>
            <a:r>
              <a:rPr sz="1050" b="1">
                <a:solidFill>
                  <a:srgbClr val="090909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6663"/>
                </a:solidFill>
              </a:defRPr>
            </a:pPr>
            <a:r>
              <a:rPr sz="675" b="0">
                <a:solidFill>
                  <a:srgbClr val="6666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2026-08-25T02:37:06.4900000Z</dcterms:created>
  <dcterms:modified xsi:type="dcterms:W3CDTF">2026-08-25T02:37:06.4900000Z</dcterms:modified>
</coreProperties>
</file>