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e99bbd5af848e6" /><Relationship Type="http://schemas.openxmlformats.org/officeDocument/2006/relationships/extended-properties" Target="/docProps/app.xml" Id="Rca4a04a4c0594be2" /><Relationship Type="http://schemas.openxmlformats.org/officeDocument/2006/relationships/officeDocument" Target="/ppt/presentation.xml" Id="R27e0aa5a2f7d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7519202fd42c5"/>
  </p:sldMasterIdLst>
  <p:notesMasterIdLst>
    <p:notesMasterId xmlns:r="http://schemas.openxmlformats.org/officeDocument/2006/relationships" r:id="R7b03695139284cd1"/>
  </p:notesMasterIdLst>
  <p:sldIdLst>
    <p:sldId xmlns:r="http://schemas.openxmlformats.org/officeDocument/2006/relationships" id="256" r:id="Re2f4b442647e4ccc"/>
    <p:sldId xmlns:r="http://schemas.openxmlformats.org/officeDocument/2006/relationships" id="257" r:id="Re19de180b41a4859"/>
    <p:sldId xmlns:r="http://schemas.openxmlformats.org/officeDocument/2006/relationships" id="258" r:id="Rfe6933c15ccc48fc"/>
    <p:sldId xmlns:r="http://schemas.openxmlformats.org/officeDocument/2006/relationships" id="259" r:id="Re24527bbc5ba4c5e"/>
    <p:sldId xmlns:r="http://schemas.openxmlformats.org/officeDocument/2006/relationships" id="260" r:id="Rdf8b164ee92449af"/>
    <p:sldId xmlns:r="http://schemas.openxmlformats.org/officeDocument/2006/relationships" id="261" r:id="R377f1ae22a104211"/>
    <p:sldId xmlns:r="http://schemas.openxmlformats.org/officeDocument/2006/relationships" id="262" r:id="R8a2a799dd99546fb"/>
    <p:sldId xmlns:r="http://schemas.openxmlformats.org/officeDocument/2006/relationships" id="263" r:id="R440a262dc9fb48ad"/>
    <p:sldId xmlns:r="http://schemas.openxmlformats.org/officeDocument/2006/relationships" id="264" r:id="Rbe034e68b74f4d93"/>
    <p:sldId xmlns:r="http://schemas.openxmlformats.org/officeDocument/2006/relationships" id="265" r:id="Refa9ccea5500462e"/>
    <p:sldId xmlns:r="http://schemas.openxmlformats.org/officeDocument/2006/relationships" id="266" r:id="R7b941cf4db5341ef"/>
    <p:sldId xmlns:r="http://schemas.openxmlformats.org/officeDocument/2006/relationships" id="267" r:id="Rd40250af58b04d5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b545fc89e4d6a" /><Relationship Type="http://schemas.openxmlformats.org/officeDocument/2006/relationships/slideMaster" Target="/ppt/slideMasters/slideMaster1.xml" Id="R56e7519202fd42c5" /><Relationship Type="http://schemas.openxmlformats.org/officeDocument/2006/relationships/notesMaster" Target="/ppt/notesMasters/notesMaster1.xml" Id="R7b03695139284cd1" /><Relationship Type="http://schemas.openxmlformats.org/officeDocument/2006/relationships/presProps" Target="/ppt/presProps.xml" Id="R942037ffdf124f51" /><Relationship Type="http://schemas.openxmlformats.org/officeDocument/2006/relationships/tableStyles" Target="/ppt/tableStyles.xml" Id="Rbd3404347d3a4d7b" /><Relationship Type="http://schemas.openxmlformats.org/officeDocument/2006/relationships/slide" Target="/ppt/slides/slide1.xml" Id="Re2f4b442647e4ccc" /><Relationship Type="http://schemas.openxmlformats.org/officeDocument/2006/relationships/slide" Target="/ppt/slides/slide2.xml" Id="Re19de180b41a4859" /><Relationship Type="http://schemas.openxmlformats.org/officeDocument/2006/relationships/slide" Target="/ppt/slides/slide3.xml" Id="Rfe6933c15ccc48fc" /><Relationship Type="http://schemas.openxmlformats.org/officeDocument/2006/relationships/slide" Target="/ppt/slides/slide4.xml" Id="Re24527bbc5ba4c5e" /><Relationship Type="http://schemas.openxmlformats.org/officeDocument/2006/relationships/slide" Target="/ppt/slides/slide5.xml" Id="Rdf8b164ee92449af" /><Relationship Type="http://schemas.openxmlformats.org/officeDocument/2006/relationships/slide" Target="/ppt/slides/slide6.xml" Id="R377f1ae22a104211" /><Relationship Type="http://schemas.openxmlformats.org/officeDocument/2006/relationships/slide" Target="/ppt/slides/slide7.xml" Id="R8a2a799dd99546fb" /><Relationship Type="http://schemas.openxmlformats.org/officeDocument/2006/relationships/slide" Target="/ppt/slides/slide8.xml" Id="R440a262dc9fb48ad" /><Relationship Type="http://schemas.openxmlformats.org/officeDocument/2006/relationships/slide" Target="/ppt/slides/slide9.xml" Id="Rbe034e68b74f4d93" /><Relationship Type="http://schemas.openxmlformats.org/officeDocument/2006/relationships/slide" Target="/ppt/slides/slide10.xml" Id="Refa9ccea5500462e" /><Relationship Type="http://schemas.openxmlformats.org/officeDocument/2006/relationships/slide" Target="/ppt/slides/slide11.xml" Id="R7b941cf4db5341ef" /><Relationship Type="http://schemas.openxmlformats.org/officeDocument/2006/relationships/slide" Target="/ppt/slides/slide12.xml" Id="Rd40250af58b0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b11cc9d24e45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23a7fdf2145b9" /><Relationship Type="http://schemas.openxmlformats.org/officeDocument/2006/relationships/notesMaster" Target="/ppt/notesMasters/notesMaster1.xml" Id="R4d5e26ba68c2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8345827af4203" /><Relationship Type="http://schemas.openxmlformats.org/officeDocument/2006/relationships/notesMaster" Target="/ppt/notesMasters/notesMaster1.xml" Id="R938604bc92154f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fbe2f7eac47cf" /><Relationship Type="http://schemas.openxmlformats.org/officeDocument/2006/relationships/notesMaster" Target="/ppt/notesMasters/notesMaster1.xml" Id="R34bf27f675e647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a79bb47c74f37" /><Relationship Type="http://schemas.openxmlformats.org/officeDocument/2006/relationships/notesMaster" Target="/ppt/notesMasters/notesMaster1.xml" Id="R50cb7d3d9e6149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577825edd48b4" /><Relationship Type="http://schemas.openxmlformats.org/officeDocument/2006/relationships/notesMaster" Target="/ppt/notesMasters/notesMaster1.xml" Id="Rb6d57412ac4c48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63bba1449d47f7" /><Relationship Type="http://schemas.openxmlformats.org/officeDocument/2006/relationships/notesMaster" Target="/ppt/notesMasters/notesMaster1.xml" Id="R5bfe31bae71f4e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7a519d89ca4080" /><Relationship Type="http://schemas.openxmlformats.org/officeDocument/2006/relationships/notesMaster" Target="/ppt/notesMasters/notesMaster1.xml" Id="R8b456a6a775144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0d7b89f84e43b9" /><Relationship Type="http://schemas.openxmlformats.org/officeDocument/2006/relationships/notesMaster" Target="/ppt/notesMasters/notesMaster1.xml" Id="R4a257f3321ed4d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d11620d96f46fc" /><Relationship Type="http://schemas.openxmlformats.org/officeDocument/2006/relationships/notesMaster" Target="/ppt/notesMasters/notesMaster1.xml" Id="R097459c2cd6b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7307c2f574407" /><Relationship Type="http://schemas.openxmlformats.org/officeDocument/2006/relationships/notesMaster" Target="/ppt/notesMasters/notesMaster1.xml" Id="R52f0c4d46ed442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b4af0f1adb4741" /><Relationship Type="http://schemas.openxmlformats.org/officeDocument/2006/relationships/notesMaster" Target="/ppt/notesMasters/notesMaster1.xml" Id="R57e7416465ae45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1933bb23f84130" /><Relationship Type="http://schemas.openxmlformats.org/officeDocument/2006/relationships/notesMaster" Target="/ppt/notesMasters/notesMaster1.xml" Id="R6474a3786146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b5ae87f70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b9f14b4104564" /><Relationship Type="http://schemas.openxmlformats.org/officeDocument/2006/relationships/slideLayout" Target="/ppt/slideLayouts/slideLayout1.xml" Id="R4f60e324a3d94a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0e324a3d94a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782faf1d64afe" /><Relationship Type="http://schemas.openxmlformats.org/officeDocument/2006/relationships/image" Target="/ppt/media/image.png" Id="R4a827f1e32a14531" /><Relationship Type="http://schemas.openxmlformats.org/officeDocument/2006/relationships/image" Target="/ppt/media/image2.png" Id="R2e2f2b86feba4db6" /><Relationship Type="http://schemas.openxmlformats.org/officeDocument/2006/relationships/notesSlide" Target="/ppt/notesSlides/notesSlide1.xml" Id="Rbab2a5fd2450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93b34aab147fb" /><Relationship Type="http://schemas.openxmlformats.org/officeDocument/2006/relationships/notesSlide" Target="/ppt/notesSlides/notesSlide2.xml" Id="R60e892c21427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9f4df0b0b4532" /><Relationship Type="http://schemas.openxmlformats.org/officeDocument/2006/relationships/notesSlide" Target="/ppt/notesSlides/notesSlide3.xml" Id="Rf287e60a6c754a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3e0c2fd92499c" /><Relationship Type="http://schemas.openxmlformats.org/officeDocument/2006/relationships/notesSlide" Target="/ppt/notesSlides/notesSlide4.xml" Id="Rdc1cba7069c848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46d14595f4fde" /><Relationship Type="http://schemas.openxmlformats.org/officeDocument/2006/relationships/notesSlide" Target="/ppt/notesSlides/notesSlide5.xml" Id="R7a00b1990f2e48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829bbab264424" /><Relationship Type="http://schemas.openxmlformats.org/officeDocument/2006/relationships/notesSlide" Target="/ppt/notesSlides/notesSlide6.xml" Id="Rbe38723be0d7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df84f63dc4670" /><Relationship Type="http://schemas.openxmlformats.org/officeDocument/2006/relationships/notesSlide" Target="/ppt/notesSlides/notesSlide7.xml" Id="Rf81881693643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b3bf5705e4719" /><Relationship Type="http://schemas.openxmlformats.org/officeDocument/2006/relationships/notesSlide" Target="/ppt/notesSlides/notesSlide8.xml" Id="R3f9b2369311a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d5d209b2d44c7" /><Relationship Type="http://schemas.openxmlformats.org/officeDocument/2006/relationships/image" Target="/ppt/media/image3.png" Id="R4bb2d22b1fcc4426" /><Relationship Type="http://schemas.openxmlformats.org/officeDocument/2006/relationships/image" Target="/ppt/media/image4.png" Id="R97bedcdf9c0f4855" /><Relationship Type="http://schemas.openxmlformats.org/officeDocument/2006/relationships/image" Target="/ppt/media/image5.png" Id="Rabb0f3ec83e34116" /><Relationship Type="http://schemas.openxmlformats.org/officeDocument/2006/relationships/image" Target="/ppt/media/image6.png" Id="R54c44b8637d54953" /><Relationship Type="http://schemas.openxmlformats.org/officeDocument/2006/relationships/image" Target="/ppt/media/image7.png" Id="R5e9bda7f3c4a4507" /><Relationship Type="http://schemas.openxmlformats.org/officeDocument/2006/relationships/image" Target="/ppt/media/image8.png" Id="Reb583dc3e59642d2" /><Relationship Type="http://schemas.openxmlformats.org/officeDocument/2006/relationships/image" Target="/ppt/media/image9.png" Id="R812d05a95ebb43fc" /><Relationship Type="http://schemas.openxmlformats.org/officeDocument/2006/relationships/image" Target="/ppt/media/image10.png" Id="Rb23e63f474134d60" /><Relationship Type="http://schemas.openxmlformats.org/officeDocument/2006/relationships/image" Target="/ppt/media/image11.png" Id="R241fecbfef45434b" /><Relationship Type="http://schemas.openxmlformats.org/officeDocument/2006/relationships/image" Target="/ppt/media/image12.png" Id="R9c72e5fcb37d44e5" /><Relationship Type="http://schemas.openxmlformats.org/officeDocument/2006/relationships/image" Target="/ppt/media/image13.png" Id="R3fc83da1afb94d70" /><Relationship Type="http://schemas.openxmlformats.org/officeDocument/2006/relationships/image" Target="/ppt/media/image14.png" Id="R59f47237e99643e1" /><Relationship Type="http://schemas.openxmlformats.org/officeDocument/2006/relationships/notesSlide" Target="/ppt/notesSlides/notesSlide9.xml" Id="Rcf23671806fa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fd8cfa6764597" /><Relationship Type="http://schemas.openxmlformats.org/officeDocument/2006/relationships/notesSlide" Target="/ppt/notesSlides/notesSlide10.xml" Id="Rf53d678fc92c49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dfd0c711a431f" /><Relationship Type="http://schemas.openxmlformats.org/officeDocument/2006/relationships/notesSlide" Target="/ppt/notesSlides/notesSlide11.xml" Id="R7854ac5e5a1444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9e0e4cd7c49cb" /><Relationship Type="http://schemas.openxmlformats.org/officeDocument/2006/relationships/notesSlide" Target="/ppt/notesSlides/notesSlide12.xml" Id="Rb5900174bc0545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46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27f1e32a1453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f2b86feba4db6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810125"/>
            <a:ext cx="65341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0">
                <a:solidFill>
                  <a:srgbClr val="090909"/>
                </a:solidFill>
              </a:defRPr>
            </a:pPr>
            <a:r>
              <a:rPr sz="4350" b="0">
                <a:solidFill>
                  <a:srgbClr val="090909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350" b="0">
                <a:solidFill>
                  <a:srgbClr val="090909"/>
                </a:solidFill>
              </a:defRPr>
            </a:pPr>
            <a:r>
              <a:rPr sz="4350" b="0">
                <a:solidFill>
                  <a:srgbClr val="090909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0909"/>
                </a:solidFill>
              </a:defRPr>
            </a:pPr>
            <a:r>
              <a:rPr sz="1350" b="1">
                <a:solidFill>
                  <a:srgbClr val="090909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</a:defRPr>
            </a:pPr>
            <a:r>
              <a:rPr sz="1275" b="0">
                <a:solidFill>
                  <a:srgbClr val="090909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6663"/>
                </a:solidFill>
              </a:defRPr>
            </a:pPr>
            <a:r>
              <a:rPr sz="900" b="1">
                <a:solidFill>
                  <a:srgbClr val="666663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90909"/>
                </a:solidFill>
              </a:defRPr>
            </a:pPr>
            <a:r>
              <a:rPr sz="975" b="0">
                <a:solidFill>
                  <a:srgbClr val="090909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76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90909"/>
                </a:solidFill>
              </a:defRPr>
            </a:pPr>
            <a:r>
              <a:rPr sz="975" b="0">
                <a:solidFill>
                  <a:srgbClr val="090909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238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90909"/>
                </a:solidFill>
              </a:defRPr>
            </a:pPr>
            <a:r>
              <a:rPr sz="975" b="0">
                <a:solidFill>
                  <a:srgbClr val="090909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000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90909"/>
                </a:solidFill>
              </a:defRPr>
            </a:pPr>
            <a:r>
              <a:rPr sz="975" b="0">
                <a:solidFill>
                  <a:srgbClr val="090909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611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90909"/>
                </a:solidFill>
              </a:defRPr>
            </a:pPr>
            <a:r>
              <a:rPr sz="1575" b="1">
                <a:solidFill>
                  <a:srgbClr val="090909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90909"/>
                </a:solidFill>
              </a:defRPr>
            </a:pPr>
            <a:r>
              <a:rPr sz="1013" b="1">
                <a:solidFill>
                  <a:srgbClr val="090909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6663"/>
                </a:solidFill>
              </a:defRPr>
            </a:pPr>
            <a:r>
              <a:rPr sz="713" b="0">
                <a:solidFill>
                  <a:srgbClr val="6666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479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90909"/>
                </a:solidFill>
              </a:defRPr>
            </a:pPr>
            <a:r>
              <a:rPr sz="1013" b="1">
                <a:solidFill>
                  <a:srgbClr val="090909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6663"/>
                </a:solidFill>
              </a:defRPr>
            </a:pPr>
            <a:r>
              <a:rPr sz="713" b="0">
                <a:solidFill>
                  <a:srgbClr val="6666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90909"/>
                </a:solidFill>
              </a:defRPr>
            </a:pPr>
            <a:r>
              <a:rPr sz="1013" b="1">
                <a:solidFill>
                  <a:srgbClr val="090909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6663"/>
                </a:solidFill>
              </a:defRPr>
            </a:pPr>
            <a:r>
              <a:rPr sz="713" b="0">
                <a:solidFill>
                  <a:srgbClr val="6666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90909"/>
                </a:solidFill>
              </a:defRPr>
            </a:pPr>
            <a:r>
              <a:rPr sz="990" b="0">
                <a:solidFill>
                  <a:srgbClr val="090909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90909"/>
                </a:solidFill>
              </a:defRPr>
            </a:pPr>
            <a:r>
              <a:rPr sz="990" b="0">
                <a:solidFill>
                  <a:srgbClr val="090909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961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9617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90909"/>
                </a:solidFill>
              </a:defRPr>
            </a:pPr>
            <a:r>
              <a:rPr sz="990" b="0">
                <a:solidFill>
                  <a:srgbClr val="090909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0961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49617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90909"/>
                </a:solidFill>
              </a:defRPr>
            </a:pPr>
            <a:r>
              <a:rPr sz="990" b="0">
                <a:solidFill>
                  <a:srgbClr val="090909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6663"/>
                </a:solidFill>
              </a:defRPr>
            </a:pPr>
            <a:r>
              <a:rPr sz="900" b="1">
                <a:solidFill>
                  <a:srgbClr val="666663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90909"/>
                </a:solidFill>
              </a:defRPr>
            </a:pPr>
            <a:r>
              <a:rPr sz="1013" b="0">
                <a:solidFill>
                  <a:srgbClr val="090909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193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90909"/>
                </a:solidFill>
              </a:defRPr>
            </a:pPr>
            <a:r>
              <a:rPr sz="1013" b="0">
                <a:solidFill>
                  <a:srgbClr val="090909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90909"/>
                </a:solidFill>
              </a:defRPr>
            </a:pPr>
            <a:r>
              <a:rPr sz="1013" b="0">
                <a:solidFill>
                  <a:srgbClr val="090909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765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90909"/>
                </a:solidFill>
              </a:defRPr>
            </a:pPr>
            <a:r>
              <a:rPr sz="1013" b="0">
                <a:solidFill>
                  <a:srgbClr val="090909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37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90909"/>
                </a:solidFill>
              </a:defRPr>
            </a:pPr>
            <a:r>
              <a:rPr sz="1013" b="0">
                <a:solidFill>
                  <a:srgbClr val="090909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337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90909"/>
                </a:solidFill>
              </a:defRPr>
            </a:pPr>
            <a:r>
              <a:rPr sz="1013" b="0">
                <a:solidFill>
                  <a:srgbClr val="090909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675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090909"/>
                </a:solidFill>
              </a:defRPr>
            </a:pPr>
            <a:r>
              <a:rPr sz="960" b="0">
                <a:solidFill>
                  <a:srgbClr val="090909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2199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090909"/>
                </a:solidFill>
              </a:defRPr>
            </a:pPr>
            <a:r>
              <a:rPr sz="960" b="0">
                <a:solidFill>
                  <a:srgbClr val="090909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7724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090909"/>
                </a:solidFill>
              </a:defRPr>
            </a:pPr>
            <a:r>
              <a:rPr sz="960" b="0">
                <a:solidFill>
                  <a:srgbClr val="090909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2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3248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090909"/>
                </a:solidFill>
              </a:defRPr>
            </a:pPr>
            <a:r>
              <a:rPr sz="960" b="0">
                <a:solidFill>
                  <a:srgbClr val="090909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77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77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090909"/>
                </a:solidFill>
              </a:defRPr>
            </a:pPr>
            <a:r>
              <a:rPr sz="960" b="0">
                <a:solidFill>
                  <a:srgbClr val="090909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6534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</a:defRPr>
            </a:pPr>
            <a:r>
              <a:rPr sz="1275" b="0">
                <a:solidFill>
                  <a:srgbClr val="090909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</a:defRPr>
            </a:pPr>
            <a:r>
              <a:rPr sz="1275" b="0">
                <a:solidFill>
                  <a:srgbClr val="090909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</a:defRPr>
            </a:pPr>
            <a:r>
              <a:rPr sz="1275" b="0">
                <a:solidFill>
                  <a:srgbClr val="090909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</a:defRPr>
            </a:pPr>
            <a:r>
              <a:rPr sz="1275" b="0">
                <a:solidFill>
                  <a:srgbClr val="090909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721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484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6010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90909"/>
                </a:solidFill>
              </a:defRPr>
            </a:pPr>
            <a:r>
              <a:rPr sz="1425" b="1">
                <a:solidFill>
                  <a:srgbClr val="090909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6663"/>
                </a:solidFill>
              </a:defRPr>
            </a:pPr>
            <a:r>
              <a:rPr sz="900" b="1">
                <a:solidFill>
                  <a:srgbClr val="666663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90909"/>
                </a:solidFill>
              </a:defRPr>
            </a:pPr>
            <a:r>
              <a:rPr sz="1425" b="1">
                <a:solidFill>
                  <a:srgbClr val="090909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961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66663"/>
                </a:solidFill>
              </a:defRPr>
            </a:pPr>
            <a:r>
              <a:rPr sz="863" b="1">
                <a:solidFill>
                  <a:srgbClr val="666663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90909"/>
                </a:solidFill>
              </a:defRPr>
            </a:pPr>
            <a:r>
              <a:rPr sz="1425" b="1">
                <a:solidFill>
                  <a:srgbClr val="090909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821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66663"/>
                </a:solidFill>
              </a:defRPr>
            </a:pPr>
            <a:r>
              <a:rPr sz="863" b="1">
                <a:solidFill>
                  <a:srgbClr val="666663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533650" cy="681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90909"/>
                </a:solidFill>
              </a:defRPr>
            </a:pPr>
            <a:r>
              <a:rPr sz="2025" b="1">
                <a:solidFill>
                  <a:srgbClr val="090909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7685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817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68655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3914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10625"/>
            <a:ext cx="2076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6663"/>
                </a:solidFill>
              </a:defRPr>
            </a:pPr>
            <a:r>
              <a:rPr sz="900" b="1">
                <a:solidFill>
                  <a:srgbClr val="666663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90909"/>
                </a:solidFill>
              </a:defRPr>
            </a:pPr>
            <a:r>
              <a:rPr sz="1275" b="1">
                <a:solidFill>
                  <a:srgbClr val="090909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90909"/>
                </a:solidFill>
              </a:defRPr>
            </a:pPr>
            <a:r>
              <a:rPr sz="1275" b="1">
                <a:solidFill>
                  <a:srgbClr val="090909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91150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90909"/>
                </a:solidFill>
              </a:defRPr>
            </a:pPr>
            <a:r>
              <a:rPr sz="1275" b="1">
                <a:solidFill>
                  <a:srgbClr val="090909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10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772275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90909"/>
                </a:solidFill>
              </a:defRPr>
            </a:pPr>
            <a:r>
              <a:rPr sz="1275" b="1">
                <a:solidFill>
                  <a:srgbClr val="090909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53400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90909"/>
                </a:solidFill>
              </a:defRPr>
            </a:pPr>
            <a:r>
              <a:rPr sz="1275" b="1">
                <a:solidFill>
                  <a:srgbClr val="090909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90909"/>
                </a:solidFill>
              </a:defRPr>
            </a:pPr>
            <a:r>
              <a:rPr sz="1200" b="0">
                <a:solidFill>
                  <a:srgbClr val="090909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57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10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4864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10375"/>
            <a:ext cx="6534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858125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57250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66663"/>
                </a:solidFill>
              </a:defRPr>
            </a:pPr>
            <a:r>
              <a:rPr sz="863" b="1">
                <a:solidFill>
                  <a:srgbClr val="666663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匿名案例一｜跨境电商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90909"/>
                </a:solidFill>
              </a:defRPr>
            </a:pPr>
            <a:r>
              <a:rPr sz="938" b="0">
                <a:solidFill>
                  <a:srgbClr val="090909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247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90909"/>
                </a:solidFill>
              </a:defRPr>
            </a:pPr>
            <a:r>
              <a:rPr sz="938" b="0">
                <a:solidFill>
                  <a:srgbClr val="090909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29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53100"/>
            <a:ext cx="3105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90909"/>
                </a:solidFill>
              </a:defRPr>
            </a:pPr>
            <a:r>
              <a:rPr sz="938" b="0">
                <a:solidFill>
                  <a:srgbClr val="090909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8103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191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572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953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334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匿名案例二｜家具制造工厂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106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90909"/>
                </a:solidFill>
              </a:defRPr>
            </a:pPr>
            <a:r>
              <a:rPr sz="885" b="0">
                <a:solidFill>
                  <a:srgbClr val="090909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2d22b1fcc442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edcdf9c0f48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0f3ec83e341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44b8637d5495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e9bda7f3c4a450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b583dc3e59642d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12d05a95ebb43f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23e63f474134d6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41fecbfef45434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c72e5fcb37d44e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fc83da1afb94d7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9f47237e99643e1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90909"/>
                </a:solidFill>
              </a:defRPr>
            </a:pPr>
            <a:r>
              <a:rPr sz="1200" b="0">
                <a:solidFill>
                  <a:srgbClr val="090909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90909"/>
                </a:solidFill>
              </a:defRPr>
            </a:pPr>
            <a:r>
              <a:rPr sz="1200" b="0">
                <a:solidFill>
                  <a:srgbClr val="090909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90909"/>
                </a:solidFill>
              </a:defRPr>
            </a:pPr>
            <a:r>
              <a:rPr sz="1125" b="1">
                <a:solidFill>
                  <a:srgbClr val="090909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816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858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6663"/>
                </a:solidFill>
              </a:defRPr>
            </a:pPr>
            <a:r>
              <a:rPr sz="825" b="1">
                <a:solidFill>
                  <a:srgbClr val="666663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8106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90909"/>
                </a:solidFill>
              </a:defRPr>
            </a:pPr>
            <a:r>
              <a:rPr sz="3750" b="0">
                <a:solidFill>
                  <a:srgbClr val="090909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90909"/>
                </a:solidFill>
              </a:defRPr>
            </a:pPr>
            <a:r>
              <a:rPr sz="1200" b="0">
                <a:solidFill>
                  <a:srgbClr val="090909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9582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81650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4674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286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90909"/>
                </a:solidFill>
              </a:defRPr>
            </a:pPr>
            <a:r>
              <a:rPr sz="1125" b="1">
                <a:solidFill>
                  <a:srgbClr val="090909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0">
                <a:solidFill>
                  <a:srgbClr val="090909"/>
                </a:solidFill>
              </a:defRPr>
            </a:pPr>
            <a:r>
              <a:rPr sz="4050" b="0">
                <a:solidFill>
                  <a:srgbClr val="090909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4050" b="0">
                <a:solidFill>
                  <a:srgbClr val="090909"/>
                </a:solidFill>
              </a:defRPr>
            </a:pPr>
            <a:r>
              <a:rPr sz="4050" b="0">
                <a:solidFill>
                  <a:srgbClr val="090909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00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F7A00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66663"/>
                </a:solidFill>
              </a:defRPr>
            </a:pPr>
            <a:r>
              <a:rPr sz="788" b="0">
                <a:solidFill>
                  <a:srgbClr val="6666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90909"/>
                </a:solidFill>
              </a:defRPr>
            </a:pPr>
            <a:r>
              <a:rPr sz="1163" b="0">
                <a:solidFill>
                  <a:srgbClr val="090909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00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626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437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43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724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86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90909"/>
                </a:solidFill>
              </a:defRPr>
            </a:pPr>
            <a:r>
              <a:rPr sz="1500" b="1">
                <a:solidFill>
                  <a:srgbClr val="090909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</a:defRPr>
            </a:pPr>
            <a:r>
              <a:rPr sz="1200" b="1">
                <a:solidFill>
                  <a:srgbClr val="090909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2026-08-25T02:36:56.0290000Z</dcterms:created>
  <dcterms:modified xsi:type="dcterms:W3CDTF">2026-08-25T02:36:56.0290000Z</dcterms:modified>
</coreProperties>
</file>