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26e55f1d22460f" /><Relationship Type="http://schemas.openxmlformats.org/officeDocument/2006/relationships/extended-properties" Target="/docProps/app.xml" Id="Rf01fd9eae2744c44" /><Relationship Type="http://schemas.openxmlformats.org/officeDocument/2006/relationships/officeDocument" Target="/ppt/presentation.xml" Id="R8f64772adf8b4b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434fee5bf0448e"/>
  </p:sldMasterIdLst>
  <p:notesMasterIdLst>
    <p:notesMasterId xmlns:r="http://schemas.openxmlformats.org/officeDocument/2006/relationships" r:id="Ra8095354ab9e4307"/>
  </p:notesMasterIdLst>
  <p:sldIdLst>
    <p:sldId xmlns:r="http://schemas.openxmlformats.org/officeDocument/2006/relationships" id="256" r:id="R10ebf873ea594d07"/>
    <p:sldId xmlns:r="http://schemas.openxmlformats.org/officeDocument/2006/relationships" id="257" r:id="R08e6c4f281f74a12"/>
    <p:sldId xmlns:r="http://schemas.openxmlformats.org/officeDocument/2006/relationships" id="258" r:id="R5323ae331f1945f5"/>
    <p:sldId xmlns:r="http://schemas.openxmlformats.org/officeDocument/2006/relationships" id="259" r:id="R582aadac5e9240cb"/>
    <p:sldId xmlns:r="http://schemas.openxmlformats.org/officeDocument/2006/relationships" id="260" r:id="R5e84d37d80bf467e"/>
    <p:sldId xmlns:r="http://schemas.openxmlformats.org/officeDocument/2006/relationships" id="261" r:id="Rdb182e6e97344134"/>
    <p:sldId xmlns:r="http://schemas.openxmlformats.org/officeDocument/2006/relationships" id="262" r:id="R6d92eb0872d64d47"/>
    <p:sldId xmlns:r="http://schemas.openxmlformats.org/officeDocument/2006/relationships" id="263" r:id="R5328c80df0124691"/>
    <p:sldId xmlns:r="http://schemas.openxmlformats.org/officeDocument/2006/relationships" id="264" r:id="Rf94e66eb456f49f7"/>
    <p:sldId xmlns:r="http://schemas.openxmlformats.org/officeDocument/2006/relationships" id="265" r:id="R9acd496d889a4675"/>
    <p:sldId xmlns:r="http://schemas.openxmlformats.org/officeDocument/2006/relationships" id="266" r:id="R2144b660350647b1"/>
    <p:sldId xmlns:r="http://schemas.openxmlformats.org/officeDocument/2006/relationships" id="267" r:id="R634484ff3c12453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103a8811a346ec" /><Relationship Type="http://schemas.openxmlformats.org/officeDocument/2006/relationships/slideMaster" Target="/ppt/slideMasters/slideMaster1.xml" Id="R83434fee5bf0448e" /><Relationship Type="http://schemas.openxmlformats.org/officeDocument/2006/relationships/notesMaster" Target="/ppt/notesMasters/notesMaster1.xml" Id="Ra8095354ab9e4307" /><Relationship Type="http://schemas.openxmlformats.org/officeDocument/2006/relationships/presProps" Target="/ppt/presProps.xml" Id="R592483b1f1ac4594" /><Relationship Type="http://schemas.openxmlformats.org/officeDocument/2006/relationships/tableStyles" Target="/ppt/tableStyles.xml" Id="R3c0fe5684f124547" /><Relationship Type="http://schemas.openxmlformats.org/officeDocument/2006/relationships/slide" Target="/ppt/slides/slide1.xml" Id="R10ebf873ea594d07" /><Relationship Type="http://schemas.openxmlformats.org/officeDocument/2006/relationships/slide" Target="/ppt/slides/slide2.xml" Id="R08e6c4f281f74a12" /><Relationship Type="http://schemas.openxmlformats.org/officeDocument/2006/relationships/slide" Target="/ppt/slides/slide3.xml" Id="R5323ae331f1945f5" /><Relationship Type="http://schemas.openxmlformats.org/officeDocument/2006/relationships/slide" Target="/ppt/slides/slide4.xml" Id="R582aadac5e9240cb" /><Relationship Type="http://schemas.openxmlformats.org/officeDocument/2006/relationships/slide" Target="/ppt/slides/slide5.xml" Id="R5e84d37d80bf467e" /><Relationship Type="http://schemas.openxmlformats.org/officeDocument/2006/relationships/slide" Target="/ppt/slides/slide6.xml" Id="Rdb182e6e97344134" /><Relationship Type="http://schemas.openxmlformats.org/officeDocument/2006/relationships/slide" Target="/ppt/slides/slide7.xml" Id="R6d92eb0872d64d47" /><Relationship Type="http://schemas.openxmlformats.org/officeDocument/2006/relationships/slide" Target="/ppt/slides/slide8.xml" Id="R5328c80df0124691" /><Relationship Type="http://schemas.openxmlformats.org/officeDocument/2006/relationships/slide" Target="/ppt/slides/slide9.xml" Id="Rf94e66eb456f49f7" /><Relationship Type="http://schemas.openxmlformats.org/officeDocument/2006/relationships/slide" Target="/ppt/slides/slide10.xml" Id="R9acd496d889a4675" /><Relationship Type="http://schemas.openxmlformats.org/officeDocument/2006/relationships/slide" Target="/ppt/slides/slide11.xml" Id="R2144b660350647b1" /><Relationship Type="http://schemas.openxmlformats.org/officeDocument/2006/relationships/slide" Target="/ppt/slides/slide12.xml" Id="R634484ff3c12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d6adbd70e34a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d0c8eac02047c1" /><Relationship Type="http://schemas.openxmlformats.org/officeDocument/2006/relationships/notesMaster" Target="/ppt/notesMasters/notesMaster1.xml" Id="R5e05eb2cd27e4e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d3370c0312492a" /><Relationship Type="http://schemas.openxmlformats.org/officeDocument/2006/relationships/notesMaster" Target="/ppt/notesMasters/notesMaster1.xml" Id="Rffe8afbd12934a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f1c0fb880c49d8" /><Relationship Type="http://schemas.openxmlformats.org/officeDocument/2006/relationships/notesMaster" Target="/ppt/notesMasters/notesMaster1.xml" Id="Rd8171dad469b42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df5b37ed68453d" /><Relationship Type="http://schemas.openxmlformats.org/officeDocument/2006/relationships/notesMaster" Target="/ppt/notesMasters/notesMaster1.xml" Id="R33f58efc7f8f47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8218762ace4e87" /><Relationship Type="http://schemas.openxmlformats.org/officeDocument/2006/relationships/notesMaster" Target="/ppt/notesMasters/notesMaster1.xml" Id="R5298c7f889154c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af6728665343c9" /><Relationship Type="http://schemas.openxmlformats.org/officeDocument/2006/relationships/notesMaster" Target="/ppt/notesMasters/notesMaster1.xml" Id="Rc165d39f522047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233ba1b44e4f8f" /><Relationship Type="http://schemas.openxmlformats.org/officeDocument/2006/relationships/notesMaster" Target="/ppt/notesMasters/notesMaster1.xml" Id="R099c3c2466514e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bc7936dd9b4543" /><Relationship Type="http://schemas.openxmlformats.org/officeDocument/2006/relationships/notesMaster" Target="/ppt/notesMasters/notesMaster1.xml" Id="R7fac613a3a234a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b5feb41fa34a28" /><Relationship Type="http://schemas.openxmlformats.org/officeDocument/2006/relationships/notesMaster" Target="/ppt/notesMasters/notesMaster1.xml" Id="R3767f693b7d94b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f67e4006774b9e" /><Relationship Type="http://schemas.openxmlformats.org/officeDocument/2006/relationships/notesMaster" Target="/ppt/notesMasters/notesMaster1.xml" Id="Rb979ab5bb9c742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d229bb5b3f4ef7" /><Relationship Type="http://schemas.openxmlformats.org/officeDocument/2006/relationships/notesMaster" Target="/ppt/notesMasters/notesMaster1.xml" Id="R32127d71055a43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5e89e1e17e4173" /><Relationship Type="http://schemas.openxmlformats.org/officeDocument/2006/relationships/notesMaster" Target="/ppt/notesMasters/notesMaster1.xml" Id="Ref4255f181464d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2833c73fa4f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d7a4e43f214a8f" /><Relationship Type="http://schemas.openxmlformats.org/officeDocument/2006/relationships/slideLayout" Target="/ppt/slideLayouts/slideLayout1.xml" Id="R0231b756539244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1b756539244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97e5d99f14372" /><Relationship Type="http://schemas.openxmlformats.org/officeDocument/2006/relationships/image" Target="/ppt/media/image.png" Id="R61d352bd916f478a" /><Relationship Type="http://schemas.openxmlformats.org/officeDocument/2006/relationships/image" Target="/ppt/media/image2.png" Id="Re3de830a37324c23" /><Relationship Type="http://schemas.openxmlformats.org/officeDocument/2006/relationships/notesSlide" Target="/ppt/notesSlides/notesSlide1.xml" Id="R6632a8a0908241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10e2268654e1a" /><Relationship Type="http://schemas.openxmlformats.org/officeDocument/2006/relationships/notesSlide" Target="/ppt/notesSlides/notesSlide2.xml" Id="R4249d4b889d94d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279b51d064cd9" /><Relationship Type="http://schemas.openxmlformats.org/officeDocument/2006/relationships/notesSlide" Target="/ppt/notesSlides/notesSlide3.xml" Id="R545f584b6c67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ef1d5fd36426c" /><Relationship Type="http://schemas.openxmlformats.org/officeDocument/2006/relationships/notesSlide" Target="/ppt/notesSlides/notesSlide4.xml" Id="R22fbbdf345a342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ef2608ba64807" /><Relationship Type="http://schemas.openxmlformats.org/officeDocument/2006/relationships/notesSlide" Target="/ppt/notesSlides/notesSlide5.xml" Id="Ra6b35f2477de4b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9d79410374c28" /><Relationship Type="http://schemas.openxmlformats.org/officeDocument/2006/relationships/notesSlide" Target="/ppt/notesSlides/notesSlide6.xml" Id="R4cd4c25501234f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f1453f40448a5" /><Relationship Type="http://schemas.openxmlformats.org/officeDocument/2006/relationships/notesSlide" Target="/ppt/notesSlides/notesSlide7.xml" Id="Rb11eb3595be54c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168ed973d4162" /><Relationship Type="http://schemas.openxmlformats.org/officeDocument/2006/relationships/notesSlide" Target="/ppt/notesSlides/notesSlide8.xml" Id="Ra74c4eb6e571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956bde37e4d35" /><Relationship Type="http://schemas.openxmlformats.org/officeDocument/2006/relationships/image" Target="/ppt/media/image3.png" Id="R8f9ff4ce13c14f1e" /><Relationship Type="http://schemas.openxmlformats.org/officeDocument/2006/relationships/image" Target="/ppt/media/image4.png" Id="Rbc6bea5a051242c2" /><Relationship Type="http://schemas.openxmlformats.org/officeDocument/2006/relationships/image" Target="/ppt/media/image5.png" Id="Rda922f2d313548ab" /><Relationship Type="http://schemas.openxmlformats.org/officeDocument/2006/relationships/image" Target="/ppt/media/image6.png" Id="R6b2e8cdc83f64c11" /><Relationship Type="http://schemas.openxmlformats.org/officeDocument/2006/relationships/image" Target="/ppt/media/image7.png" Id="Rfb2905dd2d0c487b" /><Relationship Type="http://schemas.openxmlformats.org/officeDocument/2006/relationships/image" Target="/ppt/media/image8.png" Id="Rd513f54c8c00488a" /><Relationship Type="http://schemas.openxmlformats.org/officeDocument/2006/relationships/notesSlide" Target="/ppt/notesSlides/notesSlide9.xml" Id="R8c5a282d8c664a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9ddc7af8b42fc" /><Relationship Type="http://schemas.openxmlformats.org/officeDocument/2006/relationships/notesSlide" Target="/ppt/notesSlides/notesSlide10.xml" Id="R8bb33fda50a642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36016138c4b88" /><Relationship Type="http://schemas.openxmlformats.org/officeDocument/2006/relationships/notesSlide" Target="/ppt/notesSlides/notesSlide11.xml" Id="R0d77ba059c5f49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06774a8ea4396" /><Relationship Type="http://schemas.openxmlformats.org/officeDocument/2006/relationships/image" Target="/ppt/media/image9.png" Id="R43bb8bd930444f09" /><Relationship Type="http://schemas.openxmlformats.org/officeDocument/2006/relationships/notesSlide" Target="/ppt/notesSlides/notesSlide12.xml" Id="Rdb122819abbe44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352bd916f478a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e830a37324c23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ff4ce13c14f1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bea5a051242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22f2d313548a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e8cdc83f64c1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b2905dd2d0c487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513f54c8c00488a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它不是一门提示词课，也不是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教员工多用几个 AI 工具。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它教企业的人怎么管理一支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b8bd930444f09"/>
          <a:stretch xmlns:a="http://schemas.openxmlformats.org/drawingml/2006/main"/>
        </p:blipFill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2026-08-25T06:00:46.8350000Z</dcterms:created>
  <dcterms:modified xsi:type="dcterms:W3CDTF">2026-08-25T06:00:46.8350000Z</dcterms:modified>
</coreProperties>
</file>