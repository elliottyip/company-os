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d7f31a17f94fb9" /><Relationship Type="http://schemas.openxmlformats.org/officeDocument/2006/relationships/extended-properties" Target="/docProps/app.xml" Id="R3b9ed5c5f5bd48b1" /><Relationship Type="http://schemas.openxmlformats.org/officeDocument/2006/relationships/officeDocument" Target="/ppt/presentation.xml" Id="Rf1224398d58248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5321385cca4bfe"/>
  </p:sldMasterIdLst>
  <p:notesMasterIdLst>
    <p:notesMasterId xmlns:r="http://schemas.openxmlformats.org/officeDocument/2006/relationships" r:id="R61ff739f727841d0"/>
  </p:notesMasterIdLst>
  <p:sldIdLst>
    <p:sldId xmlns:r="http://schemas.openxmlformats.org/officeDocument/2006/relationships" id="256" r:id="R6424c64eb7fd41a0"/>
    <p:sldId xmlns:r="http://schemas.openxmlformats.org/officeDocument/2006/relationships" id="257" r:id="R240f088cd6504582"/>
    <p:sldId xmlns:r="http://schemas.openxmlformats.org/officeDocument/2006/relationships" id="258" r:id="R1a943107737b440a"/>
    <p:sldId xmlns:r="http://schemas.openxmlformats.org/officeDocument/2006/relationships" id="259" r:id="R99ab818662a64c5b"/>
    <p:sldId xmlns:r="http://schemas.openxmlformats.org/officeDocument/2006/relationships" id="260" r:id="R93583240276f4dd0"/>
    <p:sldId xmlns:r="http://schemas.openxmlformats.org/officeDocument/2006/relationships" id="261" r:id="Rad65746ce0e7479d"/>
    <p:sldId xmlns:r="http://schemas.openxmlformats.org/officeDocument/2006/relationships" id="262" r:id="R4cd0f6b0b3a14ee8"/>
    <p:sldId xmlns:r="http://schemas.openxmlformats.org/officeDocument/2006/relationships" id="263" r:id="R58f62bf7a86f4fee"/>
    <p:sldId xmlns:r="http://schemas.openxmlformats.org/officeDocument/2006/relationships" id="264" r:id="R84afd796e7354595"/>
    <p:sldId xmlns:r="http://schemas.openxmlformats.org/officeDocument/2006/relationships" id="265" r:id="R8dca944e26174c03"/>
    <p:sldId xmlns:r="http://schemas.openxmlformats.org/officeDocument/2006/relationships" id="266" r:id="Ra51af4f078d54d4d"/>
    <p:sldId xmlns:r="http://schemas.openxmlformats.org/officeDocument/2006/relationships" id="267" r:id="Rea95bd40fa3443ff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235ebcaba64ee6" /><Relationship Type="http://schemas.openxmlformats.org/officeDocument/2006/relationships/slideMaster" Target="/ppt/slideMasters/slideMaster1.xml" Id="R5a5321385cca4bfe" /><Relationship Type="http://schemas.openxmlformats.org/officeDocument/2006/relationships/notesMaster" Target="/ppt/notesMasters/notesMaster1.xml" Id="R61ff739f727841d0" /><Relationship Type="http://schemas.openxmlformats.org/officeDocument/2006/relationships/presProps" Target="/ppt/presProps.xml" Id="Rfa858c61afc84e71" /><Relationship Type="http://schemas.openxmlformats.org/officeDocument/2006/relationships/tableStyles" Target="/ppt/tableStyles.xml" Id="Rae28a50d0c4e4cf5" /><Relationship Type="http://schemas.openxmlformats.org/officeDocument/2006/relationships/slide" Target="/ppt/slides/slide1.xml" Id="R6424c64eb7fd41a0" /><Relationship Type="http://schemas.openxmlformats.org/officeDocument/2006/relationships/slide" Target="/ppt/slides/slide2.xml" Id="R240f088cd6504582" /><Relationship Type="http://schemas.openxmlformats.org/officeDocument/2006/relationships/slide" Target="/ppt/slides/slide3.xml" Id="R1a943107737b440a" /><Relationship Type="http://schemas.openxmlformats.org/officeDocument/2006/relationships/slide" Target="/ppt/slides/slide4.xml" Id="R99ab818662a64c5b" /><Relationship Type="http://schemas.openxmlformats.org/officeDocument/2006/relationships/slide" Target="/ppt/slides/slide5.xml" Id="R93583240276f4dd0" /><Relationship Type="http://schemas.openxmlformats.org/officeDocument/2006/relationships/slide" Target="/ppt/slides/slide6.xml" Id="Rad65746ce0e7479d" /><Relationship Type="http://schemas.openxmlformats.org/officeDocument/2006/relationships/slide" Target="/ppt/slides/slide7.xml" Id="R4cd0f6b0b3a14ee8" /><Relationship Type="http://schemas.openxmlformats.org/officeDocument/2006/relationships/slide" Target="/ppt/slides/slide8.xml" Id="R58f62bf7a86f4fee" /><Relationship Type="http://schemas.openxmlformats.org/officeDocument/2006/relationships/slide" Target="/ppt/slides/slide9.xml" Id="R84afd796e7354595" /><Relationship Type="http://schemas.openxmlformats.org/officeDocument/2006/relationships/slide" Target="/ppt/slides/slide10.xml" Id="R8dca944e26174c03" /><Relationship Type="http://schemas.openxmlformats.org/officeDocument/2006/relationships/slide" Target="/ppt/slides/slide11.xml" Id="Ra51af4f078d54d4d" /><Relationship Type="http://schemas.openxmlformats.org/officeDocument/2006/relationships/slide" Target="/ppt/slides/slide12.xml" Id="Rea95bd40fa3443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c144b7ccb842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305240044e4103" /><Relationship Type="http://schemas.openxmlformats.org/officeDocument/2006/relationships/notesMaster" Target="/ppt/notesMasters/notesMaster1.xml" Id="R28374a8a57754b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02600322554f78" /><Relationship Type="http://schemas.openxmlformats.org/officeDocument/2006/relationships/notesMaster" Target="/ppt/notesMasters/notesMaster1.xml" Id="Rc61a6efcd8cb4f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f8ee52715d44a6" /><Relationship Type="http://schemas.openxmlformats.org/officeDocument/2006/relationships/notesMaster" Target="/ppt/notesMasters/notesMaster1.xml" Id="R203fb0a660b844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5a2c145cba490b" /><Relationship Type="http://schemas.openxmlformats.org/officeDocument/2006/relationships/notesMaster" Target="/ppt/notesMasters/notesMaster1.xml" Id="R529c3412ceca4e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1d23648b884ddf" /><Relationship Type="http://schemas.openxmlformats.org/officeDocument/2006/relationships/notesMaster" Target="/ppt/notesMasters/notesMaster1.xml" Id="R7549927445a648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cf7442c7f34b68" /><Relationship Type="http://schemas.openxmlformats.org/officeDocument/2006/relationships/notesMaster" Target="/ppt/notesMasters/notesMaster1.xml" Id="R03326a47594b4fe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f303a6a3181435e" /><Relationship Type="http://schemas.openxmlformats.org/officeDocument/2006/relationships/notesMaster" Target="/ppt/notesMasters/notesMaster1.xml" Id="Rb0d40d3042654f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b5d81f4ec14c60" /><Relationship Type="http://schemas.openxmlformats.org/officeDocument/2006/relationships/notesMaster" Target="/ppt/notesMasters/notesMaster1.xml" Id="Rdacd98d4a3a245a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86a41df8b9746ab" /><Relationship Type="http://schemas.openxmlformats.org/officeDocument/2006/relationships/notesMaster" Target="/ppt/notesMasters/notesMaster1.xml" Id="R048df5b3ffc34b5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d4a9aa4208c4370" /><Relationship Type="http://schemas.openxmlformats.org/officeDocument/2006/relationships/notesMaster" Target="/ppt/notesMasters/notesMaster1.xml" Id="Rb46b45eb4b564df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67fc9ace30645f9" /><Relationship Type="http://schemas.openxmlformats.org/officeDocument/2006/relationships/notesMaster" Target="/ppt/notesMasters/notesMaster1.xml" Id="R486d41b9279d49b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bc7bb08aa864b98" /><Relationship Type="http://schemas.openxmlformats.org/officeDocument/2006/relationships/notesMaster" Target="/ppt/notesMasters/notesMaster1.xml" Id="R19346b4760ea48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Project-owned Raft logo supplied by the user: /Users/elliottye/Desktop/raft-logo-mark.svg; white rounded-square background removed while preserving the orange mark</a:t>
            </a:r>
          </a:p>
          <a:p xmlns:a="http://schemas.openxmlformats.org/drawingml/2006/main">
            <a:r>
              <a:t>- User-provided and approved orange abstract cover visual: /Users/elliottye/Desktop/exec-eaa585b7-6630-4b2c-bcab-341d9bb5e79c.png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https://press.siemens.com/global/en/pressrelease/siemens-introduces-ai-agents-industrial-automation</a:t>
            </a:r>
          </a:p>
          <a:p xmlns:a="http://schemas.openxmlformats.org/drawingml/2006/main">
            <a:r>
              <a:t>https://www.bosch.com/research/bcai/industrial-ai/</a:t>
            </a:r>
          </a:p>
          <a:p xmlns:a="http://schemas.openxmlformats.org/drawingml/2006/main">
            <a:r>
              <a:t>https://www.se.com/ww/en/about-us/newsroom/news/press-releases/Schneider-Electric-unveils-next-generation-agentic-manufacturing-capabilities-powered-by-Microsoft-Azure-AI-at-Hannover-Messe-2026-69e08de2ddabef15890a48f3/</a:t>
            </a:r>
          </a:p>
          <a:p xmlns:a="http://schemas.openxmlformats.org/drawingml/2006/main">
            <a:r>
              <a:t>https://new.abb.com/process-automation/genix/abb-genix-copilot</a:t>
            </a:r>
          </a:p>
          <a:p xmlns:a="http://schemas.openxmlformats.org/drawingml/2006/main">
            <a:r>
              <a:t>https://commons.wikimedia.org/wiki/File:Siemens-logo.svg</a:t>
            </a:r>
          </a:p>
          <a:p xmlns:a="http://schemas.openxmlformats.org/drawingml/2006/main">
            <a:r>
              <a:t>https://commons.wikimedia.org/wiki/File:Bosch-logo.svg</a:t>
            </a:r>
          </a:p>
          <a:p xmlns:a="http://schemas.openxmlformats.org/drawingml/2006/main">
            <a:r>
              <a:t>https://commons.wikimedia.org/wiki/File:SchneiderElectric_Logo.svg</a:t>
            </a:r>
          </a:p>
          <a:p xmlns:a="http://schemas.openxmlformats.org/drawingml/2006/main">
            <a:r>
              <a:t>https://commons.wikimedia.org/wiki/File:ABB_logo.svg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https://commons.wikimedia.org/wiki/File:Toyota_logo.svg
https://commons.wikimedia.org/wiki/File:BMW.svg
https://commons.wikimedia.org/wiki/File:Honeywell_logo.svg
https://commons.wikimedia.org/wiki/File:Caterpillar_logo.svg
[/Sources]</a:t>
            </a:r>
          </a:p>
          <a:p xmlns:a="http://schemas.openxmlformats.org/drawingml/2006/main">
            <a:r>
              <a:t>
[Sources]
Case narratives use the user's previously approved anonymous cross-border e-commerce and furniture manufacturing copy. No company identity or measured outcome is asserted.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https://github.com/ElliottYip/agentboss-school (public repository verified 2026-08-25)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4cfa1641a446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9aae02aff34901" /><Relationship Type="http://schemas.openxmlformats.org/officeDocument/2006/relationships/slideLayout" Target="/ppt/slideLayouts/slideLayout1.xml" Id="Re3d461772be241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d461772be241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8d71d1d0c74ea7" /><Relationship Type="http://schemas.openxmlformats.org/officeDocument/2006/relationships/image" Target="/ppt/media/image.png" Id="R9478fb2f14a7411d" /><Relationship Type="http://schemas.openxmlformats.org/officeDocument/2006/relationships/image" Target="/ppt/media/image2.png" Id="Rac677e38b45e4f35" /><Relationship Type="http://schemas.openxmlformats.org/officeDocument/2006/relationships/notesSlide" Target="/ppt/notesSlides/notesSlide1.xml" Id="Re02db46a46114b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90649155e04a91" /><Relationship Type="http://schemas.openxmlformats.org/officeDocument/2006/relationships/notesSlide" Target="/ppt/notesSlides/notesSlide2.xml" Id="Rfe9cc12a410f4c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cfe7be33234766" /><Relationship Type="http://schemas.openxmlformats.org/officeDocument/2006/relationships/notesSlide" Target="/ppt/notesSlides/notesSlide3.xml" Id="R2faa8e933cc84c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84cf150af4603" /><Relationship Type="http://schemas.openxmlformats.org/officeDocument/2006/relationships/notesSlide" Target="/ppt/notesSlides/notesSlide4.xml" Id="R55fbcaec8e6942f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16503774944b77" /><Relationship Type="http://schemas.openxmlformats.org/officeDocument/2006/relationships/notesSlide" Target="/ppt/notesSlides/notesSlide5.xml" Id="Rf87ad826321a4d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fd3e7ee82f4241" /><Relationship Type="http://schemas.openxmlformats.org/officeDocument/2006/relationships/notesSlide" Target="/ppt/notesSlides/notesSlide6.xml" Id="R8f72924629594e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9e20df7d5044ea" /><Relationship Type="http://schemas.openxmlformats.org/officeDocument/2006/relationships/notesSlide" Target="/ppt/notesSlides/notesSlide7.xml" Id="Rd9a1a620cdae477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8d15bd23074be8" /><Relationship Type="http://schemas.openxmlformats.org/officeDocument/2006/relationships/notesSlide" Target="/ppt/notesSlides/notesSlide8.xml" Id="Rd07c3fcb9f4e47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82661f08bb4662" /><Relationship Type="http://schemas.openxmlformats.org/officeDocument/2006/relationships/image" Target="/ppt/media/image3.png" Id="R72ae387598f843f1" /><Relationship Type="http://schemas.openxmlformats.org/officeDocument/2006/relationships/image" Target="/ppt/media/image4.png" Id="R055d6256719a466e" /><Relationship Type="http://schemas.openxmlformats.org/officeDocument/2006/relationships/image" Target="/ppt/media/image5.png" Id="R5d13672668bc4327" /><Relationship Type="http://schemas.openxmlformats.org/officeDocument/2006/relationships/image" Target="/ppt/media/image6.png" Id="Rcc02ac9af0f94631" /><Relationship Type="http://schemas.openxmlformats.org/officeDocument/2006/relationships/image" Target="/ppt/media/image7.png" Id="R2d76589ec37141b3" /><Relationship Type="http://schemas.openxmlformats.org/officeDocument/2006/relationships/image" Target="/ppt/media/image8.png" Id="R36bb3b9c62b84098" /><Relationship Type="http://schemas.openxmlformats.org/officeDocument/2006/relationships/notesSlide" Target="/ppt/notesSlides/notesSlide9.xml" Id="R2f056f2b713b43a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1387bf5cd14621" /><Relationship Type="http://schemas.openxmlformats.org/officeDocument/2006/relationships/notesSlide" Target="/ppt/notesSlides/notesSlide10.xml" Id="R976131dc0496494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181d80a3594a06" /><Relationship Type="http://schemas.openxmlformats.org/officeDocument/2006/relationships/notesSlide" Target="/ppt/notesSlides/notesSlide11.xml" Id="R43758363c7dc4a6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a1ae59f07f46c9" /><Relationship Type="http://schemas.openxmlformats.org/officeDocument/2006/relationships/notesSlide" Target="/ppt/notesSlides/notesSlide12.xml" Id="Rf5259e51ede549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8156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企业想做 AI 升级，</a:t>
            </a:r>
          </a:p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第一步从哪里开始？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70707"/>
                </a:solidFill>
                <a:latin typeface="Arial"/>
                <a:ea typeface="Arial"/>
                <a:cs typeface="Arial"/>
              </a:rPr>
              <a:t>FDE 走进业务现场，帮你找准第一个问题，</a:t>
            </a:r>
          </a:p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70707"/>
                </a:solidFill>
                <a:latin typeface="Arial"/>
                <a:ea typeface="Arial"/>
                <a:cs typeface="Arial"/>
              </a:rPr>
              <a:t>再把它做成有人用、看得到结果的系统。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业务诊断｜流程改造｜Skill｜定制 SaaS｜数据库｜Agent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78fb2f14a7411d"/>
          <a:stretch xmlns:a="http://schemas.openxmlformats.org/drawingml/2006/main"/>
        </p:blipFill>
        <p:spPr>
          <a:xfrm xmlns:a="http://schemas.openxmlformats.org/drawingml/2006/main" flipH="0" flipV="0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677e38b45e4f35"/>
          <a:srcRect xmlns:a="http://schemas.openxmlformats.org/drawingml/2006/main" l="612" t="0" r="6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AI 已经可以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自己干活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33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过去，我们手动完成工作每一步。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95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现在，Agent 可以读资料、查数据、调用工具、完成一连串任务。碰到需要审核的事，再交给人判断。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05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公司的工作方式也会跟着变：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73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重复工作交给 Agent；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1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14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人负责目标、判断和审核；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88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62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一个负责人可以带多个 Agent；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164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10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公司积累的不只是文件，还有能反复使用的流程和 Skill。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737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05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Microsoft 在 2025 年提出 Agent Boss：员工将开始构建、分配和管理 Agent。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5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67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OpenAI 把 Agent 定义为能够代表用户完成工作流的系统，不只是聊天机器人。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976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Google 认为企业 Agent 要连接公司的数据、工具、记忆和运行环境，才能真正工作。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595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791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Anthropic 发现，人在实际协作中更多决定“做什么”，Agent 更多负责“怎么做”。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458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650" b="1">
                <a:solidFill>
                  <a:srgbClr val="070707"/>
                </a:solidFill>
              </a:rPr>
              <a:t>公司的运作效率，会随着AI Native程度拉开差距。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这些数字已经发生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Microsoft 2025 Work Trend Index 调查了 31 个国家的 31,000 名员工。81% 的受访领导者预计，未来 12—18 个月 Agent 会进入公司的 AI 战略。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100万+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OpenAI 2025 年公布，已有超过 100 万家企业客户在使用其产品。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OpenAI 2026 年的企业使用数据中，自 2 月以来，Codex 周活跃用户在法务部门增长 108 倍，在销售和招聘部门均增长 41 倍，在市场部门增长 26 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0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已经进入生产的公开案例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OpenAI 公布的客户资料显示，Codex 帮助其把代码评审时间缩短 50%，部分项目从数周缩短到数天。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其多 Agent 尽调系统的开发时间减少超过 50%，Agent 准确率提高 30%。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Google Cloud 客户案例称，其 AI 系统每年节省 5,390 万美元，客户问题解决速度提高 87%，30% 的来电由 AI 主动解决。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OpenAI 客户资料显示，Lowe’s 已在 1,700 多家门店为员工提供 AI 项目指导工具。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想要升级提效，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但不知道从哪里入手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很多企业已经试过 AI：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3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买过会员，员工偶尔问几个问题；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9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做过 Demo，演示时很好，上线后没人用；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55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看了很多案例，回到自己公司却套不上；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1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每个部门都说有需求，但排不出先后；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80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想建知识库，资料却散在微信、Excel、PDF、网盘和员工电脑里；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4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担心数据安全，也不知道 Agent 能开放多大权限。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481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AI 升级横跨了四件事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100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老板想要的结果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148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720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一线员工的工作流程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7682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339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数据和系统在哪里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387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959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技术怎么做出来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895975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少一层，项目就容易停住。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为什么自己做容易卡住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34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只听老板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934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方向很大，但找不到具体从哪项工作开始。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96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只听一线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3533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会得到很多零散需求，却不知道哪个最值得投入。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15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72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只找软件公司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7724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对方需要清楚的需求文档，但企业现在最缺的就是清楚的需求。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34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直接买标准产品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1915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上线很快，但公司的流程不一定适合它。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534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10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一开始就建大平台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6106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钱和时间先花出去了，业务价值还没有验证。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392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企业需要一个人把业务、产品和技术接在一起。这就是 FDE 的工作。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FDE 从模糊问题开始，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做到结果出来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Forward Deployed Engineer 不是坐在客户办公室写代码的人。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FDE 先去现场看真实工作：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老板为什么想做 AI，一线每天怎么操作，数据放在哪里，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哪些地方最耗时间、最容易错、最影响客户。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问题看清后，再决定怎么做：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现成软件能解决，就直接用现成软件；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一个 Skill 能解决，就不做大系统；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需要连接原有系统，就做集成；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需要整理数据，就先建数据库或知识库；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一条流程适合 Agent，就把人和 Agent 的分工设计清楚。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从一个小工具，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到一次公司级 AI 升级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一个具体问题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企业专属 Skill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报价、录单、对账、报告自动化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文档、表格和图片处理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小型定制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适合：问题明确，希望尽快看到效果。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一条业务流程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访谈和流程整理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ERP、CRM、飞书、钉钉、企微等系统连接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进度、结果和操作记录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多角色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异常处理和人工确认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适合：工作跨多人、跨系统，靠人工反复传递。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一套数据基础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业务数据库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数据整理和统一命名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为 Agent 提供可信的数据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企业知识库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权限和使用范围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适合：资料很多，但找不到、用不准、无法共享。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2025" b="1">
                <a:solidFill>
                  <a:srgbClr val="070707"/>
                </a:solidFill>
              </a:rPr>
              <a:t>一次公司级升级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找出各部门适合 AI 的工作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重新设计人和 Agent 的分工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建立权限、审批和责任记录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制定试点顺序和后续计划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培训企业自己的 Agent Boss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适合：老板希望系统推进，不想让各部门各自尝试。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先做一次诊断，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再决定要不要开发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先确认企业为什么要做 AI：省时间、少出错、增加收入，还是改善整个公司的工作方式。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我们会看员工实际使用的表格、文件、聊天工具和业务系统，也会看正常流程之外的各种例外。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按价值、难度、数据条件、风险和验证时间排序。不是所有问题都要用 AI。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只选一项工作，先约定负责人、数据、范围和判断结果的指标，再做出能用的版本。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真实用户用过以后，再决定继续修改、推广到其他部门，还是停止。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不交一个演示，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交一套能验证的东西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根据项目范围，试点通常包括：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原来的工作流程图；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找到的问题和改造范围；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可以运行的原型或系统；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使用的数据和权限说明；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人和 Agent 各自负责什么；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哪些动作需要人工确认；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上线前后的对比方法；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继续做、调整或停止的建议。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我们会提前写清楚：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谁负责；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做到哪里算完成；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什么不在这次范围内；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怎么判断有没有效果。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这些项目，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已经在真实业务中落地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深受信赖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案例一｜跨境电商 / 商品上架运营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原来怎么做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运营人员从供应商 Excel、聊天记录和图片文件中整理商品资料，再逐项翻译、补齐属性并录入多个平台。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我们发现的问题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真正拖慢上新的不是“写文案”，而是商品属性不完整、资料版本混乱，以及多平台规则需要反复人工核对。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我们做了什么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建立商品资料库和上架工作流；Agent 负责整理、翻译与规则检查，运营人员只处理异常并最终确认。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上线后的变化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资料整理：分散查找 → 集中生成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人工步骤：逐项复制 → 异常处理与确认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错误返工：上架后发现 → 发布前检查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业务影响：新品上架节奏更稳定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案例二｜家具制造工厂 / 订单转生产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销售订单来自微信、Excel 和图纸。我们把尺寸、面料、五金与工艺要求结构化，连接订单库、BOM 和生产工单，并在投产前提示缺项、冲突和版本变化。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ae387598f843f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842963" y="3052763"/>
            <a:ext cx="1409700" cy="469868"/>
          </a:xfrm>
          <a:prstGeom xmlns:a="http://schemas.openxmlformats.org/drawingml/2006/main" prst="rect">
            <a:avLst/>
          </a:prstGeom>
        </p:spPr>
      </p:pic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5d6256719a466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3133725" y="3043238"/>
            <a:ext cx="1295400" cy="485775"/>
          </a:xfrm>
          <a:prstGeom xmlns:a="http://schemas.openxmlformats.org/drawingml/2006/main" prst="rect">
            <a:avLst/>
          </a:prstGeom>
        </p:spPr>
      </p:pic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13672668bc432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310188" y="3000375"/>
            <a:ext cx="1524000" cy="571500"/>
          </a:xfrm>
          <a:prstGeom xmlns:a="http://schemas.openxmlformats.org/drawingml/2006/main" prst="rect">
            <a:avLst/>
          </a:prstGeom>
        </p:spPr>
      </p:pic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02ac9af0f9463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919163" y="3719513"/>
            <a:ext cx="1257300" cy="471488"/>
          </a:xfrm>
          <a:prstGeom xmlns:a="http://schemas.openxmlformats.org/drawingml/2006/main" prst="rect">
            <a:avLst/>
          </a:prstGeom>
        </p:spPr>
      </p:pic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6A28B0D-6783-408E-902B-EE05F9BA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810000"/>
            <a:ext cx="1600200" cy="283274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2d76589ec37141b3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8803CB5-0E17-496D-8BA9-36D1E520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812381"/>
            <a:ext cx="1571625" cy="280607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36bb3b9c62b84098"/>
            <a:stretch/>
          </a:blip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系统上线了，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还要有人会带 Agent 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FDE 负责把企业 AI 升级做出来。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系统上线后，企业自己的管理者和员工要学会：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我们把这套培训叫做 Agent Boss。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它不是一门提示词课，也不是教员工多用几个 AI 工具。它教企业的人怎么管理一支由人和 Agent 组成的团队。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给 Agent 说清目标和完成标准；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判断哪些工作可以交出去；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检查 Agent 的过程和结果；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处理异常、退回修改或暂停任务；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管好数据、工具和权限；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把好用的方法做成团队共同使用的 Skill；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对最后的业务结果负责。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AgentBoss School 已开源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github.com/ElliottYip/agentboss-school
MIT · v0.7.1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先帮你找到第一步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展会期间，我们提供免费的企业 AI 诊断。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你会拿到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我们也可能直接告诉你：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目前最值得先看的 1—3 项工作；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这些工作适不适合用 AI；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需要哪些数据、系统和人员参与；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更适合买现成软件、做 Skill、定制 SaaS、建数据库，还是先改流程；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是否值得做一个小试点。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这个问题不需要 AI；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现在的数据条件还做不了；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先把流程理顺，再考虑开发；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买现成产品更划算。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免费诊断不承诺完整方案，也不接触未经授权的敏感数据。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你的企业，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最应该先改哪项工作？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E1ABF-0294-4BBE-9360-938EC88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288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7A00"/>
                </a:solidFill>
              </a:defRPr>
            </a:pPr>
            <a:r>
              <a:rPr sz="1575" b="1">
                <a:solidFill>
                  <a:srgbClr val="FF7A00"/>
                </a:solidFill>
              </a:rPr>
              <a:t>每天限 10 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8EDA8-D9AF-4CEB-A268-7D46DF9D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43300"/>
            <a:ext cx="2667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26D7-955C-4317-A52F-A65349B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339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[飞书二维码]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433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加我飞书好友，并发送：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24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企业和行业；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958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最想改善的一项工作；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67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现在怎么做；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388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29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谁负责这项业务；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0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00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方便沟通的时间。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496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扫码加飞书｜发送现状即可预约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想做 AI 升级，就从一个看得清、做得完的问题开始。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2026-08-25T03:47:01.6600000Z</dcterms:created>
  <dcterms:modified xsi:type="dcterms:W3CDTF">2026-08-25T03:47:01.6600000Z</dcterms:modified>
</coreProperties>
</file>