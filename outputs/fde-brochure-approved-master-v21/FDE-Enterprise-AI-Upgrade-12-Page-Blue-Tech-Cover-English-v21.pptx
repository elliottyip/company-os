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dbb4c3761d471b" /><Relationship Type="http://schemas.openxmlformats.org/officeDocument/2006/relationships/extended-properties" Target="/docProps/app.xml" Id="R484fc8f292b14c53" /><Relationship Type="http://schemas.openxmlformats.org/officeDocument/2006/relationships/officeDocument" Target="/ppt/presentation.xml" Id="Ra0337a54576b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c36ab944345b1"/>
  </p:sldMasterIdLst>
  <p:notesMasterIdLst>
    <p:notesMasterId xmlns:r="http://schemas.openxmlformats.org/officeDocument/2006/relationships" r:id="R55e29b2e67424b0c"/>
  </p:notesMasterIdLst>
  <p:sldIdLst>
    <p:sldId xmlns:r="http://schemas.openxmlformats.org/officeDocument/2006/relationships" id="256" r:id="R2d3ad45ccc674e4c"/>
    <p:sldId xmlns:r="http://schemas.openxmlformats.org/officeDocument/2006/relationships" id="257" r:id="Re8b0bf4e0d0845c0"/>
    <p:sldId xmlns:r="http://schemas.openxmlformats.org/officeDocument/2006/relationships" id="258" r:id="Rdd1eccd553be4168"/>
    <p:sldId xmlns:r="http://schemas.openxmlformats.org/officeDocument/2006/relationships" id="259" r:id="R0519750fe6464fd3"/>
    <p:sldId xmlns:r="http://schemas.openxmlformats.org/officeDocument/2006/relationships" id="260" r:id="R4906679ce18443f5"/>
    <p:sldId xmlns:r="http://schemas.openxmlformats.org/officeDocument/2006/relationships" id="261" r:id="R35831831f33b4b13"/>
    <p:sldId xmlns:r="http://schemas.openxmlformats.org/officeDocument/2006/relationships" id="262" r:id="R2c7ede16674e4a88"/>
    <p:sldId xmlns:r="http://schemas.openxmlformats.org/officeDocument/2006/relationships" id="263" r:id="R632402d873714333"/>
    <p:sldId xmlns:r="http://schemas.openxmlformats.org/officeDocument/2006/relationships" id="264" r:id="R5461287aedae4ae5"/>
    <p:sldId xmlns:r="http://schemas.openxmlformats.org/officeDocument/2006/relationships" id="265" r:id="R80cc4f417a9d4d9c"/>
    <p:sldId xmlns:r="http://schemas.openxmlformats.org/officeDocument/2006/relationships" id="266" r:id="Rcd47be802c924ad2"/>
    <p:sldId xmlns:r="http://schemas.openxmlformats.org/officeDocument/2006/relationships" id="267" r:id="Rd92ad23d9f7544d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ce711f9a04a3d" /><Relationship Type="http://schemas.openxmlformats.org/officeDocument/2006/relationships/slideMaster" Target="/ppt/slideMasters/slideMaster1.xml" Id="R087c36ab944345b1" /><Relationship Type="http://schemas.openxmlformats.org/officeDocument/2006/relationships/notesMaster" Target="/ppt/notesMasters/notesMaster1.xml" Id="R55e29b2e67424b0c" /><Relationship Type="http://schemas.openxmlformats.org/officeDocument/2006/relationships/presProps" Target="/ppt/presProps.xml" Id="Red7cf3321d064834" /><Relationship Type="http://schemas.openxmlformats.org/officeDocument/2006/relationships/tableStyles" Target="/ppt/tableStyles.xml" Id="Rd0a4f6adcd1f4b05" /><Relationship Type="http://schemas.openxmlformats.org/officeDocument/2006/relationships/slide" Target="/ppt/slides/slide1.xml" Id="R2d3ad45ccc674e4c" /><Relationship Type="http://schemas.openxmlformats.org/officeDocument/2006/relationships/slide" Target="/ppt/slides/slide2.xml" Id="Re8b0bf4e0d0845c0" /><Relationship Type="http://schemas.openxmlformats.org/officeDocument/2006/relationships/slide" Target="/ppt/slides/slide3.xml" Id="Rdd1eccd553be4168" /><Relationship Type="http://schemas.openxmlformats.org/officeDocument/2006/relationships/slide" Target="/ppt/slides/slide4.xml" Id="R0519750fe6464fd3" /><Relationship Type="http://schemas.openxmlformats.org/officeDocument/2006/relationships/slide" Target="/ppt/slides/slide5.xml" Id="R4906679ce18443f5" /><Relationship Type="http://schemas.openxmlformats.org/officeDocument/2006/relationships/slide" Target="/ppt/slides/slide6.xml" Id="R35831831f33b4b13" /><Relationship Type="http://schemas.openxmlformats.org/officeDocument/2006/relationships/slide" Target="/ppt/slides/slide7.xml" Id="R2c7ede16674e4a88" /><Relationship Type="http://schemas.openxmlformats.org/officeDocument/2006/relationships/slide" Target="/ppt/slides/slide8.xml" Id="R632402d873714333" /><Relationship Type="http://schemas.openxmlformats.org/officeDocument/2006/relationships/slide" Target="/ppt/slides/slide9.xml" Id="R5461287aedae4ae5" /><Relationship Type="http://schemas.openxmlformats.org/officeDocument/2006/relationships/slide" Target="/ppt/slides/slide10.xml" Id="R80cc4f417a9d4d9c" /><Relationship Type="http://schemas.openxmlformats.org/officeDocument/2006/relationships/slide" Target="/ppt/slides/slide11.xml" Id="Rcd47be802c924ad2" /><Relationship Type="http://schemas.openxmlformats.org/officeDocument/2006/relationships/slide" Target="/ppt/slides/slide12.xml" Id="Rd92ad23d9f75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a293dac9f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c0b4c58e94bdd" /><Relationship Type="http://schemas.openxmlformats.org/officeDocument/2006/relationships/notesMaster" Target="/ppt/notesMasters/notesMaster1.xml" Id="R6bd3c107dd6a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84575ecb96408c" /><Relationship Type="http://schemas.openxmlformats.org/officeDocument/2006/relationships/notesMaster" Target="/ppt/notesMasters/notesMaster1.xml" Id="R2beae110af47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60198548dc4fb1" /><Relationship Type="http://schemas.openxmlformats.org/officeDocument/2006/relationships/notesMaster" Target="/ppt/notesMasters/notesMaster1.xml" Id="R1da95985992240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3ac5886284471d" /><Relationship Type="http://schemas.openxmlformats.org/officeDocument/2006/relationships/notesMaster" Target="/ppt/notesMasters/notesMaster1.xml" Id="Rd515189f9460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382009a7fa4205" /><Relationship Type="http://schemas.openxmlformats.org/officeDocument/2006/relationships/notesMaster" Target="/ppt/notesMasters/notesMaster1.xml" Id="Rb9496614a746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ab22c134e4171" /><Relationship Type="http://schemas.openxmlformats.org/officeDocument/2006/relationships/notesMaster" Target="/ppt/notesMasters/notesMaster1.xml" Id="R646ebbb6508a42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b7cc036504dd3" /><Relationship Type="http://schemas.openxmlformats.org/officeDocument/2006/relationships/notesMaster" Target="/ppt/notesMasters/notesMaster1.xml" Id="R70386b78005440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3195509a84ec8" /><Relationship Type="http://schemas.openxmlformats.org/officeDocument/2006/relationships/notesMaster" Target="/ppt/notesMasters/notesMaster1.xml" Id="R2e2ba48d016c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aa88eddc5546d5" /><Relationship Type="http://schemas.openxmlformats.org/officeDocument/2006/relationships/notesMaster" Target="/ppt/notesMasters/notesMaster1.xml" Id="Rcc40566cdfaa46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79b823b93943f7" /><Relationship Type="http://schemas.openxmlformats.org/officeDocument/2006/relationships/notesMaster" Target="/ppt/notesMasters/notesMaster1.xml" Id="Rc5cf7c7cf9e842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2fee6542e64537" /><Relationship Type="http://schemas.openxmlformats.org/officeDocument/2006/relationships/notesMaster" Target="/ppt/notesMasters/notesMaster1.xml" Id="R5815dbfbeffb47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35fcd135de44a4" /><Relationship Type="http://schemas.openxmlformats.org/officeDocument/2006/relationships/notesMaster" Target="/ppt/notesMasters/notesMaster1.xml" Id="Rff117d3c6491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original blue cover asset extracted from outputs/fde-brochure-approved-master-v15/FDE企业AI升级-12页批准设计版-中文-v15.pptx</a:t>
            </a:r>
          </a:p>
          <a:p xmlns:a="http://schemas.openxmlformats.org/drawingml/2006/main">
            <a:r>
              <a:t>- Project-owned FDE logo; white background removed without altering the orange mark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3515f2577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98f417e8a44225" /><Relationship Type="http://schemas.openxmlformats.org/officeDocument/2006/relationships/slideLayout" Target="/ppt/slideLayouts/slideLayout1.xml" Id="R6a47f6a134f3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7f6a134f3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7f1ada0564607" /><Relationship Type="http://schemas.openxmlformats.org/officeDocument/2006/relationships/image" Target="/ppt/media/image.png" Id="R8fcd4bfba985406b" /><Relationship Type="http://schemas.openxmlformats.org/officeDocument/2006/relationships/image" Target="/ppt/media/image2.png" Id="Rd97ec99bc83049fe" /><Relationship Type="http://schemas.openxmlformats.org/officeDocument/2006/relationships/notesSlide" Target="/ppt/notesSlides/notesSlide1.xml" Id="Rd2ff80657d3e42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9c9e17ff94ec8" /><Relationship Type="http://schemas.openxmlformats.org/officeDocument/2006/relationships/image" Target="/ppt/media/image3.png" Id="Rc88d7c53dd284ddc" /><Relationship Type="http://schemas.openxmlformats.org/officeDocument/2006/relationships/notesSlide" Target="/ppt/notesSlides/notesSlide2.xml" Id="R76d83d2bba4d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57ea7dd98452d" /><Relationship Type="http://schemas.openxmlformats.org/officeDocument/2006/relationships/image" Target="/ppt/media/image4.png" Id="Rbbf804c31af14ca8" /><Relationship Type="http://schemas.openxmlformats.org/officeDocument/2006/relationships/notesSlide" Target="/ppt/notesSlides/notesSlide3.xml" Id="R1c40db23404645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1f42541d443b1" /><Relationship Type="http://schemas.openxmlformats.org/officeDocument/2006/relationships/image" Target="/ppt/media/image5.png" Id="R2d5ad939c6144e20" /><Relationship Type="http://schemas.openxmlformats.org/officeDocument/2006/relationships/notesSlide" Target="/ppt/notesSlides/notesSlide4.xml" Id="Ra8f72cf6ebbb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fc9b5b4984d82" /><Relationship Type="http://schemas.openxmlformats.org/officeDocument/2006/relationships/image" Target="/ppt/media/image6.png" Id="R26786bca405945d4" /><Relationship Type="http://schemas.openxmlformats.org/officeDocument/2006/relationships/notesSlide" Target="/ppt/notesSlides/notesSlide5.xml" Id="R834cc4594b35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ab016176d42ca" /><Relationship Type="http://schemas.openxmlformats.org/officeDocument/2006/relationships/image" Target="/ppt/media/image7.png" Id="Ra727ea052527433d" /><Relationship Type="http://schemas.openxmlformats.org/officeDocument/2006/relationships/notesSlide" Target="/ppt/notesSlides/notesSlide6.xml" Id="R65ff857e59ad4c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340c24446494a" /><Relationship Type="http://schemas.openxmlformats.org/officeDocument/2006/relationships/image" Target="/ppt/media/image8.png" Id="R0eb4dbf2fdef4e30" /><Relationship Type="http://schemas.openxmlformats.org/officeDocument/2006/relationships/notesSlide" Target="/ppt/notesSlides/notesSlide7.xml" Id="R56d1b654f85044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4ad0805224a72" /><Relationship Type="http://schemas.openxmlformats.org/officeDocument/2006/relationships/image" Target="/ppt/media/image9.png" Id="Ref8981dc53fe4fdf" /><Relationship Type="http://schemas.openxmlformats.org/officeDocument/2006/relationships/notesSlide" Target="/ppt/notesSlides/notesSlide8.xml" Id="R40593a317ff747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26e158704cae" /><Relationship Type="http://schemas.openxmlformats.org/officeDocument/2006/relationships/image" Target="/ppt/media/image10.png" Id="R99b0e4b7aeb94ddd" /><Relationship Type="http://schemas.openxmlformats.org/officeDocument/2006/relationships/notesSlide" Target="/ppt/notesSlides/notesSlide9.xml" Id="R0bf86fc2f20446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776c987ae4600" /><Relationship Type="http://schemas.openxmlformats.org/officeDocument/2006/relationships/image" Target="/ppt/media/image11.png" Id="Rc29addf943454d4d" /><Relationship Type="http://schemas.openxmlformats.org/officeDocument/2006/relationships/notesSlide" Target="/ppt/notesSlides/notesSlide10.xml" Id="Rf2d141987adc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9d5f515eb4cbe" /><Relationship Type="http://schemas.openxmlformats.org/officeDocument/2006/relationships/image" Target="/ppt/media/image12.png" Id="Rc7ca8e82e19547e8" /><Relationship Type="http://schemas.openxmlformats.org/officeDocument/2006/relationships/notesSlide" Target="/ppt/notesSlides/notesSlide11.xml" Id="Rda686dab88124a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fed733a94a57" /><Relationship Type="http://schemas.openxmlformats.org/officeDocument/2006/relationships/image" Target="/ppt/media/image13.png" Id="R66ea91f96368411b" /><Relationship Type="http://schemas.openxmlformats.org/officeDocument/2006/relationships/notesSlide" Target="/ppt/notesSlides/notesSlide12.xml" Id="R3b2c8a3b3c4543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fcd4bfba985406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ec99bc83049fe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d7c53dd284ddc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804c31af14ca8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ad939c6144e2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86bca405945d4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7ea052527433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4dbf2fdef4e30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981dc53fe4fdf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0e4b7aeb94dd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addf943454d4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8e82e19547e8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a91f96368411b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2026-08-24T09:46:31.8870000Z</dcterms:created>
  <dcterms:modified xsi:type="dcterms:W3CDTF">2026-08-24T09:46:31.8870000Z</dcterms:modified>
</coreProperties>
</file>