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5a33f5c0c748ca" /><Relationship Type="http://schemas.openxmlformats.org/officeDocument/2006/relationships/extended-properties" Target="/docProps/app.xml" Id="R24f028247b7b431e" /><Relationship Type="http://schemas.openxmlformats.org/officeDocument/2006/relationships/officeDocument" Target="/ppt/presentation.xml" Id="R524f1f0225ac46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2bc4560dcf41de"/>
  </p:sldMasterIdLst>
  <p:notesMasterIdLst>
    <p:notesMasterId xmlns:r="http://schemas.openxmlformats.org/officeDocument/2006/relationships" r:id="Rf26978cac07f4b82"/>
  </p:notesMasterIdLst>
  <p:sldIdLst>
    <p:sldId xmlns:r="http://schemas.openxmlformats.org/officeDocument/2006/relationships" id="256" r:id="R29cd0cacf2cb41e2"/>
    <p:sldId xmlns:r="http://schemas.openxmlformats.org/officeDocument/2006/relationships" id="257" r:id="R52ffea72bb99405a"/>
    <p:sldId xmlns:r="http://schemas.openxmlformats.org/officeDocument/2006/relationships" id="258" r:id="Rb3248aa2ed514495"/>
    <p:sldId xmlns:r="http://schemas.openxmlformats.org/officeDocument/2006/relationships" id="259" r:id="R46625b333b9d4748"/>
    <p:sldId xmlns:r="http://schemas.openxmlformats.org/officeDocument/2006/relationships" id="260" r:id="Ra3521e62f30d4d6e"/>
    <p:sldId xmlns:r="http://schemas.openxmlformats.org/officeDocument/2006/relationships" id="261" r:id="R879eef3bb18241b1"/>
    <p:sldId xmlns:r="http://schemas.openxmlformats.org/officeDocument/2006/relationships" id="262" r:id="Rba8d5c0aedfd447f"/>
    <p:sldId xmlns:r="http://schemas.openxmlformats.org/officeDocument/2006/relationships" id="263" r:id="R1f829f1943b64921"/>
    <p:sldId xmlns:r="http://schemas.openxmlformats.org/officeDocument/2006/relationships" id="264" r:id="Rf0898f7ef0f64477"/>
    <p:sldId xmlns:r="http://schemas.openxmlformats.org/officeDocument/2006/relationships" id="265" r:id="R9d01998978304149"/>
    <p:sldId xmlns:r="http://schemas.openxmlformats.org/officeDocument/2006/relationships" id="266" r:id="R3119341d9a044b71"/>
    <p:sldId xmlns:r="http://schemas.openxmlformats.org/officeDocument/2006/relationships" id="267" r:id="R3b029db93db44c7c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2bec5584eb448e" /><Relationship Type="http://schemas.openxmlformats.org/officeDocument/2006/relationships/slideMaster" Target="/ppt/slideMasters/slideMaster1.xml" Id="Raa2bc4560dcf41de" /><Relationship Type="http://schemas.openxmlformats.org/officeDocument/2006/relationships/notesMaster" Target="/ppt/notesMasters/notesMaster1.xml" Id="Rf26978cac07f4b82" /><Relationship Type="http://schemas.openxmlformats.org/officeDocument/2006/relationships/presProps" Target="/ppt/presProps.xml" Id="R30b536be6b9b46e2" /><Relationship Type="http://schemas.openxmlformats.org/officeDocument/2006/relationships/tableStyles" Target="/ppt/tableStyles.xml" Id="Ra62682dcaf7c4b08" /><Relationship Type="http://schemas.openxmlformats.org/officeDocument/2006/relationships/slide" Target="/ppt/slides/slide1.xml" Id="R29cd0cacf2cb41e2" /><Relationship Type="http://schemas.openxmlformats.org/officeDocument/2006/relationships/slide" Target="/ppt/slides/slide2.xml" Id="R52ffea72bb99405a" /><Relationship Type="http://schemas.openxmlformats.org/officeDocument/2006/relationships/slide" Target="/ppt/slides/slide3.xml" Id="Rb3248aa2ed514495" /><Relationship Type="http://schemas.openxmlformats.org/officeDocument/2006/relationships/slide" Target="/ppt/slides/slide4.xml" Id="R46625b333b9d4748" /><Relationship Type="http://schemas.openxmlformats.org/officeDocument/2006/relationships/slide" Target="/ppt/slides/slide5.xml" Id="Ra3521e62f30d4d6e" /><Relationship Type="http://schemas.openxmlformats.org/officeDocument/2006/relationships/slide" Target="/ppt/slides/slide6.xml" Id="R879eef3bb18241b1" /><Relationship Type="http://schemas.openxmlformats.org/officeDocument/2006/relationships/slide" Target="/ppt/slides/slide7.xml" Id="Rba8d5c0aedfd447f" /><Relationship Type="http://schemas.openxmlformats.org/officeDocument/2006/relationships/slide" Target="/ppt/slides/slide8.xml" Id="R1f829f1943b64921" /><Relationship Type="http://schemas.openxmlformats.org/officeDocument/2006/relationships/slide" Target="/ppt/slides/slide9.xml" Id="Rf0898f7ef0f64477" /><Relationship Type="http://schemas.openxmlformats.org/officeDocument/2006/relationships/slide" Target="/ppt/slides/slide10.xml" Id="R9d01998978304149" /><Relationship Type="http://schemas.openxmlformats.org/officeDocument/2006/relationships/slide" Target="/ppt/slides/slide11.xml" Id="R3119341d9a044b71" /><Relationship Type="http://schemas.openxmlformats.org/officeDocument/2006/relationships/slide" Target="/ppt/slides/slide12.xml" Id="R3b029db93db44c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2f1d5b7ded4e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402145cb454d75" /><Relationship Type="http://schemas.openxmlformats.org/officeDocument/2006/relationships/notesMaster" Target="/ppt/notesMasters/notesMaster1.xml" Id="R054612e69f374c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ece0877b8547a5" /><Relationship Type="http://schemas.openxmlformats.org/officeDocument/2006/relationships/notesMaster" Target="/ppt/notesMasters/notesMaster1.xml" Id="Rbf24b3ff52bf4b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264038a9114e59" /><Relationship Type="http://schemas.openxmlformats.org/officeDocument/2006/relationships/notesMaster" Target="/ppt/notesMasters/notesMaster1.xml" Id="R7b68b4b774834e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e3c99e569e4100" /><Relationship Type="http://schemas.openxmlformats.org/officeDocument/2006/relationships/notesMaster" Target="/ppt/notesMasters/notesMaster1.xml" Id="Rda2c840c2c5741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06223da6914d70" /><Relationship Type="http://schemas.openxmlformats.org/officeDocument/2006/relationships/notesMaster" Target="/ppt/notesMasters/notesMaster1.xml" Id="R3b76b95ac84f49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d0b305088a4096" /><Relationship Type="http://schemas.openxmlformats.org/officeDocument/2006/relationships/notesMaster" Target="/ppt/notesMasters/notesMaster1.xml" Id="Rf4a157a7748b49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bb70e794d24761" /><Relationship Type="http://schemas.openxmlformats.org/officeDocument/2006/relationships/notesMaster" Target="/ppt/notesMasters/notesMaster1.xml" Id="Rc72a9384f38840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f66452d59b4f78" /><Relationship Type="http://schemas.openxmlformats.org/officeDocument/2006/relationships/notesMaster" Target="/ppt/notesMasters/notesMaster1.xml" Id="Re63f48e989574b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b428c539b34ec0" /><Relationship Type="http://schemas.openxmlformats.org/officeDocument/2006/relationships/notesMaster" Target="/ppt/notesMasters/notesMaster1.xml" Id="Rf058f6168ec941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22c48f5e224f40" /><Relationship Type="http://schemas.openxmlformats.org/officeDocument/2006/relationships/notesMaster" Target="/ppt/notesMasters/notesMaster1.xml" Id="Ref3a118c1b9a49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09b8c9d96a49d0" /><Relationship Type="http://schemas.openxmlformats.org/officeDocument/2006/relationships/notesMaster" Target="/ppt/notesMasters/notesMaster1.xml" Id="R8e11b30cc5f14c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7a418769ef40a7" /><Relationship Type="http://schemas.openxmlformats.org/officeDocument/2006/relationships/notesMaster" Target="/ppt/notesMasters/notesMaster1.xml" Id="R0d26fe5833424a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original blue cover asset extracted from outputs/fde-brochure-approved-master-v15/FDE企业AI升级-12页批准设计版-中文-v15.pptx</a:t>
            </a:r>
          </a:p>
          <a:p xmlns:a="http://schemas.openxmlformats.org/drawingml/2006/main">
            <a:r>
              <a:t>- Project-owned FDE logo; white background removed without altering the orange mark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3c77435ef43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895c3a717b4729" /><Relationship Type="http://schemas.openxmlformats.org/officeDocument/2006/relationships/slideLayout" Target="/ppt/slideLayouts/slideLayout1.xml" Id="R9a8e9bbda89742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8e9bbda89742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2b7a6a9024b6a" /><Relationship Type="http://schemas.openxmlformats.org/officeDocument/2006/relationships/image" Target="/ppt/media/image.png" Id="R876fc773a05e4f6e" /><Relationship Type="http://schemas.openxmlformats.org/officeDocument/2006/relationships/image" Target="/ppt/media/image2.png" Id="R431e0ca7655b487b" /><Relationship Type="http://schemas.openxmlformats.org/officeDocument/2006/relationships/notesSlide" Target="/ppt/notesSlides/notesSlide1.xml" Id="Rc1940f0fbed846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b9d5cf4d64a33" /><Relationship Type="http://schemas.openxmlformats.org/officeDocument/2006/relationships/image" Target="/ppt/media/image3.png" Id="R5976d0feb5004e5a" /><Relationship Type="http://schemas.openxmlformats.org/officeDocument/2006/relationships/notesSlide" Target="/ppt/notesSlides/notesSlide2.xml" Id="R639fe7d7508c4e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0c2d5e0bb4b66" /><Relationship Type="http://schemas.openxmlformats.org/officeDocument/2006/relationships/image" Target="/ppt/media/image4.png" Id="R23c352a4782b440c" /><Relationship Type="http://schemas.openxmlformats.org/officeDocument/2006/relationships/notesSlide" Target="/ppt/notesSlides/notesSlide3.xml" Id="R4d0c1c9cbf8d47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43e937c6e47fe" /><Relationship Type="http://schemas.openxmlformats.org/officeDocument/2006/relationships/image" Target="/ppt/media/image5.png" Id="R45b14b9c977d41fd" /><Relationship Type="http://schemas.openxmlformats.org/officeDocument/2006/relationships/notesSlide" Target="/ppt/notesSlides/notesSlide4.xml" Id="Rea38fb45ecd84c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663b2199541ab" /><Relationship Type="http://schemas.openxmlformats.org/officeDocument/2006/relationships/image" Target="/ppt/media/image6.png" Id="Rf3060e77dbda4b2b" /><Relationship Type="http://schemas.openxmlformats.org/officeDocument/2006/relationships/notesSlide" Target="/ppt/notesSlides/notesSlide5.xml" Id="R45d957b1ff2b4d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bde405f6a4cc6" /><Relationship Type="http://schemas.openxmlformats.org/officeDocument/2006/relationships/image" Target="/ppt/media/image7.png" Id="R98cab480db3047fa" /><Relationship Type="http://schemas.openxmlformats.org/officeDocument/2006/relationships/notesSlide" Target="/ppt/notesSlides/notesSlide6.xml" Id="R5b296763acc84f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9f49387e0436d" /><Relationship Type="http://schemas.openxmlformats.org/officeDocument/2006/relationships/image" Target="/ppt/media/image8.png" Id="R83ef022d920e4f48" /><Relationship Type="http://schemas.openxmlformats.org/officeDocument/2006/relationships/notesSlide" Target="/ppt/notesSlides/notesSlide7.xml" Id="Rc2469eacf1084b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f0c2ba2e444da" /><Relationship Type="http://schemas.openxmlformats.org/officeDocument/2006/relationships/image" Target="/ppt/media/image9.png" Id="Re11b093844344e85" /><Relationship Type="http://schemas.openxmlformats.org/officeDocument/2006/relationships/notesSlide" Target="/ppt/notesSlides/notesSlide8.xml" Id="R81387e1d1e444b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c2385ef6140a8" /><Relationship Type="http://schemas.openxmlformats.org/officeDocument/2006/relationships/image" Target="/ppt/media/image10.png" Id="R9c2cc4b511984385" /><Relationship Type="http://schemas.openxmlformats.org/officeDocument/2006/relationships/notesSlide" Target="/ppt/notesSlides/notesSlide9.xml" Id="R21a51039654d48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5e851b6a945b5" /><Relationship Type="http://schemas.openxmlformats.org/officeDocument/2006/relationships/image" Target="/ppt/media/image11.png" Id="Raaa88d105b9f428d" /><Relationship Type="http://schemas.openxmlformats.org/officeDocument/2006/relationships/notesSlide" Target="/ppt/notesSlides/notesSlide10.xml" Id="Rb98338620c2d4e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0c4df1e45458c" /><Relationship Type="http://schemas.openxmlformats.org/officeDocument/2006/relationships/image" Target="/ppt/media/image12.png" Id="Rbd44eb27d5934a5e" /><Relationship Type="http://schemas.openxmlformats.org/officeDocument/2006/relationships/notesSlide" Target="/ppt/notesSlides/notesSlide11.xml" Id="R8c2cb1d9579641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4c37c5a4542e3" /><Relationship Type="http://schemas.openxmlformats.org/officeDocument/2006/relationships/image" Target="/ppt/media/image13.png" Id="R6e2721469d874c49" /><Relationship Type="http://schemas.openxmlformats.org/officeDocument/2006/relationships/notesSlide" Target="/ppt/notesSlides/notesSlide12.xml" Id="R809ec5273b1b42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76fc773a05e4f6e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每天 10 家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e0ca7655b487b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76d0feb5004e5a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352a4782b440c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48125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007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148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7202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7682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3397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387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9592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653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10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4104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295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6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8867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58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62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3629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20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839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678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14b9c977d41fd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60e77dbda4b2b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ab480db3047fa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f022d920e4f48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1b093844344e85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本页等待真实案例。方括号内容必须用客户确认过的信息替换。没有客户授权，不放企业名称和 Logo；没有数据，不写百分比。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我们服务过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每个 Logo 下只写一行：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[公司或行业]｜我们帮助其完成了[一句话服务内容]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只有满足以下条件才放入：确实提供过服务、客户名称和 Logo 已获公开授权、服务内容能够核对。不能把接触过、提过方案或厂商公开案例写成“我们服务过”。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案例一｜[工厂类型 / 业务部门]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[哪个岗位]每天从[微信 / Excel / PDF / ERP / 邮件]里完成[具体工作]。这项工作每天发生[次数]，需要[人数或时间]，经常出现[具体问题]。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表面需求是[客户最初的说法]，现场看完以后，真正影响业务的是[最后确认的问题]。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[Skill / 定制 SaaS / 自动化 / 数据库 / Agent 工作流]，连接了[已有系统或数据]。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处理时间：[原来] → [现在]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人工步骤：[原来] → [现在]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错误或返工：[原来] → [现在]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对业务的影响：[客户确认的结果]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案例二｜[工厂类型 / 业务部门]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采用相同结构。建议一个案例讲小工具，一个案例讲完整流程，一个案例讲数据库或公司级升级。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cc4b511984385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FDE：把系统做出来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Agent Boss：教团队接过去，继续用、继续改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88d105b9f428d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44eb27d5934a5e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扫码填写：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联系方式和方便沟通的时间。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扫码预约｜约满为止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7CD9D-47BC-4030-8CB2-3FDF648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[品牌名]</a:t>
            </a:r>
          </a:p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[姓名 / 电话 / 微信 / 网站]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721469d874c49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2026-08-24T09:46:29.8080000Z</dcterms:created>
  <dcterms:modified xsi:type="dcterms:W3CDTF">2026-08-24T09:46:29.8080000Z</dcterms:modified>
</coreProperties>
</file>