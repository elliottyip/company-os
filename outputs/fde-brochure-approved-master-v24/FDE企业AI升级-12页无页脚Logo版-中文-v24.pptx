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ea0c2d8ac44bd7" /><Relationship Type="http://schemas.openxmlformats.org/officeDocument/2006/relationships/extended-properties" Target="/docProps/app.xml" Id="R2a0e7746e4d94eae" /><Relationship Type="http://schemas.openxmlformats.org/officeDocument/2006/relationships/officeDocument" Target="/ppt/presentation.xml" Id="R59617fb9922a4c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86dd9bba504bb1"/>
  </p:sldMasterIdLst>
  <p:notesMasterIdLst>
    <p:notesMasterId xmlns:r="http://schemas.openxmlformats.org/officeDocument/2006/relationships" r:id="Raf3202542f4e474d"/>
  </p:notesMasterIdLst>
  <p:sldIdLst>
    <p:sldId xmlns:r="http://schemas.openxmlformats.org/officeDocument/2006/relationships" id="256" r:id="Rdc0db0e3f1bc49f4"/>
    <p:sldId xmlns:r="http://schemas.openxmlformats.org/officeDocument/2006/relationships" id="257" r:id="R9cbe47a8bc3744c2"/>
    <p:sldId xmlns:r="http://schemas.openxmlformats.org/officeDocument/2006/relationships" id="258" r:id="Rf02ec787ad0e4ee4"/>
    <p:sldId xmlns:r="http://schemas.openxmlformats.org/officeDocument/2006/relationships" id="259" r:id="R6d6072e7d84043ee"/>
    <p:sldId xmlns:r="http://schemas.openxmlformats.org/officeDocument/2006/relationships" id="260" r:id="Rd133584585594d0f"/>
    <p:sldId xmlns:r="http://schemas.openxmlformats.org/officeDocument/2006/relationships" id="261" r:id="Rbebce67ad3604e38"/>
    <p:sldId xmlns:r="http://schemas.openxmlformats.org/officeDocument/2006/relationships" id="262" r:id="R77ee2e8a18f44d8c"/>
    <p:sldId xmlns:r="http://schemas.openxmlformats.org/officeDocument/2006/relationships" id="263" r:id="R950c39917ea6448d"/>
    <p:sldId xmlns:r="http://schemas.openxmlformats.org/officeDocument/2006/relationships" id="264" r:id="R3e3e917d18214b6e"/>
    <p:sldId xmlns:r="http://schemas.openxmlformats.org/officeDocument/2006/relationships" id="265" r:id="Reabf03d4b9d44652"/>
    <p:sldId xmlns:r="http://schemas.openxmlformats.org/officeDocument/2006/relationships" id="266" r:id="Rfc1d3b16834b40c9"/>
    <p:sldId xmlns:r="http://schemas.openxmlformats.org/officeDocument/2006/relationships" id="267" r:id="R4d4440f109c34687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49da506ba4ce0" /><Relationship Type="http://schemas.openxmlformats.org/officeDocument/2006/relationships/slideMaster" Target="/ppt/slideMasters/slideMaster1.xml" Id="Rfe86dd9bba504bb1" /><Relationship Type="http://schemas.openxmlformats.org/officeDocument/2006/relationships/notesMaster" Target="/ppt/notesMasters/notesMaster1.xml" Id="Raf3202542f4e474d" /><Relationship Type="http://schemas.openxmlformats.org/officeDocument/2006/relationships/presProps" Target="/ppt/presProps.xml" Id="Rf95002e3decc4f29" /><Relationship Type="http://schemas.openxmlformats.org/officeDocument/2006/relationships/tableStyles" Target="/ppt/tableStyles.xml" Id="Rcec3b018dfa14908" /><Relationship Type="http://schemas.openxmlformats.org/officeDocument/2006/relationships/slide" Target="/ppt/slides/slide1.xml" Id="Rdc0db0e3f1bc49f4" /><Relationship Type="http://schemas.openxmlformats.org/officeDocument/2006/relationships/slide" Target="/ppt/slides/slide2.xml" Id="R9cbe47a8bc3744c2" /><Relationship Type="http://schemas.openxmlformats.org/officeDocument/2006/relationships/slide" Target="/ppt/slides/slide3.xml" Id="Rf02ec787ad0e4ee4" /><Relationship Type="http://schemas.openxmlformats.org/officeDocument/2006/relationships/slide" Target="/ppt/slides/slide4.xml" Id="R6d6072e7d84043ee" /><Relationship Type="http://schemas.openxmlformats.org/officeDocument/2006/relationships/slide" Target="/ppt/slides/slide5.xml" Id="Rd133584585594d0f" /><Relationship Type="http://schemas.openxmlformats.org/officeDocument/2006/relationships/slide" Target="/ppt/slides/slide6.xml" Id="Rbebce67ad3604e38" /><Relationship Type="http://schemas.openxmlformats.org/officeDocument/2006/relationships/slide" Target="/ppt/slides/slide7.xml" Id="R77ee2e8a18f44d8c" /><Relationship Type="http://schemas.openxmlformats.org/officeDocument/2006/relationships/slide" Target="/ppt/slides/slide8.xml" Id="R950c39917ea6448d" /><Relationship Type="http://schemas.openxmlformats.org/officeDocument/2006/relationships/slide" Target="/ppt/slides/slide9.xml" Id="R3e3e917d18214b6e" /><Relationship Type="http://schemas.openxmlformats.org/officeDocument/2006/relationships/slide" Target="/ppt/slides/slide10.xml" Id="Reabf03d4b9d44652" /><Relationship Type="http://schemas.openxmlformats.org/officeDocument/2006/relationships/slide" Target="/ppt/slides/slide11.xml" Id="Rfc1d3b16834b40c9" /><Relationship Type="http://schemas.openxmlformats.org/officeDocument/2006/relationships/slide" Target="/ppt/slides/slide12.xml" Id="R4d4440f109c3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3ccb8245f840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b728e58efc45cc" /><Relationship Type="http://schemas.openxmlformats.org/officeDocument/2006/relationships/notesMaster" Target="/ppt/notesMasters/notesMaster1.xml" Id="Rd5e048ae62e942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c76a7cb73b4ce6" /><Relationship Type="http://schemas.openxmlformats.org/officeDocument/2006/relationships/notesMaster" Target="/ppt/notesMasters/notesMaster1.xml" Id="R88d52ec61b5840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df57d1e9a34f20" /><Relationship Type="http://schemas.openxmlformats.org/officeDocument/2006/relationships/notesMaster" Target="/ppt/notesMasters/notesMaster1.xml" Id="R80a0a35de97243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979ef39d2945fb" /><Relationship Type="http://schemas.openxmlformats.org/officeDocument/2006/relationships/notesMaster" Target="/ppt/notesMasters/notesMaster1.xml" Id="R338933efe7a648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2a2cdfd42841cf" /><Relationship Type="http://schemas.openxmlformats.org/officeDocument/2006/relationships/notesMaster" Target="/ppt/notesMasters/notesMaster1.xml" Id="Rb0b057e8d4f94d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848a12e75a4226" /><Relationship Type="http://schemas.openxmlformats.org/officeDocument/2006/relationships/notesMaster" Target="/ppt/notesMasters/notesMaster1.xml" Id="Rd77e1024243f49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db1ccbff4e4f6a" /><Relationship Type="http://schemas.openxmlformats.org/officeDocument/2006/relationships/notesMaster" Target="/ppt/notesMasters/notesMaster1.xml" Id="R2e4e7b6e86e646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70c9becd21482d" /><Relationship Type="http://schemas.openxmlformats.org/officeDocument/2006/relationships/notesMaster" Target="/ppt/notesMasters/notesMaster1.xml" Id="Rcca3aca8e79c49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d8376abc1f49ee" /><Relationship Type="http://schemas.openxmlformats.org/officeDocument/2006/relationships/notesMaster" Target="/ppt/notesMasters/notesMaster1.xml" Id="R2e98777cf91a4f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1d3c4a5062443c" /><Relationship Type="http://schemas.openxmlformats.org/officeDocument/2006/relationships/notesMaster" Target="/ppt/notesMasters/notesMaster1.xml" Id="R7e523a41f11b47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0dd47b4ca94203" /><Relationship Type="http://schemas.openxmlformats.org/officeDocument/2006/relationships/notesMaster" Target="/ppt/notesMasters/notesMaster1.xml" Id="Rc9b48afd7f4b43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0d548f339e411e" /><Relationship Type="http://schemas.openxmlformats.org/officeDocument/2006/relationships/notesMaster" Target="/ppt/notesMasters/notesMaster1.xml" Id="R77517a11b401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26c16ead642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e38fa9ff56445a" /><Relationship Type="http://schemas.openxmlformats.org/officeDocument/2006/relationships/slideLayout" Target="/ppt/slideLayouts/slideLayout1.xml" Id="R20c224ab0f984b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224ab0f984b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ef6a07d1d4e31" /><Relationship Type="http://schemas.openxmlformats.org/officeDocument/2006/relationships/image" Target="/ppt/media/image.png" Id="Rcdf8fd9876364110" /><Relationship Type="http://schemas.openxmlformats.org/officeDocument/2006/relationships/image" Target="/ppt/media/image2.png" Id="Rcf0b0c85f5de4491" /><Relationship Type="http://schemas.openxmlformats.org/officeDocument/2006/relationships/notesSlide" Target="/ppt/notesSlides/notesSlide1.xml" Id="Rf6b6dcced3c344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c9d042ecb4433" /><Relationship Type="http://schemas.openxmlformats.org/officeDocument/2006/relationships/notesSlide" Target="/ppt/notesSlides/notesSlide2.xml" Id="Rb9a51ef7596841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d3fbfdf6946f3" /><Relationship Type="http://schemas.openxmlformats.org/officeDocument/2006/relationships/notesSlide" Target="/ppt/notesSlides/notesSlide3.xml" Id="R135e73a4edbc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3f84702f249f8" /><Relationship Type="http://schemas.openxmlformats.org/officeDocument/2006/relationships/notesSlide" Target="/ppt/notesSlides/notesSlide4.xml" Id="Rf34922e2cc4c4d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a87ffbca6424f" /><Relationship Type="http://schemas.openxmlformats.org/officeDocument/2006/relationships/notesSlide" Target="/ppt/notesSlides/notesSlide5.xml" Id="Rfa2780705e764b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4958c2f0b4c0c" /><Relationship Type="http://schemas.openxmlformats.org/officeDocument/2006/relationships/notesSlide" Target="/ppt/notesSlides/notesSlide6.xml" Id="R6789cd0e906a46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724c9e28842a4" /><Relationship Type="http://schemas.openxmlformats.org/officeDocument/2006/relationships/notesSlide" Target="/ppt/notesSlides/notesSlide7.xml" Id="Rd5470b7a9e1748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33fe816274023" /><Relationship Type="http://schemas.openxmlformats.org/officeDocument/2006/relationships/notesSlide" Target="/ppt/notesSlides/notesSlide8.xml" Id="R7a67a90c39fe49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354b5d3264efa" /><Relationship Type="http://schemas.openxmlformats.org/officeDocument/2006/relationships/notesSlide" Target="/ppt/notesSlides/notesSlide9.xml" Id="Rbbad1046ac6544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5a0388ae44466" /><Relationship Type="http://schemas.openxmlformats.org/officeDocument/2006/relationships/notesSlide" Target="/ppt/notesSlides/notesSlide10.xml" Id="R78e6eb9ea6184f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0cb9cda914fea" /><Relationship Type="http://schemas.openxmlformats.org/officeDocument/2006/relationships/notesSlide" Target="/ppt/notesSlides/notesSlide11.xml" Id="Rd8a3c8bbfd2246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2a7ef3ce04780" /><Relationship Type="http://schemas.openxmlformats.org/officeDocument/2006/relationships/notesSlide" Target="/ppt/notesSlides/notesSlide12.xml" Id="R7ed007a7c03d46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df8fd987636411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b0c85f5de449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2026-08-24T10:27:14.1320000Z</dcterms:created>
  <dcterms:modified xsi:type="dcterms:W3CDTF">2026-08-24T10:27:14.1320000Z</dcterms:modified>
</coreProperties>
</file>