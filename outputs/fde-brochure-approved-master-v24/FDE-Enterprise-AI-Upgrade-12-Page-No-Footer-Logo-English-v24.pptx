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45fd79c7174ca1" /><Relationship Type="http://schemas.openxmlformats.org/officeDocument/2006/relationships/extended-properties" Target="/docProps/app.xml" Id="R8c36a4bba3bf4def" /><Relationship Type="http://schemas.openxmlformats.org/officeDocument/2006/relationships/officeDocument" Target="/ppt/presentation.xml" Id="Rca0e0c438de048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ef1ddda0f14e14"/>
  </p:sldMasterIdLst>
  <p:notesMasterIdLst>
    <p:notesMasterId xmlns:r="http://schemas.openxmlformats.org/officeDocument/2006/relationships" r:id="Ra01d64633765456c"/>
  </p:notesMasterIdLst>
  <p:sldIdLst>
    <p:sldId xmlns:r="http://schemas.openxmlformats.org/officeDocument/2006/relationships" id="256" r:id="Rf62729a6c4dd4a5b"/>
    <p:sldId xmlns:r="http://schemas.openxmlformats.org/officeDocument/2006/relationships" id="257" r:id="R6a864c8ab3c948a1"/>
    <p:sldId xmlns:r="http://schemas.openxmlformats.org/officeDocument/2006/relationships" id="258" r:id="Rf163cae2e0304de8"/>
    <p:sldId xmlns:r="http://schemas.openxmlformats.org/officeDocument/2006/relationships" id="259" r:id="R63f25a923ca04e68"/>
    <p:sldId xmlns:r="http://schemas.openxmlformats.org/officeDocument/2006/relationships" id="260" r:id="R0050f6fbd2cf4f5a"/>
    <p:sldId xmlns:r="http://schemas.openxmlformats.org/officeDocument/2006/relationships" id="261" r:id="R0a42d3c07bb7456d"/>
    <p:sldId xmlns:r="http://schemas.openxmlformats.org/officeDocument/2006/relationships" id="262" r:id="Rb15c94552b4f4fbe"/>
    <p:sldId xmlns:r="http://schemas.openxmlformats.org/officeDocument/2006/relationships" id="263" r:id="R94a2da8d9a2442c2"/>
    <p:sldId xmlns:r="http://schemas.openxmlformats.org/officeDocument/2006/relationships" id="264" r:id="R1967b0a5a799483e"/>
    <p:sldId xmlns:r="http://schemas.openxmlformats.org/officeDocument/2006/relationships" id="265" r:id="R6c0d6f9514284658"/>
    <p:sldId xmlns:r="http://schemas.openxmlformats.org/officeDocument/2006/relationships" id="266" r:id="R86f0aad599504a43"/>
    <p:sldId xmlns:r="http://schemas.openxmlformats.org/officeDocument/2006/relationships" id="267" r:id="R7aca83c60c14444c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edaf13bd014f26" /><Relationship Type="http://schemas.openxmlformats.org/officeDocument/2006/relationships/slideMaster" Target="/ppt/slideMasters/slideMaster1.xml" Id="R9aef1ddda0f14e14" /><Relationship Type="http://schemas.openxmlformats.org/officeDocument/2006/relationships/notesMaster" Target="/ppt/notesMasters/notesMaster1.xml" Id="Ra01d64633765456c" /><Relationship Type="http://schemas.openxmlformats.org/officeDocument/2006/relationships/presProps" Target="/ppt/presProps.xml" Id="R6c582f93b9f34a48" /><Relationship Type="http://schemas.openxmlformats.org/officeDocument/2006/relationships/tableStyles" Target="/ppt/tableStyles.xml" Id="Rbdb26429562d49ac" /><Relationship Type="http://schemas.openxmlformats.org/officeDocument/2006/relationships/slide" Target="/ppt/slides/slide1.xml" Id="Rf62729a6c4dd4a5b" /><Relationship Type="http://schemas.openxmlformats.org/officeDocument/2006/relationships/slide" Target="/ppt/slides/slide2.xml" Id="R6a864c8ab3c948a1" /><Relationship Type="http://schemas.openxmlformats.org/officeDocument/2006/relationships/slide" Target="/ppt/slides/slide3.xml" Id="Rf163cae2e0304de8" /><Relationship Type="http://schemas.openxmlformats.org/officeDocument/2006/relationships/slide" Target="/ppt/slides/slide4.xml" Id="R63f25a923ca04e68" /><Relationship Type="http://schemas.openxmlformats.org/officeDocument/2006/relationships/slide" Target="/ppt/slides/slide5.xml" Id="R0050f6fbd2cf4f5a" /><Relationship Type="http://schemas.openxmlformats.org/officeDocument/2006/relationships/slide" Target="/ppt/slides/slide6.xml" Id="R0a42d3c07bb7456d" /><Relationship Type="http://schemas.openxmlformats.org/officeDocument/2006/relationships/slide" Target="/ppt/slides/slide7.xml" Id="Rb15c94552b4f4fbe" /><Relationship Type="http://schemas.openxmlformats.org/officeDocument/2006/relationships/slide" Target="/ppt/slides/slide8.xml" Id="R94a2da8d9a2442c2" /><Relationship Type="http://schemas.openxmlformats.org/officeDocument/2006/relationships/slide" Target="/ppt/slides/slide9.xml" Id="R1967b0a5a799483e" /><Relationship Type="http://schemas.openxmlformats.org/officeDocument/2006/relationships/slide" Target="/ppt/slides/slide10.xml" Id="R6c0d6f9514284658" /><Relationship Type="http://schemas.openxmlformats.org/officeDocument/2006/relationships/slide" Target="/ppt/slides/slide11.xml" Id="R86f0aad599504a43" /><Relationship Type="http://schemas.openxmlformats.org/officeDocument/2006/relationships/slide" Target="/ppt/slides/slide12.xml" Id="R7aca83c60c1444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70139e7a964c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00a960fb014f7a" /><Relationship Type="http://schemas.openxmlformats.org/officeDocument/2006/relationships/notesMaster" Target="/ppt/notesMasters/notesMaster1.xml" Id="Rb42c1f3c683948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6ae99391fd480c" /><Relationship Type="http://schemas.openxmlformats.org/officeDocument/2006/relationships/notesMaster" Target="/ppt/notesMasters/notesMaster1.xml" Id="R388e66fcdc834e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1d920dfb3542a4" /><Relationship Type="http://schemas.openxmlformats.org/officeDocument/2006/relationships/notesMaster" Target="/ppt/notesMasters/notesMaster1.xml" Id="R74bde2717f6847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14b80dbc784f0f" /><Relationship Type="http://schemas.openxmlformats.org/officeDocument/2006/relationships/notesMaster" Target="/ppt/notesMasters/notesMaster1.xml" Id="Rc4f073df82c842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7aeb56ad674558" /><Relationship Type="http://schemas.openxmlformats.org/officeDocument/2006/relationships/notesMaster" Target="/ppt/notesMasters/notesMaster1.xml" Id="R4166a55f42a240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fbb34a6d284046" /><Relationship Type="http://schemas.openxmlformats.org/officeDocument/2006/relationships/notesMaster" Target="/ppt/notesMasters/notesMaster1.xml" Id="R23c6859ee84146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774e5604184e68" /><Relationship Type="http://schemas.openxmlformats.org/officeDocument/2006/relationships/notesMaster" Target="/ppt/notesMasters/notesMaster1.xml" Id="Raa5ef4401b7c49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e51c021a9d4ce6" /><Relationship Type="http://schemas.openxmlformats.org/officeDocument/2006/relationships/notesMaster" Target="/ppt/notesMasters/notesMaster1.xml" Id="Rc78fc02ad1e340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9b125786da448c" /><Relationship Type="http://schemas.openxmlformats.org/officeDocument/2006/relationships/notesMaster" Target="/ppt/notesMasters/notesMaster1.xml" Id="Rb47a375d8ca94c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9d1afdd06c4239" /><Relationship Type="http://schemas.openxmlformats.org/officeDocument/2006/relationships/notesMaster" Target="/ppt/notesMasters/notesMaster1.xml" Id="Ra5f53b1cd4b148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fdc27790294c62" /><Relationship Type="http://schemas.openxmlformats.org/officeDocument/2006/relationships/notesMaster" Target="/ppt/notesMasters/notesMaster1.xml" Id="R23cbfcbce7a94b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16d06f0c7d4136" /><Relationship Type="http://schemas.openxmlformats.org/officeDocument/2006/relationships/notesMaster" Target="/ppt/notesMasters/notesMaster1.xml" Id="Re4a123f3484a44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Project-owned blue cover asset preserved from the approved v21 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8e24c3317e4a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59d76f0a844492" /><Relationship Type="http://schemas.openxmlformats.org/officeDocument/2006/relationships/slideLayout" Target="/ppt/slideLayouts/slideLayout1.xml" Id="R3e5cc4ead6154a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5cc4ead6154a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d4f964e1e41c8" /><Relationship Type="http://schemas.openxmlformats.org/officeDocument/2006/relationships/image" Target="/ppt/media/image.png" Id="R5937c8392604420d" /><Relationship Type="http://schemas.openxmlformats.org/officeDocument/2006/relationships/image" Target="/ppt/media/image2.png" Id="R86c6b87a4ca74216" /><Relationship Type="http://schemas.openxmlformats.org/officeDocument/2006/relationships/notesSlide" Target="/ppt/notesSlides/notesSlide1.xml" Id="R8a82cd77782b44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51037dad44355" /><Relationship Type="http://schemas.openxmlformats.org/officeDocument/2006/relationships/notesSlide" Target="/ppt/notesSlides/notesSlide2.xml" Id="R2fd65b47b30848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6d6cda6da4195" /><Relationship Type="http://schemas.openxmlformats.org/officeDocument/2006/relationships/notesSlide" Target="/ppt/notesSlides/notesSlide3.xml" Id="Rbb27ddd8f7824c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e176f12964d5c" /><Relationship Type="http://schemas.openxmlformats.org/officeDocument/2006/relationships/notesSlide" Target="/ppt/notesSlides/notesSlide4.xml" Id="R18b258c5800c4c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68bc594764499" /><Relationship Type="http://schemas.openxmlformats.org/officeDocument/2006/relationships/notesSlide" Target="/ppt/notesSlides/notesSlide5.xml" Id="R399e1040180848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d1f3569fa433e" /><Relationship Type="http://schemas.openxmlformats.org/officeDocument/2006/relationships/notesSlide" Target="/ppt/notesSlides/notesSlide6.xml" Id="R19c0752aa4b840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0d90a5b24471a" /><Relationship Type="http://schemas.openxmlformats.org/officeDocument/2006/relationships/notesSlide" Target="/ppt/notesSlides/notesSlide7.xml" Id="R81abc951745a4f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1335cbd2c45f6" /><Relationship Type="http://schemas.openxmlformats.org/officeDocument/2006/relationships/notesSlide" Target="/ppt/notesSlides/notesSlide8.xml" Id="R5e42bdb80f2043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cc235ae1245ab" /><Relationship Type="http://schemas.openxmlformats.org/officeDocument/2006/relationships/notesSlide" Target="/ppt/notesSlides/notesSlide9.xml" Id="Rdd0c72b408c844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f0a57ec6a4b24" /><Relationship Type="http://schemas.openxmlformats.org/officeDocument/2006/relationships/notesSlide" Target="/ppt/notesSlides/notesSlide10.xml" Id="Rcfd35aa2c2ec4f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d86690e654883" /><Relationship Type="http://schemas.openxmlformats.org/officeDocument/2006/relationships/notesSlide" Target="/ppt/notesSlides/notesSlide11.xml" Id="R2464e36a29cf4b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328730e3a4488" /><Relationship Type="http://schemas.openxmlformats.org/officeDocument/2006/relationships/notesSlide" Target="/ppt/notesSlides/notesSlide12.xml" Id="R270975675e754a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5937c8392604420d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Your company wants to use AI.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Where should it start?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An FDE works inside the business to find the right first problem,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then turns it into a system people use and results can prove.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Business assessment | Workflow redesign | Skills | Custom SaaS | Databases |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Event offer: complimentary enterprise AI assessment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10 companies per day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c6b87a4ca74216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110" b="0">
                <a:solidFill>
                  <a:srgbClr val="070707"/>
                </a:solidFill>
              </a:rPr>
              <a:t>We used to complete every step manually.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Agents take on repetitive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People remain responsible for goals, judgment, and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One manager can direct several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Companies can turn working knowledge into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In 2025, Microsoft introduced the idea of the Agent Boss: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OpenAI defines agents as systems that can complete workflows on a user’s behalf, rather than simply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Google describes enterprise agents as systems that connect models with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PUBLIC EXAMPLES ALREADY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Leaders want higher efficiency,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Other companies’ cases do not fit the way this company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Every department has ideas, but nobody can set priorities.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AI transformation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The outcome leadership wants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frontline work actually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Where the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the solution gets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Leave out one layer and the project often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WHY INTERNAL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leadership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ambition is broad, but the first practical job remains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10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frontline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4104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295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86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8867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58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62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Buy a standard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3629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Deployment is fast, but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20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Build a large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839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Time and money are committed before business value is tested.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678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From one small tool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Quotation,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Small custom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ERP, CRM, collaboration, and messaging integrations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Progress, result, and activity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work crosses people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Permissions and usage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information is hard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A company-wide upgrade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Set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Define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Train the company’s own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Assess first.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Not a demo.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13" b="0">
                <a:solidFill>
                  <a:srgbClr val="070707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Show what changed in the business,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not only what the system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32" b="1">
                <a:solidFill>
                  <a:srgbClr val="070707"/>
                </a:solidFill>
              </a:rPr>
              <a:t>Case details are pending customer confirmation. No company name, logo, or performance figure will be used without permission and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COMPANIES WE HAVE SERVED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A7C27-ECC5-4346-ABC4-619B38AB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F5B9E-CB7D-44A8-9996-7DC67160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6B6FC-3965-479E-81B3-86D6297B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AD5C6-1067-4607-9B8E-DCC52B4D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825" b="1">
                <a:solidFill>
                  <a:srgbClr val="070707"/>
                </a:solidFill>
              </a:rPr>
              <a:t>One line under each logo: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[Company or industry] | We helped the team [one-sentence description of the actual service].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810" b="0">
                <a:solidFill>
                  <a:srgbClr val="656563"/>
                </a:solidFill>
              </a:rPr>
              <a:t>Include a logo only when the service was actually delivered, the client has approved public use of its name and logo, and the work can be verified. A sales conversation, proposal, or public vendor case study is not a client engagement.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1 | [Factory type / business function]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[Role] used [chat / spreadsheets / PDFs / ERP / email] to complete [specific task]. It happened [frequency], required [people or time], and often caused [specific issue].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The initial request was [customer’s original request]. After observing the workflow, the problem affecting the business was [confirmed problem].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[Skill / custom SaaS / automation / database / agent workflow], connected to [existing systems or data].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Processing time: [before] → [after]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Manual steps: [before] → [after]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Errors or rework: [before] → [after]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Business result: [customer-confirmed result]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2 | [Factory type / business function]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Use the same structure. A useful set would include one small tool, one end-to-end workflow, and one database or company-wide transformation.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A working agent still needs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We call this training Agent Boss.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Give agents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Decide which work can be delegated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Review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Turn good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Remain accountable for the business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FDE: build and launch the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Agent Boss: help the team take ownership and keep improving 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WE MAY ALSO TELL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One to three areas worth examining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initial judgment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honest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Which part of your business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10 companies per day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825" b="0">
                <a:solidFill>
                  <a:srgbClr val="656563"/>
                </a:solidFill>
              </a:rPr>
              <a:t>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SCAN AND TELL US: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contact details and preferred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SCAN TO RESERVE · AVAILABLE UNTIL FULL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7CD9D-47BC-4030-8CB2-3FDF648B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[Brand name]</a:t>
            </a:r>
          </a:p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[Name / phone / WeChat / website]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990" b="1">
                <a:solidFill>
                  <a:srgbClr val="070707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2026-08-24T10:27:16.1570000Z</dcterms:created>
  <dcterms:modified xsi:type="dcterms:W3CDTF">2026-08-24T10:27:16.1570000Z</dcterms:modified>
</coreProperties>
</file>