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bd4becf0cf4aa3" /><Relationship Type="http://schemas.openxmlformats.org/officeDocument/2006/relationships/extended-properties" Target="/docProps/app.xml" Id="R588ea40163a14c18" /><Relationship Type="http://schemas.openxmlformats.org/officeDocument/2006/relationships/officeDocument" Target="/ppt/presentation.xml" Id="Re4c046140c8643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299c6d67134188"/>
  </p:sldMasterIdLst>
  <p:notesMasterIdLst>
    <p:notesMasterId xmlns:r="http://schemas.openxmlformats.org/officeDocument/2006/relationships" r:id="R563418b9e4754bc3"/>
  </p:notesMasterIdLst>
  <p:sldIdLst>
    <p:sldId xmlns:r="http://schemas.openxmlformats.org/officeDocument/2006/relationships" id="256" r:id="Rbd4b03ada85a4181"/>
    <p:sldId xmlns:r="http://schemas.openxmlformats.org/officeDocument/2006/relationships" id="257" r:id="Rc560dd2c62a043d0"/>
    <p:sldId xmlns:r="http://schemas.openxmlformats.org/officeDocument/2006/relationships" id="258" r:id="R57dff5c64e174b63"/>
    <p:sldId xmlns:r="http://schemas.openxmlformats.org/officeDocument/2006/relationships" id="259" r:id="R989ef26833d14c29"/>
    <p:sldId xmlns:r="http://schemas.openxmlformats.org/officeDocument/2006/relationships" id="260" r:id="R429d2106de674175"/>
    <p:sldId xmlns:r="http://schemas.openxmlformats.org/officeDocument/2006/relationships" id="261" r:id="R8f968a76349d45ee"/>
    <p:sldId xmlns:r="http://schemas.openxmlformats.org/officeDocument/2006/relationships" id="262" r:id="Rc84607457a164ce4"/>
    <p:sldId xmlns:r="http://schemas.openxmlformats.org/officeDocument/2006/relationships" id="263" r:id="Rc1e73096da0d45b5"/>
    <p:sldId xmlns:r="http://schemas.openxmlformats.org/officeDocument/2006/relationships" id="264" r:id="Re0e57fd439904d17"/>
    <p:sldId xmlns:r="http://schemas.openxmlformats.org/officeDocument/2006/relationships" id="265" r:id="R8755317969374f11"/>
    <p:sldId xmlns:r="http://schemas.openxmlformats.org/officeDocument/2006/relationships" id="266" r:id="R9318eaa960b8426d"/>
    <p:sldId xmlns:r="http://schemas.openxmlformats.org/officeDocument/2006/relationships" id="267" r:id="R353f14428a49474d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139d5fe12341b1" /><Relationship Type="http://schemas.openxmlformats.org/officeDocument/2006/relationships/slideMaster" Target="/ppt/slideMasters/slideMaster1.xml" Id="Reb299c6d67134188" /><Relationship Type="http://schemas.openxmlformats.org/officeDocument/2006/relationships/notesMaster" Target="/ppt/notesMasters/notesMaster1.xml" Id="R563418b9e4754bc3" /><Relationship Type="http://schemas.openxmlformats.org/officeDocument/2006/relationships/presProps" Target="/ppt/presProps.xml" Id="Rbec2f819bc894705" /><Relationship Type="http://schemas.openxmlformats.org/officeDocument/2006/relationships/tableStyles" Target="/ppt/tableStyles.xml" Id="R24ac3867232a4cd2" /><Relationship Type="http://schemas.openxmlformats.org/officeDocument/2006/relationships/slide" Target="/ppt/slides/slide1.xml" Id="Rbd4b03ada85a4181" /><Relationship Type="http://schemas.openxmlformats.org/officeDocument/2006/relationships/slide" Target="/ppt/slides/slide2.xml" Id="Rc560dd2c62a043d0" /><Relationship Type="http://schemas.openxmlformats.org/officeDocument/2006/relationships/slide" Target="/ppt/slides/slide3.xml" Id="R57dff5c64e174b63" /><Relationship Type="http://schemas.openxmlformats.org/officeDocument/2006/relationships/slide" Target="/ppt/slides/slide4.xml" Id="R989ef26833d14c29" /><Relationship Type="http://schemas.openxmlformats.org/officeDocument/2006/relationships/slide" Target="/ppt/slides/slide5.xml" Id="R429d2106de674175" /><Relationship Type="http://schemas.openxmlformats.org/officeDocument/2006/relationships/slide" Target="/ppt/slides/slide6.xml" Id="R8f968a76349d45ee" /><Relationship Type="http://schemas.openxmlformats.org/officeDocument/2006/relationships/slide" Target="/ppt/slides/slide7.xml" Id="Rc84607457a164ce4" /><Relationship Type="http://schemas.openxmlformats.org/officeDocument/2006/relationships/slide" Target="/ppt/slides/slide8.xml" Id="Rc1e73096da0d45b5" /><Relationship Type="http://schemas.openxmlformats.org/officeDocument/2006/relationships/slide" Target="/ppt/slides/slide9.xml" Id="Re0e57fd439904d17" /><Relationship Type="http://schemas.openxmlformats.org/officeDocument/2006/relationships/slide" Target="/ppt/slides/slide10.xml" Id="R8755317969374f11" /><Relationship Type="http://schemas.openxmlformats.org/officeDocument/2006/relationships/slide" Target="/ppt/slides/slide11.xml" Id="R9318eaa960b8426d" /><Relationship Type="http://schemas.openxmlformats.org/officeDocument/2006/relationships/slide" Target="/ppt/slides/slide12.xml" Id="R353f14428a4947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6d19041b5c4d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0f4954a25d4e5a" /><Relationship Type="http://schemas.openxmlformats.org/officeDocument/2006/relationships/notesMaster" Target="/ppt/notesMasters/notesMaster1.xml" Id="R07f76c81cd1f4f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eb8e5e48e3461f" /><Relationship Type="http://schemas.openxmlformats.org/officeDocument/2006/relationships/notesMaster" Target="/ppt/notesMasters/notesMaster1.xml" Id="R68bb1a61101347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8b163d283041bd" /><Relationship Type="http://schemas.openxmlformats.org/officeDocument/2006/relationships/notesMaster" Target="/ppt/notesMasters/notesMaster1.xml" Id="R21353734b6cc4d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7e34c490ca4596" /><Relationship Type="http://schemas.openxmlformats.org/officeDocument/2006/relationships/notesMaster" Target="/ppt/notesMasters/notesMaster1.xml" Id="Rf048e54506004e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933b0b954a43a4" /><Relationship Type="http://schemas.openxmlformats.org/officeDocument/2006/relationships/notesMaster" Target="/ppt/notesMasters/notesMaster1.xml" Id="Rec6e0e124db547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320e5478904707" /><Relationship Type="http://schemas.openxmlformats.org/officeDocument/2006/relationships/notesMaster" Target="/ppt/notesMasters/notesMaster1.xml" Id="R3d7444194ef847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886a6514174f49" /><Relationship Type="http://schemas.openxmlformats.org/officeDocument/2006/relationships/notesMaster" Target="/ppt/notesMasters/notesMaster1.xml" Id="R1e7bc1cbb05f44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16e851017e4074" /><Relationship Type="http://schemas.openxmlformats.org/officeDocument/2006/relationships/notesMaster" Target="/ppt/notesMasters/notesMaster1.xml" Id="R5d48c8253d1a4c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684fe13c704b26" /><Relationship Type="http://schemas.openxmlformats.org/officeDocument/2006/relationships/notesMaster" Target="/ppt/notesMasters/notesMaster1.xml" Id="Rd65d5ea41d1844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02f4e65be84ef5" /><Relationship Type="http://schemas.openxmlformats.org/officeDocument/2006/relationships/notesMaster" Target="/ppt/notesMasters/notesMaster1.xml" Id="R359ab453d3674d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1bc532825f4043" /><Relationship Type="http://schemas.openxmlformats.org/officeDocument/2006/relationships/notesMaster" Target="/ppt/notesMasters/notesMaster1.xml" Id="Rc0cddbc3fc6846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9447acf63e43a5" /><Relationship Type="http://schemas.openxmlformats.org/officeDocument/2006/relationships/notesMaster" Target="/ppt/notesMasters/notesMaster1.xml" Id="R23fdc64aa7ea4b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80616490046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6588ace00e44da" /><Relationship Type="http://schemas.openxmlformats.org/officeDocument/2006/relationships/slideLayout" Target="/ppt/slideLayouts/slideLayout1.xml" Id="R22f8c69a86b64d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f8c69a86b64d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9573e436942d4" /><Relationship Type="http://schemas.openxmlformats.org/officeDocument/2006/relationships/image" Target="/ppt/media/image.png" Id="R0c547932261844a0" /><Relationship Type="http://schemas.openxmlformats.org/officeDocument/2006/relationships/image" Target="/ppt/media/image2.png" Id="Re08536071b254ad0" /><Relationship Type="http://schemas.openxmlformats.org/officeDocument/2006/relationships/notesSlide" Target="/ppt/notesSlides/notesSlide1.xml" Id="R136f14c6e2e646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26b2344554ac9" /><Relationship Type="http://schemas.openxmlformats.org/officeDocument/2006/relationships/notesSlide" Target="/ppt/notesSlides/notesSlide2.xml" Id="R1bbfb4eb1f8649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3a14aae7a48a1" /><Relationship Type="http://schemas.openxmlformats.org/officeDocument/2006/relationships/notesSlide" Target="/ppt/notesSlides/notesSlide3.xml" Id="Reb412e481a4b48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9be5a1e84498c" /><Relationship Type="http://schemas.openxmlformats.org/officeDocument/2006/relationships/notesSlide" Target="/ppt/notesSlides/notesSlide4.xml" Id="R1261cb39492042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788d8c5894cdf" /><Relationship Type="http://schemas.openxmlformats.org/officeDocument/2006/relationships/notesSlide" Target="/ppt/notesSlides/notesSlide5.xml" Id="R526d2a0ecdaa4e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4459e09ff4e9b" /><Relationship Type="http://schemas.openxmlformats.org/officeDocument/2006/relationships/notesSlide" Target="/ppt/notesSlides/notesSlide6.xml" Id="R5b9badd39ccb4f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129e646de4350" /><Relationship Type="http://schemas.openxmlformats.org/officeDocument/2006/relationships/notesSlide" Target="/ppt/notesSlides/notesSlide7.xml" Id="Re827427c475f41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f59803eb044f9" /><Relationship Type="http://schemas.openxmlformats.org/officeDocument/2006/relationships/notesSlide" Target="/ppt/notesSlides/notesSlide8.xml" Id="R1d808d73b4a84c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4ec1b670040b3" /><Relationship Type="http://schemas.openxmlformats.org/officeDocument/2006/relationships/image" Target="/ppt/media/image3.png" Id="Rd3795d980d704ad4" /><Relationship Type="http://schemas.openxmlformats.org/officeDocument/2006/relationships/image" Target="/ppt/media/image4.png" Id="R74805e5aa36a4cd8" /><Relationship Type="http://schemas.openxmlformats.org/officeDocument/2006/relationships/image" Target="/ppt/media/image5.png" Id="R56958b1bbdca41ff" /><Relationship Type="http://schemas.openxmlformats.org/officeDocument/2006/relationships/image" Target="/ppt/media/image6.png" Id="Ree4c6c92c5904a4a" /><Relationship Type="http://schemas.openxmlformats.org/officeDocument/2006/relationships/image" Target="/ppt/media/image7.png" Id="R224a6af2a661496a" /><Relationship Type="http://schemas.openxmlformats.org/officeDocument/2006/relationships/image" Target="/ppt/media/image8.png" Id="R7e3644b2e9f146a3" /><Relationship Type="http://schemas.openxmlformats.org/officeDocument/2006/relationships/notesSlide" Target="/ppt/notesSlides/notesSlide9.xml" Id="R3243957ff01d4f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0a0c75dba4468" /><Relationship Type="http://schemas.openxmlformats.org/officeDocument/2006/relationships/notesSlide" Target="/ppt/notesSlides/notesSlide10.xml" Id="R536e66097bcf44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9277e64944855" /><Relationship Type="http://schemas.openxmlformats.org/officeDocument/2006/relationships/notesSlide" Target="/ppt/notesSlides/notesSlide11.xml" Id="Rc53ba9c1b1544f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817727ec04ea7" /><Relationship Type="http://schemas.openxmlformats.org/officeDocument/2006/relationships/notesSlide" Target="/ppt/notesSlides/notesSlide12.xml" Id="R8b44e9e6fca547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47932261844a0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536071b254ad0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3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1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8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6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73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05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5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7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59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以下是 FDE 已完成的两个项目：跨境电商商品上架、家具制造订单转生产。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95d980d704ad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05e5aa36a4cd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58b1bbdca41f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c6c92c5904a4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24a6af2a661496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e3644b2e9f146a3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2026-08-25T03:28:43.5490000Z</dcterms:created>
  <dcterms:modified xsi:type="dcterms:W3CDTF">2026-08-25T03:28:43.5490000Z</dcterms:modified>
</coreProperties>
</file>