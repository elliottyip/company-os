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82f32def99472b" /><Relationship Type="http://schemas.openxmlformats.org/officeDocument/2006/relationships/extended-properties" Target="/docProps/app.xml" Id="Re38ef2aac5ec4cd3" /><Relationship Type="http://schemas.openxmlformats.org/officeDocument/2006/relationships/officeDocument" Target="/ppt/presentation.xml" Id="Re35ae0127a2d4f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cb2b3386024104"/>
  </p:sldMasterIdLst>
  <p:notesMasterIdLst>
    <p:notesMasterId xmlns:r="http://schemas.openxmlformats.org/officeDocument/2006/relationships" r:id="Rd137371a87af458c"/>
  </p:notesMasterIdLst>
  <p:sldIdLst>
    <p:sldId xmlns:r="http://schemas.openxmlformats.org/officeDocument/2006/relationships" id="256" r:id="Rcda4ba0bc09449ae"/>
    <p:sldId xmlns:r="http://schemas.openxmlformats.org/officeDocument/2006/relationships" id="257" r:id="Rdad9a420b63e4a4d"/>
    <p:sldId xmlns:r="http://schemas.openxmlformats.org/officeDocument/2006/relationships" id="258" r:id="R57123b33339343ae"/>
    <p:sldId xmlns:r="http://schemas.openxmlformats.org/officeDocument/2006/relationships" id="259" r:id="R08aa9cc3970b433d"/>
    <p:sldId xmlns:r="http://schemas.openxmlformats.org/officeDocument/2006/relationships" id="260" r:id="R5db5897a8e35435b"/>
    <p:sldId xmlns:r="http://schemas.openxmlformats.org/officeDocument/2006/relationships" id="261" r:id="R0aebbaf77e324db8"/>
    <p:sldId xmlns:r="http://schemas.openxmlformats.org/officeDocument/2006/relationships" id="262" r:id="R22de7ced842c419f"/>
    <p:sldId xmlns:r="http://schemas.openxmlformats.org/officeDocument/2006/relationships" id="263" r:id="Rdf3c05b229404433"/>
    <p:sldId xmlns:r="http://schemas.openxmlformats.org/officeDocument/2006/relationships" id="264" r:id="Rdc142744c15c43ef"/>
    <p:sldId xmlns:r="http://schemas.openxmlformats.org/officeDocument/2006/relationships" id="265" r:id="R4862c9d64a7d416b"/>
    <p:sldId xmlns:r="http://schemas.openxmlformats.org/officeDocument/2006/relationships" id="266" r:id="R41a7d06153f84ba0"/>
    <p:sldId xmlns:r="http://schemas.openxmlformats.org/officeDocument/2006/relationships" id="267" r:id="R697c2d806be147f5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0c219e6d494d7d" /><Relationship Type="http://schemas.openxmlformats.org/officeDocument/2006/relationships/slideMaster" Target="/ppt/slideMasters/slideMaster1.xml" Id="R79cb2b3386024104" /><Relationship Type="http://schemas.openxmlformats.org/officeDocument/2006/relationships/notesMaster" Target="/ppt/notesMasters/notesMaster1.xml" Id="Rd137371a87af458c" /><Relationship Type="http://schemas.openxmlformats.org/officeDocument/2006/relationships/presProps" Target="/ppt/presProps.xml" Id="Rd2e252a8386a4e82" /><Relationship Type="http://schemas.openxmlformats.org/officeDocument/2006/relationships/tableStyles" Target="/ppt/tableStyles.xml" Id="Rc92528e12b38404e" /><Relationship Type="http://schemas.openxmlformats.org/officeDocument/2006/relationships/slide" Target="/ppt/slides/slide1.xml" Id="Rcda4ba0bc09449ae" /><Relationship Type="http://schemas.openxmlformats.org/officeDocument/2006/relationships/slide" Target="/ppt/slides/slide2.xml" Id="Rdad9a420b63e4a4d" /><Relationship Type="http://schemas.openxmlformats.org/officeDocument/2006/relationships/slide" Target="/ppt/slides/slide3.xml" Id="R57123b33339343ae" /><Relationship Type="http://schemas.openxmlformats.org/officeDocument/2006/relationships/slide" Target="/ppt/slides/slide4.xml" Id="R08aa9cc3970b433d" /><Relationship Type="http://schemas.openxmlformats.org/officeDocument/2006/relationships/slide" Target="/ppt/slides/slide5.xml" Id="R5db5897a8e35435b" /><Relationship Type="http://schemas.openxmlformats.org/officeDocument/2006/relationships/slide" Target="/ppt/slides/slide6.xml" Id="R0aebbaf77e324db8" /><Relationship Type="http://schemas.openxmlformats.org/officeDocument/2006/relationships/slide" Target="/ppt/slides/slide7.xml" Id="R22de7ced842c419f" /><Relationship Type="http://schemas.openxmlformats.org/officeDocument/2006/relationships/slide" Target="/ppt/slides/slide8.xml" Id="Rdf3c05b229404433" /><Relationship Type="http://schemas.openxmlformats.org/officeDocument/2006/relationships/slide" Target="/ppt/slides/slide9.xml" Id="Rdc142744c15c43ef" /><Relationship Type="http://schemas.openxmlformats.org/officeDocument/2006/relationships/slide" Target="/ppt/slides/slide10.xml" Id="R4862c9d64a7d416b" /><Relationship Type="http://schemas.openxmlformats.org/officeDocument/2006/relationships/slide" Target="/ppt/slides/slide11.xml" Id="R41a7d06153f84ba0" /><Relationship Type="http://schemas.openxmlformats.org/officeDocument/2006/relationships/slide" Target="/ppt/slides/slide12.xml" Id="R697c2d806be147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c8a3f811b145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f53eddcd80485f" /><Relationship Type="http://schemas.openxmlformats.org/officeDocument/2006/relationships/notesMaster" Target="/ppt/notesMasters/notesMaster1.xml" Id="Rb3c30a14d7b94b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64048e71254bfc" /><Relationship Type="http://schemas.openxmlformats.org/officeDocument/2006/relationships/notesMaster" Target="/ppt/notesMasters/notesMaster1.xml" Id="Rb1b60aa7197149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5ebde671404767" /><Relationship Type="http://schemas.openxmlformats.org/officeDocument/2006/relationships/notesMaster" Target="/ppt/notesMasters/notesMaster1.xml" Id="R9ac27033493f4f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b9ec614d5c4359" /><Relationship Type="http://schemas.openxmlformats.org/officeDocument/2006/relationships/notesMaster" Target="/ppt/notesMasters/notesMaster1.xml" Id="R1713b8ea7fdb4c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d693207b1f4cbd" /><Relationship Type="http://schemas.openxmlformats.org/officeDocument/2006/relationships/notesMaster" Target="/ppt/notesMasters/notesMaster1.xml" Id="Rb322bea5b6af4e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d617bbe8244b1f" /><Relationship Type="http://schemas.openxmlformats.org/officeDocument/2006/relationships/notesMaster" Target="/ppt/notesMasters/notesMaster1.xml" Id="R30f2d6b93c0845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aa069f5b3540cd" /><Relationship Type="http://schemas.openxmlformats.org/officeDocument/2006/relationships/notesMaster" Target="/ppt/notesMasters/notesMaster1.xml" Id="Rf2b46219239445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bc7f4ee511480b" /><Relationship Type="http://schemas.openxmlformats.org/officeDocument/2006/relationships/notesMaster" Target="/ppt/notesMasters/notesMaster1.xml" Id="R2068bee4ffd547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26ff836c9d4e02" /><Relationship Type="http://schemas.openxmlformats.org/officeDocument/2006/relationships/notesMaster" Target="/ppt/notesMasters/notesMaster1.xml" Id="R9328e93e6d0946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3869aa20264ee8" /><Relationship Type="http://schemas.openxmlformats.org/officeDocument/2006/relationships/notesMaster" Target="/ppt/notesMasters/notesMaster1.xml" Id="R2748d21e75414b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c22d28cbd14a40" /><Relationship Type="http://schemas.openxmlformats.org/officeDocument/2006/relationships/notesMaster" Target="/ppt/notesMasters/notesMaster1.xml" Id="Rf17beeda30754a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04243df5f34a31" /><Relationship Type="http://schemas.openxmlformats.org/officeDocument/2006/relationships/notesMaster" Target="/ppt/notesMasters/notesMaster1.xml" Id="R84c3290fe7e849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fb187c68c849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f17e8d8874436a" /><Relationship Type="http://schemas.openxmlformats.org/officeDocument/2006/relationships/slideLayout" Target="/ppt/slideLayouts/slideLayout1.xml" Id="R32249853142143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249853142143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7818fb06f4a40" /><Relationship Type="http://schemas.openxmlformats.org/officeDocument/2006/relationships/image" Target="/ppt/media/image.png" Id="R8632fe5cc0d84cec" /><Relationship Type="http://schemas.openxmlformats.org/officeDocument/2006/relationships/notesSlide" Target="/ppt/notesSlides/notesSlide1.xml" Id="R3262fa86ddef42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896198b464c28" /><Relationship Type="http://schemas.openxmlformats.org/officeDocument/2006/relationships/notesSlide" Target="/ppt/notesSlides/notesSlide2.xml" Id="R18b72fc8272e4a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452fb20e24ad7" /><Relationship Type="http://schemas.openxmlformats.org/officeDocument/2006/relationships/notesSlide" Target="/ppt/notesSlides/notesSlide3.xml" Id="R39df04bedeff4f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e5333f287437b" /><Relationship Type="http://schemas.openxmlformats.org/officeDocument/2006/relationships/notesSlide" Target="/ppt/notesSlides/notesSlide4.xml" Id="Re9e14c8e53e846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0fdb2e8344f5d" /><Relationship Type="http://schemas.openxmlformats.org/officeDocument/2006/relationships/notesSlide" Target="/ppt/notesSlides/notesSlide5.xml" Id="R769ed0ddfc3844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73ac5e7bf47fd" /><Relationship Type="http://schemas.openxmlformats.org/officeDocument/2006/relationships/notesSlide" Target="/ppt/notesSlides/notesSlide6.xml" Id="R80036a1927ce4e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e9eab446c446a" /><Relationship Type="http://schemas.openxmlformats.org/officeDocument/2006/relationships/notesSlide" Target="/ppt/notesSlides/notesSlide7.xml" Id="Rf6945aa0ec9241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d922bfa444283" /><Relationship Type="http://schemas.openxmlformats.org/officeDocument/2006/relationships/notesSlide" Target="/ppt/notesSlides/notesSlide8.xml" Id="Rba0bef8256f44d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953bedb414016" /><Relationship Type="http://schemas.openxmlformats.org/officeDocument/2006/relationships/notesSlide" Target="/ppt/notesSlides/notesSlide9.xml" Id="R414b384f088c49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797d623694ce1" /><Relationship Type="http://schemas.openxmlformats.org/officeDocument/2006/relationships/notesSlide" Target="/ppt/notesSlides/notesSlide10.xml" Id="R936374f14c0442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4962a12df4b5c" /><Relationship Type="http://schemas.openxmlformats.org/officeDocument/2006/relationships/notesSlide" Target="/ppt/notesSlides/notesSlide11.xml" Id="R011ce48aeafe41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87b3ecf3447cc" /><Relationship Type="http://schemas.openxmlformats.org/officeDocument/2006/relationships/notesSlide" Target="/ppt/notesSlides/notesSlide12.xml" Id="R55ccc7565aab47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88B6D-A050-45EA-AB9C-FDF45782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74B44-41A0-459A-B8B8-4D785E81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第一步从哪里开始？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A6456-BEBB-4906-8974-927188EC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 b="0">
                <a:solidFill>
                  <a:srgbClr val="070707"/>
                </a:solidFill>
              </a:defRPr>
            </a:pPr>
            <a:r>
              <a:rPr sz="1313" b="0">
                <a:solidFill>
                  <a:srgbClr val="070707"/>
                </a:solidFill>
              </a:rPr>
              <a:t>再把它做成有人用、看得到结果的系统。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2fe5cc0d84cec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5AB65-134C-4E96-8685-CF5D5A0F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</a:defRPr>
            </a:pPr>
            <a:r>
              <a:rPr sz="915" b="1">
                <a:solidFill>
                  <a:srgbClr val="070707"/>
                </a:solidFill>
              </a:rPr>
              <a:t>业务诊断｜流程改造｜Skill｜定制 SaaS｜数据库｜Agent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41A71-5A4A-4BF7-8AD6-8B1DA1CB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每天 10 家</a:t>
            </a:r>
          </a:p>
        </p:txBody>
      </p:sp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74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827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79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3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85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3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4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98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38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1028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075CFF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577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436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866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295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2026-08-24T07:59:30.1370000Z</dcterms:created>
  <dcterms:modified xsi:type="dcterms:W3CDTF">2026-08-24T07:59:30.1370000Z</dcterms:modified>
</coreProperties>
</file>