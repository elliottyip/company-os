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b280a65dc44af0" /><Relationship Type="http://schemas.openxmlformats.org/officeDocument/2006/relationships/extended-properties" Target="/docProps/app.xml" Id="R18f181c04aff4be2" /><Relationship Type="http://schemas.openxmlformats.org/officeDocument/2006/relationships/officeDocument" Target="/ppt/presentation.xml" Id="Rbec541971b1547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b6523657404963"/>
  </p:sldMasterIdLst>
  <p:notesMasterIdLst>
    <p:notesMasterId xmlns:r="http://schemas.openxmlformats.org/officeDocument/2006/relationships" r:id="R857daba676ac49e1"/>
  </p:notesMasterIdLst>
  <p:sldIdLst>
    <p:sldId xmlns:r="http://schemas.openxmlformats.org/officeDocument/2006/relationships" id="256" r:id="R3d1117fd50514cc6"/>
    <p:sldId xmlns:r="http://schemas.openxmlformats.org/officeDocument/2006/relationships" id="257" r:id="R34383f7e3b5e47e9"/>
    <p:sldId xmlns:r="http://schemas.openxmlformats.org/officeDocument/2006/relationships" id="258" r:id="Re6008fcd81ab44e9"/>
    <p:sldId xmlns:r="http://schemas.openxmlformats.org/officeDocument/2006/relationships" id="259" r:id="R2d4b3eee526245bf"/>
    <p:sldId xmlns:r="http://schemas.openxmlformats.org/officeDocument/2006/relationships" id="260" r:id="Rce182a20b6364b43"/>
    <p:sldId xmlns:r="http://schemas.openxmlformats.org/officeDocument/2006/relationships" id="261" r:id="R6692203da83b4583"/>
    <p:sldId xmlns:r="http://schemas.openxmlformats.org/officeDocument/2006/relationships" id="262" r:id="R739cde53e4614375"/>
    <p:sldId xmlns:r="http://schemas.openxmlformats.org/officeDocument/2006/relationships" id="263" r:id="R7d521402638d42e6"/>
    <p:sldId xmlns:r="http://schemas.openxmlformats.org/officeDocument/2006/relationships" id="264" r:id="Rc1503df246bb4de0"/>
    <p:sldId xmlns:r="http://schemas.openxmlformats.org/officeDocument/2006/relationships" id="265" r:id="Rb2a157b67b4e407b"/>
    <p:sldId xmlns:r="http://schemas.openxmlformats.org/officeDocument/2006/relationships" id="266" r:id="Rbb4610908f104720"/>
    <p:sldId xmlns:r="http://schemas.openxmlformats.org/officeDocument/2006/relationships" id="267" r:id="Rbe88c632041e40d4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c3d3d677ab4d1d" /><Relationship Type="http://schemas.openxmlformats.org/officeDocument/2006/relationships/slideMaster" Target="/ppt/slideMasters/slideMaster1.xml" Id="R23b6523657404963" /><Relationship Type="http://schemas.openxmlformats.org/officeDocument/2006/relationships/notesMaster" Target="/ppt/notesMasters/notesMaster1.xml" Id="R857daba676ac49e1" /><Relationship Type="http://schemas.openxmlformats.org/officeDocument/2006/relationships/presProps" Target="/ppt/presProps.xml" Id="R271885d055cb4ce0" /><Relationship Type="http://schemas.openxmlformats.org/officeDocument/2006/relationships/tableStyles" Target="/ppt/tableStyles.xml" Id="Rbbf8c087550a484c" /><Relationship Type="http://schemas.openxmlformats.org/officeDocument/2006/relationships/slide" Target="/ppt/slides/slide1.xml" Id="R3d1117fd50514cc6" /><Relationship Type="http://schemas.openxmlformats.org/officeDocument/2006/relationships/slide" Target="/ppt/slides/slide2.xml" Id="R34383f7e3b5e47e9" /><Relationship Type="http://schemas.openxmlformats.org/officeDocument/2006/relationships/slide" Target="/ppt/slides/slide3.xml" Id="Re6008fcd81ab44e9" /><Relationship Type="http://schemas.openxmlformats.org/officeDocument/2006/relationships/slide" Target="/ppt/slides/slide4.xml" Id="R2d4b3eee526245bf" /><Relationship Type="http://schemas.openxmlformats.org/officeDocument/2006/relationships/slide" Target="/ppt/slides/slide5.xml" Id="Rce182a20b6364b43" /><Relationship Type="http://schemas.openxmlformats.org/officeDocument/2006/relationships/slide" Target="/ppt/slides/slide6.xml" Id="R6692203da83b4583" /><Relationship Type="http://schemas.openxmlformats.org/officeDocument/2006/relationships/slide" Target="/ppt/slides/slide7.xml" Id="R739cde53e4614375" /><Relationship Type="http://schemas.openxmlformats.org/officeDocument/2006/relationships/slide" Target="/ppt/slides/slide8.xml" Id="R7d521402638d42e6" /><Relationship Type="http://schemas.openxmlformats.org/officeDocument/2006/relationships/slide" Target="/ppt/slides/slide9.xml" Id="Rc1503df246bb4de0" /><Relationship Type="http://schemas.openxmlformats.org/officeDocument/2006/relationships/slide" Target="/ppt/slides/slide10.xml" Id="Rb2a157b67b4e407b" /><Relationship Type="http://schemas.openxmlformats.org/officeDocument/2006/relationships/slide" Target="/ppt/slides/slide11.xml" Id="Rbb4610908f104720" /><Relationship Type="http://schemas.openxmlformats.org/officeDocument/2006/relationships/slide" Target="/ppt/slides/slide12.xml" Id="Rbe88c632041e40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e8970e18d744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011127535a4126" /><Relationship Type="http://schemas.openxmlformats.org/officeDocument/2006/relationships/notesMaster" Target="/ppt/notesMasters/notesMaster1.xml" Id="Ra0b1b0b0adbb44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c3cf056b5040f5" /><Relationship Type="http://schemas.openxmlformats.org/officeDocument/2006/relationships/notesMaster" Target="/ppt/notesMasters/notesMaster1.xml" Id="R416c54fc5db441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53480f591c436d" /><Relationship Type="http://schemas.openxmlformats.org/officeDocument/2006/relationships/notesMaster" Target="/ppt/notesMasters/notesMaster1.xml" Id="R21513fcb662741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4d6a4e35e74f51" /><Relationship Type="http://schemas.openxmlformats.org/officeDocument/2006/relationships/notesMaster" Target="/ppt/notesMasters/notesMaster1.xml" Id="R1a205c58319e46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9536dbbdaa457a" /><Relationship Type="http://schemas.openxmlformats.org/officeDocument/2006/relationships/notesMaster" Target="/ppt/notesMasters/notesMaster1.xml" Id="R28865c3d6f934c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c9b4641da64c36" /><Relationship Type="http://schemas.openxmlformats.org/officeDocument/2006/relationships/notesMaster" Target="/ppt/notesMasters/notesMaster1.xml" Id="R4b3fbd0983404d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ae2c3dbbfc495d" /><Relationship Type="http://schemas.openxmlformats.org/officeDocument/2006/relationships/notesMaster" Target="/ppt/notesMasters/notesMaster1.xml" Id="R90df4f5494c043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7f12067d8a4e18" /><Relationship Type="http://schemas.openxmlformats.org/officeDocument/2006/relationships/notesMaster" Target="/ppt/notesMasters/notesMaster1.xml" Id="R4b7aeddabfb148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6bf6396de547f3" /><Relationship Type="http://schemas.openxmlformats.org/officeDocument/2006/relationships/notesMaster" Target="/ppt/notesMasters/notesMaster1.xml" Id="R914c16b6664c4a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1128b0dfec4694" /><Relationship Type="http://schemas.openxmlformats.org/officeDocument/2006/relationships/notesMaster" Target="/ppt/notesMasters/notesMaster1.xml" Id="R16c21cd8120745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32feca35564f3c" /><Relationship Type="http://schemas.openxmlformats.org/officeDocument/2006/relationships/notesMaster" Target="/ppt/notesMasters/notesMaster1.xml" Id="Rdb4b0f8eb64044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5f74b3b47d4957" /><Relationship Type="http://schemas.openxmlformats.org/officeDocument/2006/relationships/notesMaster" Target="/ppt/notesMasters/notesMaster1.xml" Id="R1e0e119efb6140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e5e2c94f44c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67fa72fea54741" /><Relationship Type="http://schemas.openxmlformats.org/officeDocument/2006/relationships/slideLayout" Target="/ppt/slideLayouts/slideLayout1.xml" Id="R43895960a13242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895960a13242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6f1a4aa0b4da5" /><Relationship Type="http://schemas.openxmlformats.org/officeDocument/2006/relationships/image" Target="/ppt/media/image.png" Id="R8e267efc4dcd472b" /><Relationship Type="http://schemas.openxmlformats.org/officeDocument/2006/relationships/notesSlide" Target="/ppt/notesSlides/notesSlide1.xml" Id="R4e67c5db252c45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2328b2a9246c5" /><Relationship Type="http://schemas.openxmlformats.org/officeDocument/2006/relationships/notesSlide" Target="/ppt/notesSlides/notesSlide2.xml" Id="Rd26ac3f123394c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3e3888e2b4dbf" /><Relationship Type="http://schemas.openxmlformats.org/officeDocument/2006/relationships/notesSlide" Target="/ppt/notesSlides/notesSlide3.xml" Id="Re6ec3d01f5be48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fc7f6bdcf490a" /><Relationship Type="http://schemas.openxmlformats.org/officeDocument/2006/relationships/notesSlide" Target="/ppt/notesSlides/notesSlide4.xml" Id="R42dfcab3406f48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0cd0d4bed47b4" /><Relationship Type="http://schemas.openxmlformats.org/officeDocument/2006/relationships/notesSlide" Target="/ppt/notesSlides/notesSlide5.xml" Id="R840f6b40ae0148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0824ff2ea4ab3" /><Relationship Type="http://schemas.openxmlformats.org/officeDocument/2006/relationships/notesSlide" Target="/ppt/notesSlides/notesSlide6.xml" Id="R8d3a70c76b6b4c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134b2155f47e1" /><Relationship Type="http://schemas.openxmlformats.org/officeDocument/2006/relationships/notesSlide" Target="/ppt/notesSlides/notesSlide7.xml" Id="Rca4d3d8d65004e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47cc9415245bc" /><Relationship Type="http://schemas.openxmlformats.org/officeDocument/2006/relationships/notesSlide" Target="/ppt/notesSlides/notesSlide8.xml" Id="R5a945f95a5bb4f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2cf3e7d7444eb" /><Relationship Type="http://schemas.openxmlformats.org/officeDocument/2006/relationships/notesSlide" Target="/ppt/notesSlides/notesSlide9.xml" Id="R24d6e51f995549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0d3bf79d44540" /><Relationship Type="http://schemas.openxmlformats.org/officeDocument/2006/relationships/notesSlide" Target="/ppt/notesSlides/notesSlide10.xml" Id="Rd08d08eee9e44a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5bca3f9f3407f" /><Relationship Type="http://schemas.openxmlformats.org/officeDocument/2006/relationships/notesSlide" Target="/ppt/notesSlides/notesSlide11.xml" Id="Rb2d8b164c6604a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f5c5da5e34972" /><Relationship Type="http://schemas.openxmlformats.org/officeDocument/2006/relationships/notesSlide" Target="/ppt/notesSlides/notesSlide12.xml" Id="R0f6401db8a7f48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CA3C-454F-4AC4-8E3D-2BA1E30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A9F7-7B7D-48EA-B2E0-F3F160F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F1DF9-59C9-4554-8A05-9FFCDBF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then turns it into a system people use and results can prove.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67efc4dcd472b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74A1-7765-470F-B333-AAA898A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</a:defRPr>
            </a:pPr>
            <a:r>
              <a:rPr sz="803" b="1">
                <a:solidFill>
                  <a:srgbClr val="070707"/>
                </a:solidFill>
              </a:rPr>
              <a:t>Business assessment | Workflow redesign | Skills | Custom SaaS | Databases |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C83F5-28FB-4508-BC24-EE11BE1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1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83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35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27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1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2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3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548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866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295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2026-08-24T07:59:30.9000000Z</dcterms:created>
  <dcterms:modified xsi:type="dcterms:W3CDTF">2026-08-24T07:59:30.9000000Z</dcterms:modified>
</coreProperties>
</file>