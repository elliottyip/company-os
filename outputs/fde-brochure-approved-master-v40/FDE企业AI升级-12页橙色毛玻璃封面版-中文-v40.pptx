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1316e10dfb429a" /><Relationship Type="http://schemas.openxmlformats.org/officeDocument/2006/relationships/extended-properties" Target="/docProps/app.xml" Id="R61aaaaef90ed4d08" /><Relationship Type="http://schemas.openxmlformats.org/officeDocument/2006/relationships/officeDocument" Target="/ppt/presentation.xml" Id="Rf218b293795141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c3a1fdf23d41d2"/>
  </p:sldMasterIdLst>
  <p:notesMasterIdLst>
    <p:notesMasterId xmlns:r="http://schemas.openxmlformats.org/officeDocument/2006/relationships" r:id="Rb0accaef2f4b417d"/>
  </p:notesMasterIdLst>
  <p:sldIdLst>
    <p:sldId xmlns:r="http://schemas.openxmlformats.org/officeDocument/2006/relationships" id="256" r:id="R40ed496fc9ef4c79"/>
    <p:sldId xmlns:r="http://schemas.openxmlformats.org/officeDocument/2006/relationships" id="257" r:id="Rb608e508cfea45f2"/>
    <p:sldId xmlns:r="http://schemas.openxmlformats.org/officeDocument/2006/relationships" id="258" r:id="R29a85d3350bb48c2"/>
    <p:sldId xmlns:r="http://schemas.openxmlformats.org/officeDocument/2006/relationships" id="259" r:id="Rc831fd208ce14f7a"/>
    <p:sldId xmlns:r="http://schemas.openxmlformats.org/officeDocument/2006/relationships" id="260" r:id="Ree9cbcaeaeec4df3"/>
    <p:sldId xmlns:r="http://schemas.openxmlformats.org/officeDocument/2006/relationships" id="261" r:id="R1a5f6ee0af214650"/>
    <p:sldId xmlns:r="http://schemas.openxmlformats.org/officeDocument/2006/relationships" id="262" r:id="R8675e70a8e924dd2"/>
    <p:sldId xmlns:r="http://schemas.openxmlformats.org/officeDocument/2006/relationships" id="263" r:id="R1f88796300324ac0"/>
    <p:sldId xmlns:r="http://schemas.openxmlformats.org/officeDocument/2006/relationships" id="264" r:id="R18f05e543fcc4eb7"/>
    <p:sldId xmlns:r="http://schemas.openxmlformats.org/officeDocument/2006/relationships" id="265" r:id="R1f0f172b848c429b"/>
    <p:sldId xmlns:r="http://schemas.openxmlformats.org/officeDocument/2006/relationships" id="266" r:id="Rca0b991782934980"/>
    <p:sldId xmlns:r="http://schemas.openxmlformats.org/officeDocument/2006/relationships" id="267" r:id="R6977931e578d462a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887eb3840e45a0" /><Relationship Type="http://schemas.openxmlformats.org/officeDocument/2006/relationships/slideMaster" Target="/ppt/slideMasters/slideMaster1.xml" Id="R00c3a1fdf23d41d2" /><Relationship Type="http://schemas.openxmlformats.org/officeDocument/2006/relationships/notesMaster" Target="/ppt/notesMasters/notesMaster1.xml" Id="Rb0accaef2f4b417d" /><Relationship Type="http://schemas.openxmlformats.org/officeDocument/2006/relationships/presProps" Target="/ppt/presProps.xml" Id="R7c6a5447dece4835" /><Relationship Type="http://schemas.openxmlformats.org/officeDocument/2006/relationships/tableStyles" Target="/ppt/tableStyles.xml" Id="R78f1d180034446ee" /><Relationship Type="http://schemas.openxmlformats.org/officeDocument/2006/relationships/slide" Target="/ppt/slides/slide1.xml" Id="R40ed496fc9ef4c79" /><Relationship Type="http://schemas.openxmlformats.org/officeDocument/2006/relationships/slide" Target="/ppt/slides/slide2.xml" Id="Rb608e508cfea45f2" /><Relationship Type="http://schemas.openxmlformats.org/officeDocument/2006/relationships/slide" Target="/ppt/slides/slide3.xml" Id="R29a85d3350bb48c2" /><Relationship Type="http://schemas.openxmlformats.org/officeDocument/2006/relationships/slide" Target="/ppt/slides/slide4.xml" Id="Rc831fd208ce14f7a" /><Relationship Type="http://schemas.openxmlformats.org/officeDocument/2006/relationships/slide" Target="/ppt/slides/slide5.xml" Id="Ree9cbcaeaeec4df3" /><Relationship Type="http://schemas.openxmlformats.org/officeDocument/2006/relationships/slide" Target="/ppt/slides/slide6.xml" Id="R1a5f6ee0af214650" /><Relationship Type="http://schemas.openxmlformats.org/officeDocument/2006/relationships/slide" Target="/ppt/slides/slide7.xml" Id="R8675e70a8e924dd2" /><Relationship Type="http://schemas.openxmlformats.org/officeDocument/2006/relationships/slide" Target="/ppt/slides/slide8.xml" Id="R1f88796300324ac0" /><Relationship Type="http://schemas.openxmlformats.org/officeDocument/2006/relationships/slide" Target="/ppt/slides/slide9.xml" Id="R18f05e543fcc4eb7" /><Relationship Type="http://schemas.openxmlformats.org/officeDocument/2006/relationships/slide" Target="/ppt/slides/slide10.xml" Id="R1f0f172b848c429b" /><Relationship Type="http://schemas.openxmlformats.org/officeDocument/2006/relationships/slide" Target="/ppt/slides/slide11.xml" Id="Rca0b991782934980" /><Relationship Type="http://schemas.openxmlformats.org/officeDocument/2006/relationships/slide" Target="/ppt/slides/slide12.xml" Id="R6977931e578d46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93bbf313ca41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ddd685d0824813" /><Relationship Type="http://schemas.openxmlformats.org/officeDocument/2006/relationships/notesMaster" Target="/ppt/notesMasters/notesMaster1.xml" Id="R13061e07d41d49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c97fca522d4a1a" /><Relationship Type="http://schemas.openxmlformats.org/officeDocument/2006/relationships/notesMaster" Target="/ppt/notesMasters/notesMaster1.xml" Id="R015162866fa443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27f01b23684954" /><Relationship Type="http://schemas.openxmlformats.org/officeDocument/2006/relationships/notesMaster" Target="/ppt/notesMasters/notesMaster1.xml" Id="Rad18586c22c042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e768e336784e60" /><Relationship Type="http://schemas.openxmlformats.org/officeDocument/2006/relationships/notesMaster" Target="/ppt/notesMasters/notesMaster1.xml" Id="R0a5fea2a266a46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288d1ef7574c18" /><Relationship Type="http://schemas.openxmlformats.org/officeDocument/2006/relationships/notesMaster" Target="/ppt/notesMasters/notesMaster1.xml" Id="R3b0ea3932dd541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7ca802abf944ee" /><Relationship Type="http://schemas.openxmlformats.org/officeDocument/2006/relationships/notesMaster" Target="/ppt/notesMasters/notesMaster1.xml" Id="Rc7b584b397b94c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3d1c6dd4d94462" /><Relationship Type="http://schemas.openxmlformats.org/officeDocument/2006/relationships/notesMaster" Target="/ppt/notesMasters/notesMaster1.xml" Id="Rf1708809ad6540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ba895679604cdb" /><Relationship Type="http://schemas.openxmlformats.org/officeDocument/2006/relationships/notesMaster" Target="/ppt/notesMasters/notesMaster1.xml" Id="R045217a49ef341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1f30f137854c10" /><Relationship Type="http://schemas.openxmlformats.org/officeDocument/2006/relationships/notesMaster" Target="/ppt/notesMasters/notesMaster1.xml" Id="Rc010669bb2364a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9a17ea5d204e2c" /><Relationship Type="http://schemas.openxmlformats.org/officeDocument/2006/relationships/notesMaster" Target="/ppt/notesMasters/notesMaster1.xml" Id="Ra925e78c913344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8a4089baa2415d" /><Relationship Type="http://schemas.openxmlformats.org/officeDocument/2006/relationships/notesMaster" Target="/ppt/notesMasters/notesMaster1.xml" Id="R0b46e6df12fc41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1e84d2a8da46dd" /><Relationship Type="http://schemas.openxmlformats.org/officeDocument/2006/relationships/notesMaster" Target="/ppt/notesMasters/notesMaster1.xml" Id="R88f7e764497e44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69ee9690843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d073da537445aa" /><Relationship Type="http://schemas.openxmlformats.org/officeDocument/2006/relationships/slideLayout" Target="/ppt/slideLayouts/slideLayout1.xml" Id="R9d76e2f8778047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76e2f8778047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bd86c270d4cdc" /><Relationship Type="http://schemas.openxmlformats.org/officeDocument/2006/relationships/image" Target="/ppt/media/image.png" Id="Rdf54fca6fcac4109" /><Relationship Type="http://schemas.openxmlformats.org/officeDocument/2006/relationships/image" Target="/ppt/media/image2.png" Id="R791c455cfac14487" /><Relationship Type="http://schemas.openxmlformats.org/officeDocument/2006/relationships/notesSlide" Target="/ppt/notesSlides/notesSlide1.xml" Id="Rc8edc86fd9a546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faa8f37fd4f4d" /><Relationship Type="http://schemas.openxmlformats.org/officeDocument/2006/relationships/notesSlide" Target="/ppt/notesSlides/notesSlide2.xml" Id="Rf5e1686b59e241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774f01a1e436d" /><Relationship Type="http://schemas.openxmlformats.org/officeDocument/2006/relationships/notesSlide" Target="/ppt/notesSlides/notesSlide3.xml" Id="Rcdc8480d7b604b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890f66fbd47b5" /><Relationship Type="http://schemas.openxmlformats.org/officeDocument/2006/relationships/notesSlide" Target="/ppt/notesSlides/notesSlide4.xml" Id="R8a147043b5f64a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dc60c1db74e1d" /><Relationship Type="http://schemas.openxmlformats.org/officeDocument/2006/relationships/notesSlide" Target="/ppt/notesSlides/notesSlide5.xml" Id="R4181b37dbc1442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e41cb379b4ec7" /><Relationship Type="http://schemas.openxmlformats.org/officeDocument/2006/relationships/notesSlide" Target="/ppt/notesSlides/notesSlide6.xml" Id="Rb85eb38f85d147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10fc200f44a50" /><Relationship Type="http://schemas.openxmlformats.org/officeDocument/2006/relationships/notesSlide" Target="/ppt/notesSlides/notesSlide7.xml" Id="R5abbbcb5825147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24662e6b44c72" /><Relationship Type="http://schemas.openxmlformats.org/officeDocument/2006/relationships/notesSlide" Target="/ppt/notesSlides/notesSlide8.xml" Id="R31d3deb645d14a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9deaa4a02477f" /><Relationship Type="http://schemas.openxmlformats.org/officeDocument/2006/relationships/image" Target="/ppt/media/image3.png" Id="R892b3639d5a5417c" /><Relationship Type="http://schemas.openxmlformats.org/officeDocument/2006/relationships/image" Target="/ppt/media/image4.png" Id="R3591fbf59a3b4285" /><Relationship Type="http://schemas.openxmlformats.org/officeDocument/2006/relationships/image" Target="/ppt/media/image5.png" Id="R634b293bb7ca4fd9" /><Relationship Type="http://schemas.openxmlformats.org/officeDocument/2006/relationships/image" Target="/ppt/media/image6.png" Id="Rd52515336a8f4330" /><Relationship Type="http://schemas.openxmlformats.org/officeDocument/2006/relationships/image" Target="/ppt/media/image7.png" Id="R71aa9577e8c24bba" /><Relationship Type="http://schemas.openxmlformats.org/officeDocument/2006/relationships/image" Target="/ppt/media/image8.png" Id="R43ad3af024134c84" /><Relationship Type="http://schemas.openxmlformats.org/officeDocument/2006/relationships/image" Target="/ppt/media/image9.png" Id="R26851671e0354767" /><Relationship Type="http://schemas.openxmlformats.org/officeDocument/2006/relationships/image" Target="/ppt/media/image10.png" Id="Re56881f3910b4bf6" /><Relationship Type="http://schemas.openxmlformats.org/officeDocument/2006/relationships/image" Target="/ppt/media/image11.png" Id="R2b62473459134d76" /><Relationship Type="http://schemas.openxmlformats.org/officeDocument/2006/relationships/image" Target="/ppt/media/image12.png" Id="R109654f360354cbf" /><Relationship Type="http://schemas.openxmlformats.org/officeDocument/2006/relationships/image" Target="/ppt/media/image13.png" Id="Rc44338323f8c4e9b" /><Relationship Type="http://schemas.openxmlformats.org/officeDocument/2006/relationships/image" Target="/ppt/media/image14.png" Id="R88dcf44074ff4a6d" /><Relationship Type="http://schemas.openxmlformats.org/officeDocument/2006/relationships/notesSlide" Target="/ppt/notesSlides/notesSlide9.xml" Id="R7029aad416cc40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7d16fc14c4e9f" /><Relationship Type="http://schemas.openxmlformats.org/officeDocument/2006/relationships/notesSlide" Target="/ppt/notesSlides/notesSlide10.xml" Id="R05e815a0a18b49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1989e8ccd40dc" /><Relationship Type="http://schemas.openxmlformats.org/officeDocument/2006/relationships/notesSlide" Target="/ppt/notesSlides/notesSlide11.xml" Id="Rfa972a0ddb754f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4e9bedeed4acf" /><Relationship Type="http://schemas.openxmlformats.org/officeDocument/2006/relationships/notesSlide" Target="/ppt/notesSlides/notesSlide12.xml" Id="Rd7d2682b34cc49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4fca6fcac4109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c455cfac14487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FDE 项目实践｜从业务现场出发，把跨境电商与制造流程做成可用系统。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国际大型制造企业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b3639d5a541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1fbf59a3b428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b293bb7ca4fd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515336a8f433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1aa9577e8c24bb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3ad3af024134c8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6851671e035476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56881f3910b4bf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b62473459134d7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09654f360354cb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44338323f8c4e9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8dcf44074ff4a6d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2026-08-25T02:50:55.1500000Z</dcterms:created>
  <dcterms:modified xsi:type="dcterms:W3CDTF">2026-08-25T02:50:55.1500000Z</dcterms:modified>
</coreProperties>
</file>