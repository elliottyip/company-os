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fd54164574f0d" /><Relationship Type="http://schemas.openxmlformats.org/officeDocument/2006/relationships/extended-properties" Target="/docProps/app.xml" Id="Rd7965eb2ca334c46" /><Relationship Type="http://schemas.openxmlformats.org/officeDocument/2006/relationships/officeDocument" Target="/ppt/presentation.xml" Id="R01ce3a830424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0bd4dba4a64529"/>
  </p:sldMasterIdLst>
  <p:notesMasterIdLst>
    <p:notesMasterId xmlns:r="http://schemas.openxmlformats.org/officeDocument/2006/relationships" r:id="R9dddda7e286340bb"/>
  </p:notesMasterIdLst>
  <p:sldIdLst>
    <p:sldId xmlns:r="http://schemas.openxmlformats.org/officeDocument/2006/relationships" id="256" r:id="Rd0a524744c3d4dc0"/>
    <p:sldId xmlns:r="http://schemas.openxmlformats.org/officeDocument/2006/relationships" id="257" r:id="Ra4ad541513d8472a"/>
    <p:sldId xmlns:r="http://schemas.openxmlformats.org/officeDocument/2006/relationships" id="258" r:id="R8abf839e3ce74bee"/>
    <p:sldId xmlns:r="http://schemas.openxmlformats.org/officeDocument/2006/relationships" id="259" r:id="R8201ed3f14a3473c"/>
    <p:sldId xmlns:r="http://schemas.openxmlformats.org/officeDocument/2006/relationships" id="260" r:id="Rffe654a891134c0c"/>
    <p:sldId xmlns:r="http://schemas.openxmlformats.org/officeDocument/2006/relationships" id="261" r:id="R0d400c05a0d641d0"/>
    <p:sldId xmlns:r="http://schemas.openxmlformats.org/officeDocument/2006/relationships" id="262" r:id="R0ca497da420d489c"/>
    <p:sldId xmlns:r="http://schemas.openxmlformats.org/officeDocument/2006/relationships" id="263" r:id="R540f480600fc46a9"/>
    <p:sldId xmlns:r="http://schemas.openxmlformats.org/officeDocument/2006/relationships" id="264" r:id="Rf803183b11584c27"/>
    <p:sldId xmlns:r="http://schemas.openxmlformats.org/officeDocument/2006/relationships" id="265" r:id="R5ffa73379f77436e"/>
    <p:sldId xmlns:r="http://schemas.openxmlformats.org/officeDocument/2006/relationships" id="266" r:id="R7c9fc7bbc7f24b89"/>
    <p:sldId xmlns:r="http://schemas.openxmlformats.org/officeDocument/2006/relationships" id="267" r:id="R8c4417b5f6184ff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d027242ca49c1" /><Relationship Type="http://schemas.openxmlformats.org/officeDocument/2006/relationships/slideMaster" Target="/ppt/slideMasters/slideMaster1.xml" Id="Rf20bd4dba4a64529" /><Relationship Type="http://schemas.openxmlformats.org/officeDocument/2006/relationships/notesMaster" Target="/ppt/notesMasters/notesMaster1.xml" Id="R9dddda7e286340bb" /><Relationship Type="http://schemas.openxmlformats.org/officeDocument/2006/relationships/presProps" Target="/ppt/presProps.xml" Id="R2219c3f2590f49f8" /><Relationship Type="http://schemas.openxmlformats.org/officeDocument/2006/relationships/tableStyles" Target="/ppt/tableStyles.xml" Id="Rce4bcb820cb64e28" /><Relationship Type="http://schemas.openxmlformats.org/officeDocument/2006/relationships/slide" Target="/ppt/slides/slide1.xml" Id="Rd0a524744c3d4dc0" /><Relationship Type="http://schemas.openxmlformats.org/officeDocument/2006/relationships/slide" Target="/ppt/slides/slide2.xml" Id="Ra4ad541513d8472a" /><Relationship Type="http://schemas.openxmlformats.org/officeDocument/2006/relationships/slide" Target="/ppt/slides/slide3.xml" Id="R8abf839e3ce74bee" /><Relationship Type="http://schemas.openxmlformats.org/officeDocument/2006/relationships/slide" Target="/ppt/slides/slide4.xml" Id="R8201ed3f14a3473c" /><Relationship Type="http://schemas.openxmlformats.org/officeDocument/2006/relationships/slide" Target="/ppt/slides/slide5.xml" Id="Rffe654a891134c0c" /><Relationship Type="http://schemas.openxmlformats.org/officeDocument/2006/relationships/slide" Target="/ppt/slides/slide6.xml" Id="R0d400c05a0d641d0" /><Relationship Type="http://schemas.openxmlformats.org/officeDocument/2006/relationships/slide" Target="/ppt/slides/slide7.xml" Id="R0ca497da420d489c" /><Relationship Type="http://schemas.openxmlformats.org/officeDocument/2006/relationships/slide" Target="/ppt/slides/slide8.xml" Id="R540f480600fc46a9" /><Relationship Type="http://schemas.openxmlformats.org/officeDocument/2006/relationships/slide" Target="/ppt/slides/slide9.xml" Id="Rf803183b11584c27" /><Relationship Type="http://schemas.openxmlformats.org/officeDocument/2006/relationships/slide" Target="/ppt/slides/slide10.xml" Id="R5ffa73379f77436e" /><Relationship Type="http://schemas.openxmlformats.org/officeDocument/2006/relationships/slide" Target="/ppt/slides/slide11.xml" Id="R7c9fc7bbc7f24b89" /><Relationship Type="http://schemas.openxmlformats.org/officeDocument/2006/relationships/slide" Target="/ppt/slides/slide12.xml" Id="R8c4417b5f618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f85f1877245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0a3d163e54db0" /><Relationship Type="http://schemas.openxmlformats.org/officeDocument/2006/relationships/notesMaster" Target="/ppt/notesMasters/notesMaster1.xml" Id="R3cbd23935c6445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bdac7e14ce48b8" /><Relationship Type="http://schemas.openxmlformats.org/officeDocument/2006/relationships/notesMaster" Target="/ppt/notesMasters/notesMaster1.xml" Id="Ra841712ae80b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d870a762042cc" /><Relationship Type="http://schemas.openxmlformats.org/officeDocument/2006/relationships/notesMaster" Target="/ppt/notesMasters/notesMaster1.xml" Id="R30a39fb2b89b46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5a2fc4001c453a" /><Relationship Type="http://schemas.openxmlformats.org/officeDocument/2006/relationships/notesMaster" Target="/ppt/notesMasters/notesMaster1.xml" Id="Rb3234c09adc542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73b25d9944825" /><Relationship Type="http://schemas.openxmlformats.org/officeDocument/2006/relationships/notesMaster" Target="/ppt/notesMasters/notesMaster1.xml" Id="Rfda2ff09454e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2edbaa866e43a2" /><Relationship Type="http://schemas.openxmlformats.org/officeDocument/2006/relationships/notesMaster" Target="/ppt/notesMasters/notesMaster1.xml" Id="R266bc70c40244a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a8478ad1a34b73" /><Relationship Type="http://schemas.openxmlformats.org/officeDocument/2006/relationships/notesMaster" Target="/ppt/notesMasters/notesMaster1.xml" Id="R7131c901c74343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78cedfcfad4a5b" /><Relationship Type="http://schemas.openxmlformats.org/officeDocument/2006/relationships/notesMaster" Target="/ppt/notesMasters/notesMaster1.xml" Id="R37a37089858d46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3814f2adf641bc" /><Relationship Type="http://schemas.openxmlformats.org/officeDocument/2006/relationships/notesMaster" Target="/ppt/notesMasters/notesMaster1.xml" Id="R938708d5147b4f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3ebb15b29f4312" /><Relationship Type="http://schemas.openxmlformats.org/officeDocument/2006/relationships/notesMaster" Target="/ppt/notesMasters/notesMaster1.xml" Id="Rd749498d0c0445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2df6f3dce4680" /><Relationship Type="http://schemas.openxmlformats.org/officeDocument/2006/relationships/notesMaster" Target="/ppt/notesMasters/notesMaster1.xml" Id="Rf155675d26bb43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e32692f4f540ca" /><Relationship Type="http://schemas.openxmlformats.org/officeDocument/2006/relationships/notesMaster" Target="/ppt/notesMasters/notesMaster1.xml" Id="Rbac652a0afd2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e446cc557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1f7cfcc5540cf" /><Relationship Type="http://schemas.openxmlformats.org/officeDocument/2006/relationships/slideLayout" Target="/ppt/slideLayouts/slideLayout1.xml" Id="Rb7199548893f48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199548893f48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f16e0a8ce4b33" /><Relationship Type="http://schemas.openxmlformats.org/officeDocument/2006/relationships/image" Target="/ppt/media/image.png" Id="Rb34f11c6e6864384" /><Relationship Type="http://schemas.openxmlformats.org/officeDocument/2006/relationships/image" Target="/ppt/media/image2.png" Id="Ra3c89f28d60841d4" /><Relationship Type="http://schemas.openxmlformats.org/officeDocument/2006/relationships/notesSlide" Target="/ppt/notesSlides/notesSlide1.xml" Id="Rf9316aca2937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07202296d4f4c" /><Relationship Type="http://schemas.openxmlformats.org/officeDocument/2006/relationships/notesSlide" Target="/ppt/notesSlides/notesSlide2.xml" Id="R2d749ff30364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737f689744732" /><Relationship Type="http://schemas.openxmlformats.org/officeDocument/2006/relationships/notesSlide" Target="/ppt/notesSlides/notesSlide3.xml" Id="Rc7de21830efc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15899b584f50" /><Relationship Type="http://schemas.openxmlformats.org/officeDocument/2006/relationships/notesSlide" Target="/ppt/notesSlides/notesSlide4.xml" Id="R537442bcbf34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6812bac0149f5" /><Relationship Type="http://schemas.openxmlformats.org/officeDocument/2006/relationships/notesSlide" Target="/ppt/notesSlides/notesSlide5.xml" Id="R4feb40bbf3c548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e026e49514407" /><Relationship Type="http://schemas.openxmlformats.org/officeDocument/2006/relationships/notesSlide" Target="/ppt/notesSlides/notesSlide6.xml" Id="R1609c3fc1c8a4e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a2dadd8ae4cea" /><Relationship Type="http://schemas.openxmlformats.org/officeDocument/2006/relationships/notesSlide" Target="/ppt/notesSlides/notesSlide7.xml" Id="Rdf28386124e841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fb23407f4c3e" /><Relationship Type="http://schemas.openxmlformats.org/officeDocument/2006/relationships/notesSlide" Target="/ppt/notesSlides/notesSlide8.xml" Id="R8ff08315a4d343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47fb0a9dc469c" /><Relationship Type="http://schemas.openxmlformats.org/officeDocument/2006/relationships/image" Target="/ppt/media/image3.png" Id="R2a9ea2f43d294bcb" /><Relationship Type="http://schemas.openxmlformats.org/officeDocument/2006/relationships/image" Target="/ppt/media/image4.png" Id="R10da5d85d81b41c2" /><Relationship Type="http://schemas.openxmlformats.org/officeDocument/2006/relationships/image" Target="/ppt/media/image5.png" Id="Rb43a0aaf381a4e5a" /><Relationship Type="http://schemas.openxmlformats.org/officeDocument/2006/relationships/image" Target="/ppt/media/image6.png" Id="Ra091a4da19184f77" /><Relationship Type="http://schemas.openxmlformats.org/officeDocument/2006/relationships/image" Target="/ppt/media/image7.png" Id="Ra7b6e8b285be4569" /><Relationship Type="http://schemas.openxmlformats.org/officeDocument/2006/relationships/image" Target="/ppt/media/image8.png" Id="R0f98f66748fa4939" /><Relationship Type="http://schemas.openxmlformats.org/officeDocument/2006/relationships/image" Target="/ppt/media/image9.png" Id="R013a077f01c143da" /><Relationship Type="http://schemas.openxmlformats.org/officeDocument/2006/relationships/image" Target="/ppt/media/image10.png" Id="R2fd0aa611c6d4d9a" /><Relationship Type="http://schemas.openxmlformats.org/officeDocument/2006/relationships/image" Target="/ppt/media/image11.png" Id="R96e42daca04843c9" /><Relationship Type="http://schemas.openxmlformats.org/officeDocument/2006/relationships/image" Target="/ppt/media/image12.png" Id="R66009d682cc84e83" /><Relationship Type="http://schemas.openxmlformats.org/officeDocument/2006/relationships/image" Target="/ppt/media/image13.png" Id="R4f7efa85568649ed" /><Relationship Type="http://schemas.openxmlformats.org/officeDocument/2006/relationships/image" Target="/ppt/media/image14.png" Id="Raa098a445e1b4aa2" /><Relationship Type="http://schemas.openxmlformats.org/officeDocument/2006/relationships/image" Target="/ppt/media/image15.png" Id="Rb45a17ba4c2348f4" /><Relationship Type="http://schemas.openxmlformats.org/officeDocument/2006/relationships/image" Target="/ppt/media/image16.png" Id="R58aadf0584734ee0" /><Relationship Type="http://schemas.openxmlformats.org/officeDocument/2006/relationships/image" Target="/ppt/media/image17.png" Id="R0eebd0a761cd49fc" /><Relationship Type="http://schemas.openxmlformats.org/officeDocument/2006/relationships/image" Target="/ppt/media/image18.png" Id="R48fac23aa0bd4fd7" /><Relationship Type="http://schemas.openxmlformats.org/officeDocument/2006/relationships/image" Target="/ppt/media/image19.png" Id="R222b7921c6bd4ba2" /><Relationship Type="http://schemas.openxmlformats.org/officeDocument/2006/relationships/image" Target="/ppt/media/image20.png" Id="R6e54dd52624540eb" /><Relationship Type="http://schemas.openxmlformats.org/officeDocument/2006/relationships/image" Target="/ppt/media/image21.png" Id="R9c5c9e819245484f" /><Relationship Type="http://schemas.openxmlformats.org/officeDocument/2006/relationships/image" Target="/ppt/media/image22.png" Id="R34638dd5b5314af4" /><Relationship Type="http://schemas.openxmlformats.org/officeDocument/2006/relationships/image" Target="/ppt/media/image23.png" Id="Rad0d968f5ca544c3" /><Relationship Type="http://schemas.openxmlformats.org/officeDocument/2006/relationships/image" Target="/ppt/media/image24.png" Id="R77e3aed9139f49f5" /><Relationship Type="http://schemas.openxmlformats.org/officeDocument/2006/relationships/image" Target="/ppt/media/image25.png" Id="Rf718891a5b414d73" /><Relationship Type="http://schemas.openxmlformats.org/officeDocument/2006/relationships/image" Target="/ppt/media/image26.png" Id="R96b6603518e14284" /><Relationship Type="http://schemas.openxmlformats.org/officeDocument/2006/relationships/image" Target="/ppt/media/image27.png" Id="R4740694615834ba2" /><Relationship Type="http://schemas.openxmlformats.org/officeDocument/2006/relationships/image" Target="/ppt/media/image28.png" Id="R0c2861fa24c54a82" /><Relationship Type="http://schemas.openxmlformats.org/officeDocument/2006/relationships/image" Target="/ppt/media/image29.png" Id="Rd81e11a8ac9344bc" /><Relationship Type="http://schemas.openxmlformats.org/officeDocument/2006/relationships/image" Target="/ppt/media/image30.png" Id="R9fc60e2113ed40e9" /><Relationship Type="http://schemas.openxmlformats.org/officeDocument/2006/relationships/notesSlide" Target="/ppt/notesSlides/notesSlide9.xml" Id="R5d9c194753e247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ca3020064b60" /><Relationship Type="http://schemas.openxmlformats.org/officeDocument/2006/relationships/notesSlide" Target="/ppt/notesSlides/notesSlide10.xml" Id="Rf5e87b54afec4f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5d779b358427f" /><Relationship Type="http://schemas.openxmlformats.org/officeDocument/2006/relationships/notesSlide" Target="/ppt/notesSlides/notesSlide11.xml" Id="Rfca22fdf565644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021b5edaa419d" /><Relationship Type="http://schemas.openxmlformats.org/officeDocument/2006/relationships/notesSlide" Target="/ppt/notesSlides/notesSlide12.xml" Id="R472adbd17b914f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f11c6e6864384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89f28d60841d4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review time by 50% and shortened some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reportedly cut development time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by more than 50% and improved agent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$53.9 million in annual savings, 87% faster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issue resolution, and 30% of calls resolved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AI-powered project guidance to associates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FDE PROJECT WORK | Turning commerce and manufacturing workflows into working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ea2f43d294bc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a5d85d81b41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a0aaf381a4e5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1a4da19184f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b6e8b285be456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f98f66748fa493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13a077f01c143d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fd0aa611c6d4d9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6e42daca04843c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6009d682cc84e8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f7efa85568649e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a098a445e1b4aa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0214D-CCC0-4516-B0A8-14B2176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45a17ba4c2348f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1F24F-D05D-4934-831F-685A4AE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8aadf0584734ee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E1643-40D6-44D0-9E27-E87EBA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eebd0a761cd49f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52D9D-65A3-4B21-A111-C09707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8fac23aa0bd4fd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5516C-37E9-4B19-AAED-035A7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22b7921c6bd4ba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8158C-2FD9-4BBD-A408-55BC569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e54dd52624540e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30E41-62DC-4128-A81D-0F8CFB4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c5c9e819245484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D60608-104E-4D25-AB5B-2FAF33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4638dd5b5314af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CDB020-3C66-4727-BEB9-EA93796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d0d968f5ca544c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E6694D-929C-4A14-8383-8754795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7e3aed9139f49f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79544B-04DD-4D71-95D5-FB817A9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718891a5b414d7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1655B1-9313-4E44-AE43-E8FFF07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6b6603518e1428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48BAA5-6024-47B4-8ED9-CC610C0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740694615834ba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2D6EA1-10B9-4B58-B5B7-BD293D0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c2861fa24c54a8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12027F-95BE-4621-A605-6AA7993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81e11a8ac9344b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2F3A9-3532-4D39-BCD7-D9ACC83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fc60e2113ed40e9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2026-08-25T06:58:44.3670000Z</dcterms:created>
  <dcterms:modified xsi:type="dcterms:W3CDTF">2026-08-25T06:58:44.3670000Z</dcterms:modified>
</coreProperties>
</file>