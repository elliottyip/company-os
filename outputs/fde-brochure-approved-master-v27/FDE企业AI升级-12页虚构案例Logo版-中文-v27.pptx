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ed670af7714940" /><Relationship Type="http://schemas.openxmlformats.org/officeDocument/2006/relationships/extended-properties" Target="/docProps/app.xml" Id="R0df37eefe1314000" /><Relationship Type="http://schemas.openxmlformats.org/officeDocument/2006/relationships/officeDocument" Target="/ppt/presentation.xml" Id="R945cfebbce13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731d14658745a7"/>
  </p:sldMasterIdLst>
  <p:notesMasterIdLst>
    <p:notesMasterId xmlns:r="http://schemas.openxmlformats.org/officeDocument/2006/relationships" r:id="R9e57df6c5f5148d8"/>
  </p:notesMasterIdLst>
  <p:sldIdLst>
    <p:sldId xmlns:r="http://schemas.openxmlformats.org/officeDocument/2006/relationships" id="256" r:id="R4154ed2bcdef49d2"/>
    <p:sldId xmlns:r="http://schemas.openxmlformats.org/officeDocument/2006/relationships" id="257" r:id="Re60a0e87cab84d61"/>
    <p:sldId xmlns:r="http://schemas.openxmlformats.org/officeDocument/2006/relationships" id="258" r:id="Rbb25edb8b3154402"/>
    <p:sldId xmlns:r="http://schemas.openxmlformats.org/officeDocument/2006/relationships" id="259" r:id="Ra03609b6e3344518"/>
    <p:sldId xmlns:r="http://schemas.openxmlformats.org/officeDocument/2006/relationships" id="260" r:id="R251e1249b9654881"/>
    <p:sldId xmlns:r="http://schemas.openxmlformats.org/officeDocument/2006/relationships" id="261" r:id="R7687e37357544389"/>
    <p:sldId xmlns:r="http://schemas.openxmlformats.org/officeDocument/2006/relationships" id="262" r:id="R82012a1b137e48d1"/>
    <p:sldId xmlns:r="http://schemas.openxmlformats.org/officeDocument/2006/relationships" id="263" r:id="R3d3e6f47fc4b44d3"/>
    <p:sldId xmlns:r="http://schemas.openxmlformats.org/officeDocument/2006/relationships" id="264" r:id="R3d0e9fd3d2ff4bf5"/>
    <p:sldId xmlns:r="http://schemas.openxmlformats.org/officeDocument/2006/relationships" id="265" r:id="R7b5e7e77f7264a8c"/>
    <p:sldId xmlns:r="http://schemas.openxmlformats.org/officeDocument/2006/relationships" id="266" r:id="Rafaff46bc0634efa"/>
    <p:sldId xmlns:r="http://schemas.openxmlformats.org/officeDocument/2006/relationships" id="267" r:id="R5357ef1e8b8048c0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c0f3e72f84252" /><Relationship Type="http://schemas.openxmlformats.org/officeDocument/2006/relationships/slideMaster" Target="/ppt/slideMasters/slideMaster1.xml" Id="R83731d14658745a7" /><Relationship Type="http://schemas.openxmlformats.org/officeDocument/2006/relationships/notesMaster" Target="/ppt/notesMasters/notesMaster1.xml" Id="R9e57df6c5f5148d8" /><Relationship Type="http://schemas.openxmlformats.org/officeDocument/2006/relationships/presProps" Target="/ppt/presProps.xml" Id="R2414c67bd4a344e1" /><Relationship Type="http://schemas.openxmlformats.org/officeDocument/2006/relationships/tableStyles" Target="/ppt/tableStyles.xml" Id="Rff371d3377cd46e2" /><Relationship Type="http://schemas.openxmlformats.org/officeDocument/2006/relationships/slide" Target="/ppt/slides/slide1.xml" Id="R4154ed2bcdef49d2" /><Relationship Type="http://schemas.openxmlformats.org/officeDocument/2006/relationships/slide" Target="/ppt/slides/slide2.xml" Id="Re60a0e87cab84d61" /><Relationship Type="http://schemas.openxmlformats.org/officeDocument/2006/relationships/slide" Target="/ppt/slides/slide3.xml" Id="Rbb25edb8b3154402" /><Relationship Type="http://schemas.openxmlformats.org/officeDocument/2006/relationships/slide" Target="/ppt/slides/slide4.xml" Id="Ra03609b6e3344518" /><Relationship Type="http://schemas.openxmlformats.org/officeDocument/2006/relationships/slide" Target="/ppt/slides/slide5.xml" Id="R251e1249b9654881" /><Relationship Type="http://schemas.openxmlformats.org/officeDocument/2006/relationships/slide" Target="/ppt/slides/slide6.xml" Id="R7687e37357544389" /><Relationship Type="http://schemas.openxmlformats.org/officeDocument/2006/relationships/slide" Target="/ppt/slides/slide7.xml" Id="R82012a1b137e48d1" /><Relationship Type="http://schemas.openxmlformats.org/officeDocument/2006/relationships/slide" Target="/ppt/slides/slide8.xml" Id="R3d3e6f47fc4b44d3" /><Relationship Type="http://schemas.openxmlformats.org/officeDocument/2006/relationships/slide" Target="/ppt/slides/slide9.xml" Id="R3d0e9fd3d2ff4bf5" /><Relationship Type="http://schemas.openxmlformats.org/officeDocument/2006/relationships/slide" Target="/ppt/slides/slide10.xml" Id="R7b5e7e77f7264a8c" /><Relationship Type="http://schemas.openxmlformats.org/officeDocument/2006/relationships/slide" Target="/ppt/slides/slide11.xml" Id="Rafaff46bc0634efa" /><Relationship Type="http://schemas.openxmlformats.org/officeDocument/2006/relationships/slide" Target="/ppt/slides/slide12.xml" Id="R5357ef1e8b8048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e13db9ce045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8467306bb44a9" /><Relationship Type="http://schemas.openxmlformats.org/officeDocument/2006/relationships/notesMaster" Target="/ppt/notesMasters/notesMaster1.xml" Id="Ra38af8d4ac1e43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1ffe9afaf64a14" /><Relationship Type="http://schemas.openxmlformats.org/officeDocument/2006/relationships/notesMaster" Target="/ppt/notesMasters/notesMaster1.xml" Id="Rd1d8d288c03942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a370307b23448b" /><Relationship Type="http://schemas.openxmlformats.org/officeDocument/2006/relationships/notesMaster" Target="/ppt/notesMasters/notesMaster1.xml" Id="R04f5dca2c1d24a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fd14b3df54f2b" /><Relationship Type="http://schemas.openxmlformats.org/officeDocument/2006/relationships/notesMaster" Target="/ppt/notesMasters/notesMaster1.xml" Id="R22ba49d595e946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014181dee4ca0" /><Relationship Type="http://schemas.openxmlformats.org/officeDocument/2006/relationships/notesMaster" Target="/ppt/notesMasters/notesMaster1.xml" Id="R102d60d80321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4bdd07225e4580" /><Relationship Type="http://schemas.openxmlformats.org/officeDocument/2006/relationships/notesMaster" Target="/ppt/notesMasters/notesMaster1.xml" Id="R31affa8ed12847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05b8b1b2404630" /><Relationship Type="http://schemas.openxmlformats.org/officeDocument/2006/relationships/notesMaster" Target="/ppt/notesMasters/notesMaster1.xml" Id="R5d312d4d5fc34d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5016c58ab44200" /><Relationship Type="http://schemas.openxmlformats.org/officeDocument/2006/relationships/notesMaster" Target="/ppt/notesMasters/notesMaster1.xml" Id="Raa832389ab5045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382dc107c244da" /><Relationship Type="http://schemas.openxmlformats.org/officeDocument/2006/relationships/notesMaster" Target="/ppt/notesMasters/notesMaster1.xml" Id="R5008504ac283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cf913e4c29468e" /><Relationship Type="http://schemas.openxmlformats.org/officeDocument/2006/relationships/notesMaster" Target="/ppt/notesMasters/notesMaster1.xml" Id="R359bdf88e8e340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0df122c9c441a4" /><Relationship Type="http://schemas.openxmlformats.org/officeDocument/2006/relationships/notesMaster" Target="/ppt/notesMasters/notesMaster1.xml" Id="R7f87e11b26474c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059318f93a4b50" /><Relationship Type="http://schemas.openxmlformats.org/officeDocument/2006/relationships/notesMaster" Target="/ppt/notesMasters/notesMaster1.xml" Id="R7465d332bc01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9e71a4e0c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d0c394f1cd4461" /><Relationship Type="http://schemas.openxmlformats.org/officeDocument/2006/relationships/slideLayout" Target="/ppt/slideLayouts/slideLayout1.xml" Id="Rbc7f20e5739243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f20e5739243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a972d099747ae" /><Relationship Type="http://schemas.openxmlformats.org/officeDocument/2006/relationships/image" Target="/ppt/media/image.png" Id="Rb31b4eb6060342f7" /><Relationship Type="http://schemas.openxmlformats.org/officeDocument/2006/relationships/image" Target="/ppt/media/image2.png" Id="R16356a99f5084181" /><Relationship Type="http://schemas.openxmlformats.org/officeDocument/2006/relationships/notesSlide" Target="/ppt/notesSlides/notesSlide1.xml" Id="R4a3772d56eb44e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b4f758b24922" /><Relationship Type="http://schemas.openxmlformats.org/officeDocument/2006/relationships/notesSlide" Target="/ppt/notesSlides/notesSlide2.xml" Id="R97151614702547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e8d3213294ac1" /><Relationship Type="http://schemas.openxmlformats.org/officeDocument/2006/relationships/notesSlide" Target="/ppt/notesSlides/notesSlide3.xml" Id="Ra9854e49dab945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666692ace4b5a" /><Relationship Type="http://schemas.openxmlformats.org/officeDocument/2006/relationships/notesSlide" Target="/ppt/notesSlides/notesSlide4.xml" Id="R3a67052085494a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7a2a6a1fd4943" /><Relationship Type="http://schemas.openxmlformats.org/officeDocument/2006/relationships/notesSlide" Target="/ppt/notesSlides/notesSlide5.xml" Id="R33724a8dabf3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cc5658cf648e2" /><Relationship Type="http://schemas.openxmlformats.org/officeDocument/2006/relationships/notesSlide" Target="/ppt/notesSlides/notesSlide6.xml" Id="Rd1bb75fd270f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e30ce6f5b49f8" /><Relationship Type="http://schemas.openxmlformats.org/officeDocument/2006/relationships/notesSlide" Target="/ppt/notesSlides/notesSlide7.xml" Id="Rd5223c3e423a4d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fcf1f8613498c" /><Relationship Type="http://schemas.openxmlformats.org/officeDocument/2006/relationships/notesSlide" Target="/ppt/notesSlides/notesSlide8.xml" Id="R44ae70c8eca74c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c615c68ea4a7f" /><Relationship Type="http://schemas.openxmlformats.org/officeDocument/2006/relationships/image" Target="/ppt/media/image3.png" Id="Re6e559c059b4447b" /><Relationship Type="http://schemas.openxmlformats.org/officeDocument/2006/relationships/image" Target="/ppt/media/image4.png" Id="R52dc742005ad4ac5" /><Relationship Type="http://schemas.openxmlformats.org/officeDocument/2006/relationships/image" Target="/ppt/media/image5.png" Id="R2054f49212954c3a" /><Relationship Type="http://schemas.openxmlformats.org/officeDocument/2006/relationships/image" Target="/ppt/media/image6.png" Id="Rce714c13a93f434e" /><Relationship Type="http://schemas.openxmlformats.org/officeDocument/2006/relationships/notesSlide" Target="/ppt/notesSlides/notesSlide9.xml" Id="Rcffb7b5b576347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1d60334dd4c0f" /><Relationship Type="http://schemas.openxmlformats.org/officeDocument/2006/relationships/notesSlide" Target="/ppt/notesSlides/notesSlide10.xml" Id="R2b8d3f42848d48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8895662174fe2" /><Relationship Type="http://schemas.openxmlformats.org/officeDocument/2006/relationships/notesSlide" Target="/ppt/notesSlides/notesSlide11.xml" Id="R7d08b539ed7445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377a1dcb74e27" /><Relationship Type="http://schemas.openxmlformats.org/officeDocument/2006/relationships/notesSlide" Target="/ppt/notesSlides/notesSlide12.xml" Id="Ra89b9089ac6d49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31b4eb6060342f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56a99f508418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以下 Logo 均为虚构品牌标识，用于匿名化展示案例结构，不代表真实客户背书。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匿名化案例品牌（示意）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示意品牌构成：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 家海外大型企业｜3 家中国中型企业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品牌名称与 Logo 均为虚构，仅用于展示大型海外企业与中型中国企业的案例层级；具体项目内容仍以客户授权与可核对信息为准。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59c059b4447b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c742005ad4ac5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54f49212954c3a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14c13a93f434e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2026-08-25T01:09:04.8660000Z</dcterms:created>
  <dcterms:modified xsi:type="dcterms:W3CDTF">2026-08-25T01:09:04.8660000Z</dcterms:modified>
</coreProperties>
</file>