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ed7a71f39f449d" /><Relationship Type="http://schemas.openxmlformats.org/officeDocument/2006/relationships/extended-properties" Target="/docProps/app.xml" Id="R927882c866ed4661" /><Relationship Type="http://schemas.openxmlformats.org/officeDocument/2006/relationships/officeDocument" Target="/ppt/presentation.xml" Id="Rb5961242cff143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4744b42f284299"/>
  </p:sldMasterIdLst>
  <p:notesMasterIdLst>
    <p:notesMasterId xmlns:r="http://schemas.openxmlformats.org/officeDocument/2006/relationships" r:id="Re38cc6f5c98448ae"/>
  </p:notesMasterIdLst>
  <p:sldIdLst>
    <p:sldId xmlns:r="http://schemas.openxmlformats.org/officeDocument/2006/relationships" id="256" r:id="R3f79b8d9c1be42c0"/>
    <p:sldId xmlns:r="http://schemas.openxmlformats.org/officeDocument/2006/relationships" id="257" r:id="R604d4fed72bc4206"/>
    <p:sldId xmlns:r="http://schemas.openxmlformats.org/officeDocument/2006/relationships" id="258" r:id="R244a3b4a78dd49e1"/>
    <p:sldId xmlns:r="http://schemas.openxmlformats.org/officeDocument/2006/relationships" id="259" r:id="R7fcaf5f7379641a5"/>
    <p:sldId xmlns:r="http://schemas.openxmlformats.org/officeDocument/2006/relationships" id="260" r:id="R21822b35f5934c91"/>
    <p:sldId xmlns:r="http://schemas.openxmlformats.org/officeDocument/2006/relationships" id="261" r:id="R23242d451acf49f6"/>
    <p:sldId xmlns:r="http://schemas.openxmlformats.org/officeDocument/2006/relationships" id="262" r:id="R66d837dc14f0480a"/>
    <p:sldId xmlns:r="http://schemas.openxmlformats.org/officeDocument/2006/relationships" id="263" r:id="R053ff8f6fb674432"/>
    <p:sldId xmlns:r="http://schemas.openxmlformats.org/officeDocument/2006/relationships" id="264" r:id="Rfa06dc3aa6e54e83"/>
    <p:sldId xmlns:r="http://schemas.openxmlformats.org/officeDocument/2006/relationships" id="265" r:id="R883b2442508f4fd3"/>
    <p:sldId xmlns:r="http://schemas.openxmlformats.org/officeDocument/2006/relationships" id="266" r:id="Rccbd34cdaa744ddf"/>
    <p:sldId xmlns:r="http://schemas.openxmlformats.org/officeDocument/2006/relationships" id="267" r:id="R589c8f9e9aaa4bd2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cce9c899364f01" /><Relationship Type="http://schemas.openxmlformats.org/officeDocument/2006/relationships/slideMaster" Target="/ppt/slideMasters/slideMaster1.xml" Id="R5c4744b42f284299" /><Relationship Type="http://schemas.openxmlformats.org/officeDocument/2006/relationships/notesMaster" Target="/ppt/notesMasters/notesMaster1.xml" Id="Re38cc6f5c98448ae" /><Relationship Type="http://schemas.openxmlformats.org/officeDocument/2006/relationships/presProps" Target="/ppt/presProps.xml" Id="R6a90006380b9435d" /><Relationship Type="http://schemas.openxmlformats.org/officeDocument/2006/relationships/tableStyles" Target="/ppt/tableStyles.xml" Id="R4579a4c62ef84087" /><Relationship Type="http://schemas.openxmlformats.org/officeDocument/2006/relationships/slide" Target="/ppt/slides/slide1.xml" Id="R3f79b8d9c1be42c0" /><Relationship Type="http://schemas.openxmlformats.org/officeDocument/2006/relationships/slide" Target="/ppt/slides/slide2.xml" Id="R604d4fed72bc4206" /><Relationship Type="http://schemas.openxmlformats.org/officeDocument/2006/relationships/slide" Target="/ppt/slides/slide3.xml" Id="R244a3b4a78dd49e1" /><Relationship Type="http://schemas.openxmlformats.org/officeDocument/2006/relationships/slide" Target="/ppt/slides/slide4.xml" Id="R7fcaf5f7379641a5" /><Relationship Type="http://schemas.openxmlformats.org/officeDocument/2006/relationships/slide" Target="/ppt/slides/slide5.xml" Id="R21822b35f5934c91" /><Relationship Type="http://schemas.openxmlformats.org/officeDocument/2006/relationships/slide" Target="/ppt/slides/slide6.xml" Id="R23242d451acf49f6" /><Relationship Type="http://schemas.openxmlformats.org/officeDocument/2006/relationships/slide" Target="/ppt/slides/slide7.xml" Id="R66d837dc14f0480a" /><Relationship Type="http://schemas.openxmlformats.org/officeDocument/2006/relationships/slide" Target="/ppt/slides/slide8.xml" Id="R053ff8f6fb674432" /><Relationship Type="http://schemas.openxmlformats.org/officeDocument/2006/relationships/slide" Target="/ppt/slides/slide9.xml" Id="Rfa06dc3aa6e54e83" /><Relationship Type="http://schemas.openxmlformats.org/officeDocument/2006/relationships/slide" Target="/ppt/slides/slide10.xml" Id="R883b2442508f4fd3" /><Relationship Type="http://schemas.openxmlformats.org/officeDocument/2006/relationships/slide" Target="/ppt/slides/slide11.xml" Id="Rccbd34cdaa744ddf" /><Relationship Type="http://schemas.openxmlformats.org/officeDocument/2006/relationships/slide" Target="/ppt/slides/slide12.xml" Id="R589c8f9e9aaa4b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0d0012b3784e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8c26302a5848a7" /><Relationship Type="http://schemas.openxmlformats.org/officeDocument/2006/relationships/notesMaster" Target="/ppt/notesMasters/notesMaster1.xml" Id="Rac166d2beaf849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8b502aec664b83" /><Relationship Type="http://schemas.openxmlformats.org/officeDocument/2006/relationships/notesMaster" Target="/ppt/notesMasters/notesMaster1.xml" Id="R48cd9ab3802c41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1bfcb494624820" /><Relationship Type="http://schemas.openxmlformats.org/officeDocument/2006/relationships/notesMaster" Target="/ppt/notesMasters/notesMaster1.xml" Id="R85cbdf18d7f648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ab4d1756d1497c" /><Relationship Type="http://schemas.openxmlformats.org/officeDocument/2006/relationships/notesMaster" Target="/ppt/notesMasters/notesMaster1.xml" Id="R986a33c4c5cf48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505700dfd94466" /><Relationship Type="http://schemas.openxmlformats.org/officeDocument/2006/relationships/notesMaster" Target="/ppt/notesMasters/notesMaster1.xml" Id="Rc1ab564606a74b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1737421ff244f7" /><Relationship Type="http://schemas.openxmlformats.org/officeDocument/2006/relationships/notesMaster" Target="/ppt/notesMasters/notesMaster1.xml" Id="Rabc2b22e495e47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134a7a046c414f" /><Relationship Type="http://schemas.openxmlformats.org/officeDocument/2006/relationships/notesMaster" Target="/ppt/notesMasters/notesMaster1.xml" Id="Rd87407a9af0841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5accd9d9d54394" /><Relationship Type="http://schemas.openxmlformats.org/officeDocument/2006/relationships/notesMaster" Target="/ppt/notesMasters/notesMaster1.xml" Id="Rac4a989c2f8248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c8f13a038b49d2" /><Relationship Type="http://schemas.openxmlformats.org/officeDocument/2006/relationships/notesMaster" Target="/ppt/notesMasters/notesMaster1.xml" Id="R7cdbb0237afa4e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0769f1c3e540ae" /><Relationship Type="http://schemas.openxmlformats.org/officeDocument/2006/relationships/notesMaster" Target="/ppt/notesMasters/notesMaster1.xml" Id="R0047f3d52af549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48499c47884297" /><Relationship Type="http://schemas.openxmlformats.org/officeDocument/2006/relationships/notesMaster" Target="/ppt/notesMasters/notesMaster1.xml" Id="Rd642acc72d5d44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9be482704542ee" /><Relationship Type="http://schemas.openxmlformats.org/officeDocument/2006/relationships/notesMaster" Target="/ppt/notesMasters/notesMaster1.xml" Id="R87ef37d346d947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Four fictional logo assets generated for this brochure; project files: /Users/elliottye/Documents/ChatGPT/os/work/fde-brochure-v27-fictional-logos-zh/assets/velmora.png, /Users/elliottye/Documents/ChatGPT/os/work/fde-brochure-v27-fictional-logos-zh/assets/jiangheng.png, /Users/elliottye/Documents/ChatGPT/os/work/fde-brochure-v27-fictional-logos-zh/assets/chengchuan.png, /Users/elliottye/Documents/ChatGPT/os/work/fde-brochure-v27-fictional-logos-zh/assets/yunling.png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26864612a744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c50f25b40942b3" /><Relationship Type="http://schemas.openxmlformats.org/officeDocument/2006/relationships/slideLayout" Target="/ppt/slideLayouts/slideLayout1.xml" Id="R60d744aaee3d4c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d744aaee3d4c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ed6cca0e3435a" /><Relationship Type="http://schemas.openxmlformats.org/officeDocument/2006/relationships/image" Target="/ppt/media/image.png" Id="Rc3e85d579ca1438e" /><Relationship Type="http://schemas.openxmlformats.org/officeDocument/2006/relationships/image" Target="/ppt/media/image2.png" Id="Ra9dd6d49e9a84faf" /><Relationship Type="http://schemas.openxmlformats.org/officeDocument/2006/relationships/notesSlide" Target="/ppt/notesSlides/notesSlide1.xml" Id="R9022c8b5e7624f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8dc48a51d45b6" /><Relationship Type="http://schemas.openxmlformats.org/officeDocument/2006/relationships/notesSlide" Target="/ppt/notesSlides/notesSlide2.xml" Id="R152b4b448ea942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e23a83cd64d0b" /><Relationship Type="http://schemas.openxmlformats.org/officeDocument/2006/relationships/notesSlide" Target="/ppt/notesSlides/notesSlide3.xml" Id="Rf32e03b9a6ac46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677649d6e4e93" /><Relationship Type="http://schemas.openxmlformats.org/officeDocument/2006/relationships/notesSlide" Target="/ppt/notesSlides/notesSlide4.xml" Id="R14d4f677986f47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552b2ce3242ca" /><Relationship Type="http://schemas.openxmlformats.org/officeDocument/2006/relationships/notesSlide" Target="/ppt/notesSlides/notesSlide5.xml" Id="R7d3fb0ae09ec49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73d0621654088" /><Relationship Type="http://schemas.openxmlformats.org/officeDocument/2006/relationships/notesSlide" Target="/ppt/notesSlides/notesSlide6.xml" Id="Re90e0e90e3b14d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09c19dd4946c6" /><Relationship Type="http://schemas.openxmlformats.org/officeDocument/2006/relationships/notesSlide" Target="/ppt/notesSlides/notesSlide7.xml" Id="Ra108d11b55334d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1523319244cc3" /><Relationship Type="http://schemas.openxmlformats.org/officeDocument/2006/relationships/notesSlide" Target="/ppt/notesSlides/notesSlide8.xml" Id="R9c5dc9bd0a784c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198aae7ef4f27" /><Relationship Type="http://schemas.openxmlformats.org/officeDocument/2006/relationships/image" Target="/ppt/media/image3.png" Id="R733354a66d3c445b" /><Relationship Type="http://schemas.openxmlformats.org/officeDocument/2006/relationships/image" Target="/ppt/media/image4.png" Id="R34dd1e801c0d4ebc" /><Relationship Type="http://schemas.openxmlformats.org/officeDocument/2006/relationships/image" Target="/ppt/media/image5.png" Id="R5cd5efee119749e2" /><Relationship Type="http://schemas.openxmlformats.org/officeDocument/2006/relationships/image" Target="/ppt/media/image6.png" Id="Rfa711f15c9a04149" /><Relationship Type="http://schemas.openxmlformats.org/officeDocument/2006/relationships/notesSlide" Target="/ppt/notesSlides/notesSlide9.xml" Id="Rcdd5f2fc38d343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f661357964810" /><Relationship Type="http://schemas.openxmlformats.org/officeDocument/2006/relationships/notesSlide" Target="/ppt/notesSlides/notesSlide10.xml" Id="R235042fe7acd42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1e87ab79048da" /><Relationship Type="http://schemas.openxmlformats.org/officeDocument/2006/relationships/notesSlide" Target="/ppt/notesSlides/notesSlide11.xml" Id="Ra1ad6eb7715641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19e75e9d2475b" /><Relationship Type="http://schemas.openxmlformats.org/officeDocument/2006/relationships/notesSlide" Target="/ppt/notesSlides/notesSlide12.xml" Id="R110f1ba6eb8444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3e85d579ca1438e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d6d49e9a84faf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10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4104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295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8867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58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6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629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20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839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678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All four logos below are fictional identities used to illustrate anonymized case structure. They do not represent real client endorsements.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ANONYMIZED CASE BRANDS (ILLUSTRATIVE)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ILLUSTRATIVE MIX: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1 LARGE INTERNATIONAL ENTERPRISE | 3 MID-SIZED CHINESE COMPANIES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The names and logos are fictional. They communicate the intended mix of one large international enterprise and three mid-sized Chinese companies; project details still require client approval and verifiable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Processing time: [before] → [after]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steps: [before] → [after]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Errors or rework: [before] → [after]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result: [customer-confirmed result]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2 | [Factory type / business function]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354a66d3c445b"/>
          <a:stretch xmlns:a="http://schemas.openxmlformats.org/drawingml/2006/main"/>
        </p:blipFill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d1e801c0d4ebc"/>
          <a:stretch xmlns:a="http://schemas.openxmlformats.org/drawingml/2006/main"/>
        </p:blipFill>
        <p:spPr>
          <a:xfrm xmlns:a="http://schemas.openxmlformats.org/drawingml/2006/main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5efee119749e2"/>
          <a:stretch xmlns:a="http://schemas.openxmlformats.org/drawingml/2006/main"/>
        </p:blipFill>
        <p:spPr>
          <a:xfrm xmlns:a="http://schemas.openxmlformats.org/drawingml/2006/main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11f15c9a04149"/>
          <a:stretch xmlns:a="http://schemas.openxmlformats.org/drawingml/2006/main"/>
        </p:blipFill>
        <p:spPr>
          <a:xfrm xmlns:a="http://schemas.openxmlformats.org/drawingml/2006/main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AgentBoss School is open 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FEISHU 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ADD ME ON FEISHU AND SEND: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preferred time to talk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ADD ME ON FEISHU · SEND TO RESERVE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2026-08-25T01:09:41.1790000Z</dcterms:created>
  <dcterms:modified xsi:type="dcterms:W3CDTF">2026-08-25T01:09:41.1790000Z</dcterms:modified>
</coreProperties>
</file>