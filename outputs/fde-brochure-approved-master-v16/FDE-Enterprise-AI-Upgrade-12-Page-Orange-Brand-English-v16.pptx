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6f928b66484488" /><Relationship Type="http://schemas.openxmlformats.org/officeDocument/2006/relationships/extended-properties" Target="/docProps/app.xml" Id="R031a176035374df8" /><Relationship Type="http://schemas.openxmlformats.org/officeDocument/2006/relationships/officeDocument" Target="/ppt/presentation.xml" Id="Rc7d05f86e92d47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65147249e04d7e"/>
  </p:sldMasterIdLst>
  <p:notesMasterIdLst>
    <p:notesMasterId xmlns:r="http://schemas.openxmlformats.org/officeDocument/2006/relationships" r:id="Rb436610c2755473e"/>
  </p:notesMasterIdLst>
  <p:sldIdLst>
    <p:sldId xmlns:r="http://schemas.openxmlformats.org/officeDocument/2006/relationships" id="256" r:id="R762d4e2099fa414c"/>
    <p:sldId xmlns:r="http://schemas.openxmlformats.org/officeDocument/2006/relationships" id="257" r:id="R13b7e68b3a2d4881"/>
    <p:sldId xmlns:r="http://schemas.openxmlformats.org/officeDocument/2006/relationships" id="258" r:id="Reb2c01059d284cf4"/>
    <p:sldId xmlns:r="http://schemas.openxmlformats.org/officeDocument/2006/relationships" id="259" r:id="Rc869ffe132d441a0"/>
    <p:sldId xmlns:r="http://schemas.openxmlformats.org/officeDocument/2006/relationships" id="260" r:id="R77db17f6232c41db"/>
    <p:sldId xmlns:r="http://schemas.openxmlformats.org/officeDocument/2006/relationships" id="261" r:id="Rc55654f4f0914359"/>
    <p:sldId xmlns:r="http://schemas.openxmlformats.org/officeDocument/2006/relationships" id="262" r:id="Rb90b1a4ccb6944fa"/>
    <p:sldId xmlns:r="http://schemas.openxmlformats.org/officeDocument/2006/relationships" id="263" r:id="R80c6496f0288449c"/>
    <p:sldId xmlns:r="http://schemas.openxmlformats.org/officeDocument/2006/relationships" id="264" r:id="R3658532c9b9d4237"/>
    <p:sldId xmlns:r="http://schemas.openxmlformats.org/officeDocument/2006/relationships" id="265" r:id="Rf52e6c63d7a84cd9"/>
    <p:sldId xmlns:r="http://schemas.openxmlformats.org/officeDocument/2006/relationships" id="266" r:id="R64b930b2b64240b8"/>
    <p:sldId xmlns:r="http://schemas.openxmlformats.org/officeDocument/2006/relationships" id="267" r:id="R6723804d6c0e4043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99f3c09168441d" /><Relationship Type="http://schemas.openxmlformats.org/officeDocument/2006/relationships/slideMaster" Target="/ppt/slideMasters/slideMaster1.xml" Id="R6f65147249e04d7e" /><Relationship Type="http://schemas.openxmlformats.org/officeDocument/2006/relationships/notesMaster" Target="/ppt/notesMasters/notesMaster1.xml" Id="Rb436610c2755473e" /><Relationship Type="http://schemas.openxmlformats.org/officeDocument/2006/relationships/presProps" Target="/ppt/presProps.xml" Id="R3f12cae2ec554c78" /><Relationship Type="http://schemas.openxmlformats.org/officeDocument/2006/relationships/tableStyles" Target="/ppt/tableStyles.xml" Id="Rdac90dc835aa4a0d" /><Relationship Type="http://schemas.openxmlformats.org/officeDocument/2006/relationships/slide" Target="/ppt/slides/slide1.xml" Id="R762d4e2099fa414c" /><Relationship Type="http://schemas.openxmlformats.org/officeDocument/2006/relationships/slide" Target="/ppt/slides/slide2.xml" Id="R13b7e68b3a2d4881" /><Relationship Type="http://schemas.openxmlformats.org/officeDocument/2006/relationships/slide" Target="/ppt/slides/slide3.xml" Id="Reb2c01059d284cf4" /><Relationship Type="http://schemas.openxmlformats.org/officeDocument/2006/relationships/slide" Target="/ppt/slides/slide4.xml" Id="Rc869ffe132d441a0" /><Relationship Type="http://schemas.openxmlformats.org/officeDocument/2006/relationships/slide" Target="/ppt/slides/slide5.xml" Id="R77db17f6232c41db" /><Relationship Type="http://schemas.openxmlformats.org/officeDocument/2006/relationships/slide" Target="/ppt/slides/slide6.xml" Id="Rc55654f4f0914359" /><Relationship Type="http://schemas.openxmlformats.org/officeDocument/2006/relationships/slide" Target="/ppt/slides/slide7.xml" Id="Rb90b1a4ccb6944fa" /><Relationship Type="http://schemas.openxmlformats.org/officeDocument/2006/relationships/slide" Target="/ppt/slides/slide8.xml" Id="R80c6496f0288449c" /><Relationship Type="http://schemas.openxmlformats.org/officeDocument/2006/relationships/slide" Target="/ppt/slides/slide9.xml" Id="R3658532c9b9d4237" /><Relationship Type="http://schemas.openxmlformats.org/officeDocument/2006/relationships/slide" Target="/ppt/slides/slide10.xml" Id="Rf52e6c63d7a84cd9" /><Relationship Type="http://schemas.openxmlformats.org/officeDocument/2006/relationships/slide" Target="/ppt/slides/slide11.xml" Id="R64b930b2b64240b8" /><Relationship Type="http://schemas.openxmlformats.org/officeDocument/2006/relationships/slide" Target="/ppt/slides/slide12.xml" Id="R6723804d6c0e40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b58418831e43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082e84437b4ddd" /><Relationship Type="http://schemas.openxmlformats.org/officeDocument/2006/relationships/notesMaster" Target="/ppt/notesMasters/notesMaster1.xml" Id="R3046d18171234f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da1cfe9a3046e0" /><Relationship Type="http://schemas.openxmlformats.org/officeDocument/2006/relationships/notesMaster" Target="/ppt/notesMasters/notesMaster1.xml" Id="R010e94f4404446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b8c47721504e9a" /><Relationship Type="http://schemas.openxmlformats.org/officeDocument/2006/relationships/notesMaster" Target="/ppt/notesMasters/notesMaster1.xml" Id="R7ad01873c29b41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6945f5c394475f" /><Relationship Type="http://schemas.openxmlformats.org/officeDocument/2006/relationships/notesMaster" Target="/ppt/notesMasters/notesMaster1.xml" Id="R92f9d7e7b7e343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2f2257fc294e0d" /><Relationship Type="http://schemas.openxmlformats.org/officeDocument/2006/relationships/notesMaster" Target="/ppt/notesMasters/notesMaster1.xml" Id="Ra3e6588b1e7046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06f24f1efc430f" /><Relationship Type="http://schemas.openxmlformats.org/officeDocument/2006/relationships/notesMaster" Target="/ppt/notesMasters/notesMaster1.xml" Id="R1c501269bd654c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6323a7da294aa9" /><Relationship Type="http://schemas.openxmlformats.org/officeDocument/2006/relationships/notesMaster" Target="/ppt/notesMasters/notesMaster1.xml" Id="R7970d711029541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765e90b1d44e04" /><Relationship Type="http://schemas.openxmlformats.org/officeDocument/2006/relationships/notesMaster" Target="/ppt/notesMasters/notesMaster1.xml" Id="R586ba7e83edc46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25353edeb248cd" /><Relationship Type="http://schemas.openxmlformats.org/officeDocument/2006/relationships/notesMaster" Target="/ppt/notesMasters/notesMaster1.xml" Id="R9e81639dbb0c4c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0929f4770b4f33" /><Relationship Type="http://schemas.openxmlformats.org/officeDocument/2006/relationships/notesMaster" Target="/ppt/notesMasters/notesMaster1.xml" Id="Rc500d1cf384a47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97eef25d78434a" /><Relationship Type="http://schemas.openxmlformats.org/officeDocument/2006/relationships/notesMaster" Target="/ppt/notesMasters/notesMaster1.xml" Id="R75dcbe97899448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021416f49b4549" /><Relationship Type="http://schemas.openxmlformats.org/officeDocument/2006/relationships/notesMaster" Target="/ppt/notesMasters/notesMaster1.xml" Id="R386dd085a3594b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docs/marketing/assets/fde-natural-orange-canyon-v4.png</a:t>
            </a:r>
          </a:p>
          <a:p xmlns:a="http://schemas.openxmlformats.org/drawingml/2006/main">
            <a:r>
              <a:t>- docs/marketing/assets/fde-logo-orange-v1.png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e315d5353241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c681bf43c24a53" /><Relationship Type="http://schemas.openxmlformats.org/officeDocument/2006/relationships/slideLayout" Target="/ppt/slideLayouts/slideLayout1.xml" Id="R6338c2366d494d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38c2366d494d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6fe2305c24ebd" /><Relationship Type="http://schemas.openxmlformats.org/officeDocument/2006/relationships/image" Target="/ppt/media/image.png" Id="R324959c0907f4278" /><Relationship Type="http://schemas.openxmlformats.org/officeDocument/2006/relationships/image" Target="/ppt/media/image2.png" Id="R405d32d6717a419d" /><Relationship Type="http://schemas.openxmlformats.org/officeDocument/2006/relationships/notesSlide" Target="/ppt/notesSlides/notesSlide1.xml" Id="R264d7c57895e4a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ecf4333c84570" /><Relationship Type="http://schemas.openxmlformats.org/officeDocument/2006/relationships/image" Target="/ppt/media/image3.png" Id="R8fc5ae7978f14c72" /><Relationship Type="http://schemas.openxmlformats.org/officeDocument/2006/relationships/notesSlide" Target="/ppt/notesSlides/notesSlide2.xml" Id="Rc6ece64198854b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9c8ff04674a2c" /><Relationship Type="http://schemas.openxmlformats.org/officeDocument/2006/relationships/image" Target="/ppt/media/image4.png" Id="R774811788121495f" /><Relationship Type="http://schemas.openxmlformats.org/officeDocument/2006/relationships/notesSlide" Target="/ppt/notesSlides/notesSlide3.xml" Id="R89985527429249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02dc668d049e2" /><Relationship Type="http://schemas.openxmlformats.org/officeDocument/2006/relationships/image" Target="/ppt/media/image5.png" Id="R5c8eeb76a9a441db" /><Relationship Type="http://schemas.openxmlformats.org/officeDocument/2006/relationships/notesSlide" Target="/ppt/notesSlides/notesSlide4.xml" Id="Rfc04f50fa74a4e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f5d14ed3a49a3" /><Relationship Type="http://schemas.openxmlformats.org/officeDocument/2006/relationships/image" Target="/ppt/media/image6.png" Id="Rc838697be82049c8" /><Relationship Type="http://schemas.openxmlformats.org/officeDocument/2006/relationships/notesSlide" Target="/ppt/notesSlides/notesSlide5.xml" Id="Reaef53dde8974c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8721f6e6746f3" /><Relationship Type="http://schemas.openxmlformats.org/officeDocument/2006/relationships/image" Target="/ppt/media/image7.png" Id="R6c68c5674c644fab" /><Relationship Type="http://schemas.openxmlformats.org/officeDocument/2006/relationships/notesSlide" Target="/ppt/notesSlides/notesSlide6.xml" Id="R35a2fb617a664a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099a0a7564029" /><Relationship Type="http://schemas.openxmlformats.org/officeDocument/2006/relationships/image" Target="/ppt/media/image8.png" Id="R86e96c754be248f4" /><Relationship Type="http://schemas.openxmlformats.org/officeDocument/2006/relationships/notesSlide" Target="/ppt/notesSlides/notesSlide7.xml" Id="R407fd569bb0c43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f7bd75cc247d5" /><Relationship Type="http://schemas.openxmlformats.org/officeDocument/2006/relationships/image" Target="/ppt/media/image9.png" Id="R1c119d6235874dff" /><Relationship Type="http://schemas.openxmlformats.org/officeDocument/2006/relationships/notesSlide" Target="/ppt/notesSlides/notesSlide8.xml" Id="R20254ad22f5e4e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058a11eed4c79" /><Relationship Type="http://schemas.openxmlformats.org/officeDocument/2006/relationships/image" Target="/ppt/media/image10.png" Id="Ra0bfc40b71c9476e" /><Relationship Type="http://schemas.openxmlformats.org/officeDocument/2006/relationships/notesSlide" Target="/ppt/notesSlides/notesSlide9.xml" Id="Rf8cfa70e709d47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85e77f2a64fe7" /><Relationship Type="http://schemas.openxmlformats.org/officeDocument/2006/relationships/image" Target="/ppt/media/image11.png" Id="Rc2b4d41690934462" /><Relationship Type="http://schemas.openxmlformats.org/officeDocument/2006/relationships/notesSlide" Target="/ppt/notesSlides/notesSlide10.xml" Id="Ree4896fc96594e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5f0c3bed24347" /><Relationship Type="http://schemas.openxmlformats.org/officeDocument/2006/relationships/image" Target="/ppt/media/image12.png" Id="R39d72047656c4662" /><Relationship Type="http://schemas.openxmlformats.org/officeDocument/2006/relationships/notesSlide" Target="/ppt/notesSlides/notesSlide11.xml" Id="R04ec5e2ca30246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9ed86811249ec" /><Relationship Type="http://schemas.openxmlformats.org/officeDocument/2006/relationships/image" Target="/ppt/media/image13.png" Id="R2d64154fa8ce4625" /><Relationship Type="http://schemas.openxmlformats.org/officeDocument/2006/relationships/notesSlide" Target="/ppt/notesSlides/notesSlide12.xml" Id="Rc711c999b17440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EA073F3F-EBDA-4E7F-9B94-23827AB4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24959c0907f4278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7D4E1F00-8C6F-4B89-B210-BC22B8F5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2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D7F78-36C1-4084-928A-947DB428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A0A93-B219-4404-B269-14AC68EF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defRPr sz="36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B4BC8-7709-469D-9C59-5A4F29E6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defRPr sz="12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10BE1-652B-40F7-BC78-B2D5158E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88407-2538-4EE2-9561-82BC59EE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defRPr sz="788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d32d6717a419d"/>
          <a:stretch xmlns:a="http://schemas.openxmlformats.org/drawingml/2006/main"/>
        </p:blipFill>
        <p:spPr>
          <a:xfrm xmlns:a="http://schemas.openxmlformats.org/drawingml/2006/main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5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513DB-BF7E-43DF-B1C9-0ED6443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1AFA5-B18F-4A18-B8FE-342CBD37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1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73B06-31B4-4563-971A-773DAAE0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7B1CF-57DE-47D0-B6F3-13699F07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72E23-4A92-4887-9D0D-A08A5F43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21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0FC0C-2845-49C8-9D82-0DEC9880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63C99-1CAD-43F7-8AD0-D736FB55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783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69D54-5106-4804-896F-B94FE18C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D4442-1503-4746-A335-21D0333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355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D063C-422F-4828-98E9-165958C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632CE-AD26-41C0-B48C-F6C63AA6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27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7C91D-DD28-43C2-A47E-58049D50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D575A-DFC0-44FB-BC37-CF8D4F47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11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C740E-2BCA-4758-820C-B34BE59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29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68766-B019-48ED-88C9-B3F5A346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2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D88A5-395E-4F4A-87A1-853362EA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10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094AB-64AA-4C2F-AC05-5F23264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3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CEAB1-059B-4330-822B-BC9B3720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091CF-1DC1-471A-9231-02E6AAD6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54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1C02C-33AD-40A7-814B-90C5C0A4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0BB2E8-6931-488C-8D14-473F98C9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4E9CB-6887-4AFD-B879-75BA34C4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D600F-C585-4D23-B061-933F4750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7AC05-8B83-4BC5-B3D2-1301BC95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5ae7978f14c72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39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A41D9D-B1E9-4402-8B9B-DB9EF72C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6FFC7-79DA-46A8-84B9-A37617DE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E5CFC-3974-431F-82C6-E0680FE7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BBB4A-B36B-4248-8A06-C6E10091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6BB50-9244-4C4C-BC5C-F06A04A9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C3C4F-2E6E-43A6-846C-BEEF2423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8CC75-ADBC-4035-8D67-8E069163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CA252-0A26-4ED8-BF2F-0BB4AF22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0D8C5-1E17-438E-B53E-B6B812C9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B7E5E-4DF8-4DDD-9138-16E2F0BC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FEC66-96D3-4F41-BC47-DBD3651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517C2-F84B-4DF8-8ED1-30E96736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D62D6-E7E8-4B5A-A7AC-1E2FFF81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33D8B-4583-4B65-BEFD-61A139E1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96F57-34BF-48E4-A402-DAD9088A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B9025-D16A-4C2A-89D7-5985DFAA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41BD7-A747-4AE9-AE83-2E722C24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64831-4FE7-42D1-9384-4CBAC0DA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8ACF1-275F-434D-BD86-0D6D57C5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06452-7062-4B90-AEC9-472D4C2C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DE42C-F9F8-45A8-9AFA-839DCBBF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D1744-2138-4642-9D8E-7F0C898E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A207E-4F42-4965-AB66-18DCB423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518B4-BF33-45EA-8177-9A2EB429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F1B0A-CA8B-4E88-8387-171A9FAF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811788121495f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03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82551A-3177-4478-8288-84952B09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69C03-9532-4122-B139-C4A9CAD3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C8C3F-EC34-465D-8AD4-FD088981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74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0B92E-AA9D-4816-AD86-3C144A1D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07B19-81D9-4A85-8625-AD680B22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827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E73B8-E97D-4A23-BB0D-FF373BAC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924D8-FB93-4098-B0CA-34FC6EA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79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BA9A2-7269-4540-8062-7409F381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02381-0B5A-42A1-9118-F628BDFF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73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4E307-6241-458F-9E2C-12B7DDF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05453-BB3F-4FA3-B617-F990FF02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85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2AC54-9719-4A1F-AAEB-BB54C0E0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CF6F3-C60C-4669-A964-87E4BAC7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3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43AAC-720A-4887-AB9A-AD52EC58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A7815-894D-41DD-8773-675A1552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79B02-FACB-49D5-BECF-D901A965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99F4A-6C02-41CF-8179-41581513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EDED3-060F-49A9-A6B1-0F4E9E27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20E28-2255-4503-ACAF-5FB80362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23E11-1341-4F90-AC74-795B9712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FA846-236F-4AEE-8793-EECFC9A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B3E0C-8C00-4F66-96D6-F357805E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64490-5FB2-4AD4-8DBA-932C21E9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00AF1-FF09-486D-8EDF-6D29752E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0B3F10-BB82-4B9D-9025-1F351F02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05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C064A-5026-409A-9C2C-CA916C33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056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F782E-8CC7-4FD5-82A1-AA9C24BC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532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6EC97-42B0-498B-96C0-9686EA0E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B945E-9AA4-47DE-A3E9-68BA09F5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2009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8F3C16-57E2-4254-A5ED-37E1372D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485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1FA649-0679-4AF8-86F2-3A04ACE2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96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8B1C6B-FBCF-423C-83D4-5CDF31B1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6962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2F3A24-080D-4BB3-AA6D-93C957FF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43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831BC0-C003-4D47-94E6-D73284DF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0A8932-2DC2-436E-920C-7314791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366AC2-AEBC-47A3-AD14-8535FEE3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391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3EB13C-0D71-4E43-8491-D511E15B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86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E99549-D4D1-44C6-8BCD-491704E6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86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D4E6F0-E51D-4B32-A49F-A53377D1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5355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23" b="1">
                <a:solidFill>
                  <a:srgbClr val="070707"/>
                </a:solidFill>
              </a:defRPr>
            </a:pPr>
            <a:r>
              <a:rPr sz="92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2D9760-3FE5-406D-86CF-959B71FE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09688F-79CC-4C11-BA8D-9002BA14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eeb76a9a441db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836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6D293-CC18-45DA-8C45-FA20F171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51C7A-3AB2-4D4C-A00A-2B7DB3F1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78AFB-0DC1-41A1-A248-6BAA4142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9430B-2994-421D-BA86-0A950D2E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18334-98EF-4860-B444-552E33A6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56634-FFC6-462E-9ED1-262CAEE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BFCCA-77AC-4E82-B953-4C7F2F0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C8820-3BF1-4F9A-9DC2-42DD7AA7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C2FCD-046A-4604-848F-78FF4A2B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A0B29-EC03-46A6-9E83-7B5A49E1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6DAF9-99C6-43F4-A618-76E43B21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036E0-539F-440E-912D-83BA6E31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134B8-FCB9-497F-ADC3-17BE48F7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C4E9C-4084-430E-833A-2343E98B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A4518-551D-4C83-8BFB-D51449F2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2F5E6-11A1-4F97-BBC2-3253821F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F4290-9321-430D-B420-9E12761D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09567-C15A-44B6-A22B-5062D20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013E1-F511-4A75-B777-DD30BA63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A85D2-98EF-483C-BF0B-F604DF92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8697be82049c8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35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A23301-5D76-4643-8493-EF4EF5D0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C3C7D-C118-424D-905D-A05AFADF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5DD41-9C88-45C5-83A7-A209622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8C932-FA23-4714-8F70-DB9D2854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6918B-6626-48A7-8639-248CD1E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93663-8F63-4B76-B053-593CD639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65F96-9A79-4B25-8B09-3CADE0D0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3DDD4-70C8-458E-AE1E-5A04BD40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92183-4D5D-4DA8-A48B-EAA784A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E1B32-ADD2-472B-B5A0-60051C2E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268C4-0396-4CE5-A176-EDF77DBD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D4290-E322-47F8-BD4A-124B6AEC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AEF88-EF3A-4446-AB75-E99A07AB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27C6A-59A1-4817-A908-49758992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B3941-FFBC-40B3-89D3-4CF83343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D2955-F690-4114-8A3A-312E4880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EED9C-D229-4E90-A262-970A110C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1509E-7C8B-4DB2-92CE-81AAB1C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1D74A-CAC8-41F3-9959-A9D11CED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A7777-92CF-4C99-9CD7-6FD8BD92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CD471-E9EE-4D08-9170-84AD0A72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6B310-A599-43C1-84DF-723D572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E991F-49AC-4DFB-9207-223E2DAD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16E84-8886-49CC-BF26-E3673E4A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80156-2AD2-4332-B6C6-0335550C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D6008-507E-46E7-B7AF-CAED1BC5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C13C6-A3BC-4CAE-8C22-4F759668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073BD-B02E-408F-B4DB-6DAB70B2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43021-4B9C-4AB3-AC6C-0C11823F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37C323-8CBE-4F23-A2B1-1132C581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0B4E3-292E-42C6-91ED-D81CDE69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A1CFD2-6EB1-47F3-BB5F-C86C428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333FE1-EA94-49E7-8F04-78BF048F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C7860-DECC-4DE7-9181-82887C2B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D2F3D-77D4-43D3-AC93-C5C404C4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0068F3-1DC4-4A51-9F94-007A4CF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82CFA6-E4BA-4F96-9C05-12DF9099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15227A-16F9-47CD-A200-9BB71235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E34BA1-158F-4645-AC88-64DACA38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B3C513-64D6-425B-B99F-E17A6EB8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4FD7CC-C2E9-48F1-9AB1-ECA00449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89E954-C9CB-4693-BC10-D31F49BC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D10527-254D-4D45-BAC2-1EF52B37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2C2C23-8A6A-4D15-A850-5B8C5476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C05674-6CEB-4E1F-AD7E-521FCFB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605551-11E8-4BDB-98DB-6A0E951E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DF3CA0-8DB0-46E3-AE5D-7643605F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9C4C9A-F90E-4448-928D-71FDF5DB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4E4A4C-A2B4-4A05-8112-AC730B1A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AC99DD-059D-4307-A6F0-EAB8EB32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F610FD-6733-4CB0-A8E0-E4F5BAE6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3F37C9-C965-47F1-900F-76AC3DCE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28B9C4-73B7-4B46-9E96-244CEC40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F236A6-A534-4231-9DA6-EA7560E1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59E06B-B7C7-43C3-9A53-47DAAFE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A7CEBC-95C3-48F0-B8CB-AFA364CF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864354-200E-498C-AE8B-985DB2E9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483A95-6817-4467-8E1F-49524A56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8c5674c644fab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19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35BA1-03E2-4CBE-8BD4-ED9637D9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1EC75-0837-4973-A33B-3CA043DE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54C5F-92F0-455C-A734-B03733A8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F8960-C551-4C4B-AC5D-70B0B797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E0803-2FCB-4231-BADC-0BC6FA11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00FA1-1CA9-4C71-A8EC-F0E47019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25F96-EE8A-4FD1-9557-034977E7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43597-7EAD-452A-8C7A-8D054CDC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7FDD7-900D-4201-A972-6D22516C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C021-F2C7-40FA-9BF6-7017B4F1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4A63F-F9C0-44C8-A9CD-31B03B0C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57F8C-6FC9-4B19-B332-6D4382C1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E5AD8-B29B-4945-B6AB-0D83ED77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D2E70-567D-4B5B-A258-DF6D23F2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6904B-DC13-4CCE-9078-56416226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07762-6886-4E30-8CB6-A27D77E7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7251D-74F9-4FF0-9ADF-49B5EA46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96c754be248f4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768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1E096B-CCE6-4E52-817F-CE03A3BF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3AFE8-6C43-4C08-AD20-77F42571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0CD50-39F0-4FE0-AE6F-0A1B9DA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E1A3C-EBF1-4617-A491-EF673AB5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14DAB-5011-47B7-9BFD-E1F62B7E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5E8C3-2E8A-4A7F-98F9-94168369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3FE26-12A1-44FC-8B69-40760C04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ED051-59A9-4FA8-8854-F7530D87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DD4CE-B94E-43CA-A286-BB58F08B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5147B-7A7C-46A1-B370-FA97E335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30F88-E76E-4742-9978-989FC756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197F8-5959-46B9-AB43-42F89064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7A2EE-5397-47B9-9F97-0A618453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8F896-A7D4-41E5-A95E-A72359F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38557-0B4C-4798-9604-91E2C74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F8EA5-2236-4D80-A5E7-FF942D20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F527E-6498-4E4D-96A7-404926B6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D0512-8FA0-4516-8157-B3EEE785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EC57E-F4AD-48BF-9796-2D83760E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12CDA-03CA-4A6E-902E-9611C072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14732-5C68-4676-AFE9-4FE463D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E00AD-5DCE-411A-8071-5676CF07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779C2-A610-4DF9-81AB-1426CAFE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9891C-8494-4079-940F-743051BB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99995-4E2D-4667-B479-0307F2EF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74E775-7D63-4829-A8DE-291D9C02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8A02A-2FC2-4375-90EB-C35721B9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72708A-0CB0-4EC3-9370-9BDD1742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2F23F8-DE13-473C-B4B5-0548F017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C13122-C398-41BC-93B5-6542AB0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B2E7B9-AD84-4430-B0B0-982B7465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6D5851-0D0F-47A6-A2D8-619DE54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19F8BD-CAEF-49E4-82B2-5834E0A7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F384F4-3386-49A4-89E1-02312581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A6F454-3CA8-4B29-A8AA-1DA59C62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D281AF-DF6F-4280-922D-5AF298C5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7978A2-24BC-4265-9FA5-38DEA7B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0F6C5F-28CE-4A61-BCBF-07D12BCB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19d6235874dff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25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784A2C-EE57-417F-967C-0C8A2F71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4FD60-A06D-47E6-B675-C7529142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BA76E-ABC9-4EE2-8012-4AD533E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5FABF-8ED0-443E-9FBC-58A21327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4C355-CD7C-4E5C-AB67-A86005A8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0B5D1-A571-4D48-9C80-78C8B3DD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A089D-F3B3-4E20-BC7C-97C737B7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97AEF-44BE-4A47-A0DE-EC6DFA6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601FE-59C3-4D61-8E46-300EA36B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7320C-DA0A-41DB-A752-E8C9B419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73293-5EE9-4A73-90C5-09C70ABE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071BF-9877-45C0-A445-F8A9F6B3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E349E-6D2C-487B-92BB-8CC2AFBF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8169D-0A45-4368-A620-D8D7ED6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7E28B-BBE4-4275-AACE-064D4D01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53105-0040-43AF-A035-2A8F007D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BB987-EA99-438F-8A78-8E262F7B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73BDB-4B47-4C1A-8333-F0FA784B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FB366-0999-471F-906A-833A4389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6B2C2-BD39-40C5-A46B-78141564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963C9-B007-499A-A1C8-B5CD61A4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7E032-AAF3-43B1-BBF8-588BF0B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AFAD8-8022-4CC7-BD4F-CE30E02C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07331-7567-4FF1-A466-AE3B98C7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41565-D516-4CB9-AC36-61AE0CB3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C05985-261B-4B44-AD8A-3EE42C68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36A48-11C6-468F-B35C-F08695F9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727AD-6AF4-4128-83B8-97C4BB9D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1DFEB-BC9A-4965-895C-DD7BF8A4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6404CE-9495-4239-9390-55FBCCA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53371-7BC8-4E13-A3D3-33E79E2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88A77-C536-45D5-86DB-D41982AC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77B3A-65FE-4470-A5FC-D91F8696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E4BFB6-70A6-4D3A-817E-95719BF1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54CC22-BBE7-4C5E-B802-E885356C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AF4F7F-19E4-44F2-8095-AA66BCA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fc40b71c9476e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1509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8C1B1F-3C23-4B6A-B4ED-7877BEB7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C3B93-F5C3-439F-8F72-57B9731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04EB3-884D-43DC-ABBE-BC3FB6F8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43942-B6F4-4E68-85F3-1DA9ED8B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F1CB9-BC56-4DBB-A2A8-EF57F7A1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E3363-3911-4A43-9C97-A4A7CD71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EE6BC-2AA7-40FA-B1EB-2B52BE5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F9B22-832F-4E88-B300-DF154B66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1E1C9-36B7-4FEB-BDCB-E64DCA6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1D651-F152-4F1A-AB0B-BD16A2FD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BDD7A-F856-47FD-B724-0015F51A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CF648-8DD2-4EB6-B7D8-330A2150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13FE5-7A2A-447B-89F6-9EA1CBDC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42396-B7E4-4B6C-876D-75B8A0D1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F5153-C8FD-4811-91A9-A4881578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AE992-548D-428A-A9E2-0CFDCF09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16C22-2CC6-4DDD-ABB4-944E79BE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9DC8D-3D34-4F09-93BD-B4C96D4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E5F67-03B5-4C2B-9FA4-78E6BA27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6598F-6C0A-4FA3-B5C3-6B501AF4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DD25E-356D-4473-A558-CD6604A5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CEAEC-3A58-4C97-846E-4EA34F34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E4060-D5EF-4220-9C76-85144FC4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98FB9-130F-4091-9972-B0919001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547FD-898E-4D94-B864-0A5A27FF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3AF11-C5FA-46D2-B959-11DEFE00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FDE: build and launch 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10632D-8A36-4E42-AD5E-E37B5C15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Agent Boss: help the team take ownership and keep improving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1C5F4-ACB7-44D4-8343-0743CF34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909BF3-1A28-41AC-839E-A5932EBC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4d41690934462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64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E94CE-2573-4A28-9B66-4FB6DAC6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1D633-506D-4719-8CF0-DCE4BA6E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1401B-B41C-4E8B-9AED-C4C23172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08160-B8E2-4F72-8135-9E79673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C7AC5-0B61-4CA6-9DFF-600E328C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C7E81-7E21-4DA7-B29D-D9451F08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F3473-A451-4B0D-8681-28F3FFDA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92874-ED1D-4355-A702-EA83C704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814DB-997B-435C-AFBE-D4296B6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3BEC2-878D-47B9-BF0D-7ABEFB52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3A26B-8EA5-4C4A-B7B3-9354E86E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82C01-7B3C-40B9-8A9B-9EE731BC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194C9-33B7-4752-AE31-33EB4FD6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BC9CC-C555-4CD5-9E41-5DD6148E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2AE48-9369-4D46-8A86-8CCB5663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F465F-2C53-4B42-8612-D7C1B740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D1B0F-9110-4A9C-B54A-58A0FE02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62E19-9C71-4B73-B195-C72502A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701CD-8B33-4CE4-AA60-D5BD59DA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C77AF-4559-42C4-8019-9605E6E2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FE6D0-60ED-4F2A-A45C-3155F5A2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204D1-1EEE-4736-8936-BDED2C5E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F9EBF5-70DE-4BAF-B579-C2BE0008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6FA3F-D9F8-4560-B051-E3FFD6BA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F7D8D-31AC-441F-87AF-AC8A296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41C5A-5B1D-4D3A-B5C9-2C6C0A00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EAD0A8-EBC5-4C75-9F8F-754BCA8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A95FE-B641-4E28-9025-85EC9FE7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843255-4279-45FA-AB2F-1FEB9B12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3AAD80-5461-4F4E-B735-7372E4E0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152198-9B44-402F-ADCA-33FC6E7D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EAF893-4228-4F06-8238-4570E5F4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E2B77E-45DC-45AE-A607-4A057078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72047656c4662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55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D39CB9-E294-4266-87B6-0A66FC68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762F2-91BA-4073-ABF8-5A335719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E97E6-5C5C-4446-ABFC-0DF18B7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9582B-9AB9-4EEF-B65E-47EB222C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38F76-D83E-4AD0-8DCB-B08645C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2BD2F-2676-47BD-8380-839E4131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5C943-5E38-45F1-9650-704C7DEA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35E45-6EAA-40C5-8941-418B6C1D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B3B63-C51B-40B2-98B2-6CA9889A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A5C89-8F76-4AE1-A0BE-35500571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36D70-4659-4EC6-B406-943B011B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CFF60-8DC4-4B11-9364-40D297D7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AC7B2-CBD2-4758-864B-7BF56404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663D2-7833-44EF-9988-26C16409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E1A02-3A2F-4543-B756-D459F6A1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4B519-0CB2-426F-8B9B-01ED11CA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56AF9-7456-481C-898F-F7250F13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5A47F-A535-4499-A638-DEA48220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867D2-E51B-4227-B294-473F2CEB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A8C86-F28A-4B24-A66E-9948E0D6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55993-3392-462F-A5FB-3E6B3A4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[Brand name]</a:t>
            </a:r>
          </a:p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87D01-2D15-42D3-A914-768AD6EA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6AF9F-AB1B-4850-9534-809B3367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EA5B1-1E51-489E-811C-06F130D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99C20-149E-4827-96ED-44D95D00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4154fa8ce4625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50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2026-08-24T08:24:42.6150000Z</dcterms:created>
  <dcterms:modified xsi:type="dcterms:W3CDTF">2026-08-24T08:24:42.6150000Z</dcterms:modified>
</coreProperties>
</file>