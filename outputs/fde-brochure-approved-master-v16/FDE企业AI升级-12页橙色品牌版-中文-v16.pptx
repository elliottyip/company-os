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0cb9be37db453f" /><Relationship Type="http://schemas.openxmlformats.org/officeDocument/2006/relationships/extended-properties" Target="/docProps/app.xml" Id="R60df89c7045a4c77" /><Relationship Type="http://schemas.openxmlformats.org/officeDocument/2006/relationships/officeDocument" Target="/ppt/presentation.xml" Id="R93e27517a8e94a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77df5971ba4285"/>
  </p:sldMasterIdLst>
  <p:notesMasterIdLst>
    <p:notesMasterId xmlns:r="http://schemas.openxmlformats.org/officeDocument/2006/relationships" r:id="R85afbd50c83943fb"/>
  </p:notesMasterIdLst>
  <p:sldIdLst>
    <p:sldId xmlns:r="http://schemas.openxmlformats.org/officeDocument/2006/relationships" id="256" r:id="Rc063d15a9cd142c9"/>
    <p:sldId xmlns:r="http://schemas.openxmlformats.org/officeDocument/2006/relationships" id="257" r:id="R5122ab811b804b38"/>
    <p:sldId xmlns:r="http://schemas.openxmlformats.org/officeDocument/2006/relationships" id="258" r:id="Rc219e1d9e44748b4"/>
    <p:sldId xmlns:r="http://schemas.openxmlformats.org/officeDocument/2006/relationships" id="259" r:id="R1c096c2113784c6c"/>
    <p:sldId xmlns:r="http://schemas.openxmlformats.org/officeDocument/2006/relationships" id="260" r:id="R81785c04ebc3493c"/>
    <p:sldId xmlns:r="http://schemas.openxmlformats.org/officeDocument/2006/relationships" id="261" r:id="R8f992c73e0134b8a"/>
    <p:sldId xmlns:r="http://schemas.openxmlformats.org/officeDocument/2006/relationships" id="262" r:id="R65547c29e51e4c97"/>
    <p:sldId xmlns:r="http://schemas.openxmlformats.org/officeDocument/2006/relationships" id="263" r:id="Rdb1c88d3fd8d4c3d"/>
    <p:sldId xmlns:r="http://schemas.openxmlformats.org/officeDocument/2006/relationships" id="264" r:id="R906d828152b54d06"/>
    <p:sldId xmlns:r="http://schemas.openxmlformats.org/officeDocument/2006/relationships" id="265" r:id="Re42d0a3e9c524841"/>
    <p:sldId xmlns:r="http://schemas.openxmlformats.org/officeDocument/2006/relationships" id="266" r:id="Rce1da8baa5514b11"/>
    <p:sldId xmlns:r="http://schemas.openxmlformats.org/officeDocument/2006/relationships" id="267" r:id="R8a069b6dda4c4821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db85e744274d2d" /><Relationship Type="http://schemas.openxmlformats.org/officeDocument/2006/relationships/slideMaster" Target="/ppt/slideMasters/slideMaster1.xml" Id="R7b77df5971ba4285" /><Relationship Type="http://schemas.openxmlformats.org/officeDocument/2006/relationships/notesMaster" Target="/ppt/notesMasters/notesMaster1.xml" Id="R85afbd50c83943fb" /><Relationship Type="http://schemas.openxmlformats.org/officeDocument/2006/relationships/presProps" Target="/ppt/presProps.xml" Id="Re63288b585204006" /><Relationship Type="http://schemas.openxmlformats.org/officeDocument/2006/relationships/tableStyles" Target="/ppt/tableStyles.xml" Id="Rab8027019aa44978" /><Relationship Type="http://schemas.openxmlformats.org/officeDocument/2006/relationships/slide" Target="/ppt/slides/slide1.xml" Id="Rc063d15a9cd142c9" /><Relationship Type="http://schemas.openxmlformats.org/officeDocument/2006/relationships/slide" Target="/ppt/slides/slide2.xml" Id="R5122ab811b804b38" /><Relationship Type="http://schemas.openxmlformats.org/officeDocument/2006/relationships/slide" Target="/ppt/slides/slide3.xml" Id="Rc219e1d9e44748b4" /><Relationship Type="http://schemas.openxmlformats.org/officeDocument/2006/relationships/slide" Target="/ppt/slides/slide4.xml" Id="R1c096c2113784c6c" /><Relationship Type="http://schemas.openxmlformats.org/officeDocument/2006/relationships/slide" Target="/ppt/slides/slide5.xml" Id="R81785c04ebc3493c" /><Relationship Type="http://schemas.openxmlformats.org/officeDocument/2006/relationships/slide" Target="/ppt/slides/slide6.xml" Id="R8f992c73e0134b8a" /><Relationship Type="http://schemas.openxmlformats.org/officeDocument/2006/relationships/slide" Target="/ppt/slides/slide7.xml" Id="R65547c29e51e4c97" /><Relationship Type="http://schemas.openxmlformats.org/officeDocument/2006/relationships/slide" Target="/ppt/slides/slide8.xml" Id="Rdb1c88d3fd8d4c3d" /><Relationship Type="http://schemas.openxmlformats.org/officeDocument/2006/relationships/slide" Target="/ppt/slides/slide9.xml" Id="R906d828152b54d06" /><Relationship Type="http://schemas.openxmlformats.org/officeDocument/2006/relationships/slide" Target="/ppt/slides/slide10.xml" Id="Re42d0a3e9c524841" /><Relationship Type="http://schemas.openxmlformats.org/officeDocument/2006/relationships/slide" Target="/ppt/slides/slide11.xml" Id="Rce1da8baa5514b11" /><Relationship Type="http://schemas.openxmlformats.org/officeDocument/2006/relationships/slide" Target="/ppt/slides/slide12.xml" Id="R8a069b6dda4c48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18675a8c0843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fd8c9fcdef4162" /><Relationship Type="http://schemas.openxmlformats.org/officeDocument/2006/relationships/notesMaster" Target="/ppt/notesMasters/notesMaster1.xml" Id="R74840909ecec4e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00ce09cc774e0b" /><Relationship Type="http://schemas.openxmlformats.org/officeDocument/2006/relationships/notesMaster" Target="/ppt/notesMasters/notesMaster1.xml" Id="R0e22c9009ccd4d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c7496ce3c1452a" /><Relationship Type="http://schemas.openxmlformats.org/officeDocument/2006/relationships/notesMaster" Target="/ppt/notesMasters/notesMaster1.xml" Id="Rffa9eabd114f43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cfd521d3124e24" /><Relationship Type="http://schemas.openxmlformats.org/officeDocument/2006/relationships/notesMaster" Target="/ppt/notesMasters/notesMaster1.xml" Id="Reaff431730a64b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737bbe239c43b0" /><Relationship Type="http://schemas.openxmlformats.org/officeDocument/2006/relationships/notesMaster" Target="/ppt/notesMasters/notesMaster1.xml" Id="R891958a85d9541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79d914f37a4261" /><Relationship Type="http://schemas.openxmlformats.org/officeDocument/2006/relationships/notesMaster" Target="/ppt/notesMasters/notesMaster1.xml" Id="Rfc25c5d0123142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f8314e1aa3432d" /><Relationship Type="http://schemas.openxmlformats.org/officeDocument/2006/relationships/notesMaster" Target="/ppt/notesMasters/notesMaster1.xml" Id="Rc434f239fbe341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add1361cb04cbf" /><Relationship Type="http://schemas.openxmlformats.org/officeDocument/2006/relationships/notesMaster" Target="/ppt/notesMasters/notesMaster1.xml" Id="Rb69791173e6a4e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b9e966e6174d52" /><Relationship Type="http://schemas.openxmlformats.org/officeDocument/2006/relationships/notesMaster" Target="/ppt/notesMasters/notesMaster1.xml" Id="Rf44db160e3084c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b89a124d6e4261" /><Relationship Type="http://schemas.openxmlformats.org/officeDocument/2006/relationships/notesMaster" Target="/ppt/notesMasters/notesMaster1.xml" Id="Rcaeb65bb3f2a45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4a2d636d834052" /><Relationship Type="http://schemas.openxmlformats.org/officeDocument/2006/relationships/notesMaster" Target="/ppt/notesMasters/notesMaster1.xml" Id="Rccd3d59a483546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e49a9c7bff484d" /><Relationship Type="http://schemas.openxmlformats.org/officeDocument/2006/relationships/notesMaster" Target="/ppt/notesMasters/notesMaster1.xml" Id="R032cbdad00db42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docs/marketing/assets/fde-natural-orange-canyon-v4.png</a:t>
            </a:r>
          </a:p>
          <a:p xmlns:a="http://schemas.openxmlformats.org/drawingml/2006/main">
            <a:r>
              <a:t>- docs/marketing/assets/fde-logo-orange-v1.png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99ccc444f44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0ff5dc57254865" /><Relationship Type="http://schemas.openxmlformats.org/officeDocument/2006/relationships/slideLayout" Target="/ppt/slideLayouts/slideLayout1.xml" Id="Ree37a602406a43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37a602406a43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488548cd54c40" /><Relationship Type="http://schemas.openxmlformats.org/officeDocument/2006/relationships/image" Target="/ppt/media/image.png" Id="R06752b83611f4ab3" /><Relationship Type="http://schemas.openxmlformats.org/officeDocument/2006/relationships/image" Target="/ppt/media/image2.png" Id="R6e987d1f7e55432f" /><Relationship Type="http://schemas.openxmlformats.org/officeDocument/2006/relationships/notesSlide" Target="/ppt/notesSlides/notesSlide1.xml" Id="Reb813bcfed7745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65f4ed9014daa" /><Relationship Type="http://schemas.openxmlformats.org/officeDocument/2006/relationships/image" Target="/ppt/media/image3.png" Id="R6068eb314efc415d" /><Relationship Type="http://schemas.openxmlformats.org/officeDocument/2006/relationships/notesSlide" Target="/ppt/notesSlides/notesSlide2.xml" Id="R68a6ccb08f2144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30fbfab004963" /><Relationship Type="http://schemas.openxmlformats.org/officeDocument/2006/relationships/image" Target="/ppt/media/image4.png" Id="Rb3eebda786824714" /><Relationship Type="http://schemas.openxmlformats.org/officeDocument/2006/relationships/notesSlide" Target="/ppt/notesSlides/notesSlide3.xml" Id="R872fcc28710c4a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cdf15ac634ade" /><Relationship Type="http://schemas.openxmlformats.org/officeDocument/2006/relationships/image" Target="/ppt/media/image5.png" Id="R514985dd4da14ca4" /><Relationship Type="http://schemas.openxmlformats.org/officeDocument/2006/relationships/notesSlide" Target="/ppt/notesSlides/notesSlide4.xml" Id="Rcdad2b1e603747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772fe241e4743" /><Relationship Type="http://schemas.openxmlformats.org/officeDocument/2006/relationships/image" Target="/ppt/media/image6.png" Id="R2d16c14042734b12" /><Relationship Type="http://schemas.openxmlformats.org/officeDocument/2006/relationships/notesSlide" Target="/ppt/notesSlides/notesSlide5.xml" Id="R3779ee7095ae44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3e3778e194bf9" /><Relationship Type="http://schemas.openxmlformats.org/officeDocument/2006/relationships/image" Target="/ppt/media/image7.png" Id="R7f5f6fccf62a4e0b" /><Relationship Type="http://schemas.openxmlformats.org/officeDocument/2006/relationships/notesSlide" Target="/ppt/notesSlides/notesSlide6.xml" Id="R004ea06b2b4942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3b09c9e1949fb" /><Relationship Type="http://schemas.openxmlformats.org/officeDocument/2006/relationships/image" Target="/ppt/media/image8.png" Id="R5f83b4c18c6f4b2b" /><Relationship Type="http://schemas.openxmlformats.org/officeDocument/2006/relationships/notesSlide" Target="/ppt/notesSlides/notesSlide7.xml" Id="Rf812be5bdf9b4b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23a5f03954399" /><Relationship Type="http://schemas.openxmlformats.org/officeDocument/2006/relationships/image" Target="/ppt/media/image9.png" Id="Rc27c9e233783462e" /><Relationship Type="http://schemas.openxmlformats.org/officeDocument/2006/relationships/notesSlide" Target="/ppt/notesSlides/notesSlide8.xml" Id="R5d299f2617f648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752d3431d47cc" /><Relationship Type="http://schemas.openxmlformats.org/officeDocument/2006/relationships/image" Target="/ppt/media/image10.png" Id="R2dce092e590c4105" /><Relationship Type="http://schemas.openxmlformats.org/officeDocument/2006/relationships/notesSlide" Target="/ppt/notesSlides/notesSlide9.xml" Id="Rf3ce0a58ea5a49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4af9d3f72438f" /><Relationship Type="http://schemas.openxmlformats.org/officeDocument/2006/relationships/image" Target="/ppt/media/image11.png" Id="Raee3139adf3a423a" /><Relationship Type="http://schemas.openxmlformats.org/officeDocument/2006/relationships/notesSlide" Target="/ppt/notesSlides/notesSlide10.xml" Id="Rb8088e32299a4e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63297841a4444" /><Relationship Type="http://schemas.openxmlformats.org/officeDocument/2006/relationships/image" Target="/ppt/media/image12.png" Id="R6e3fa11e923b4c49" /><Relationship Type="http://schemas.openxmlformats.org/officeDocument/2006/relationships/notesSlide" Target="/ppt/notesSlides/notesSlide11.xml" Id="R36d2bbaa5d494f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34473f20b4fbc" /><Relationship Type="http://schemas.openxmlformats.org/officeDocument/2006/relationships/image" Target="/ppt/media/image13.png" Id="R07d2524ee4274117" /><Relationship Type="http://schemas.openxmlformats.org/officeDocument/2006/relationships/notesSlide" Target="/ppt/notesSlides/notesSlide12.xml" Id="R972ef7b3db134f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6752b83611f4ab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87d1f7e55432f"/>
          <a:stretch xmlns:a="http://schemas.openxmlformats.org/drawingml/2006/main"/>
        </p:blipFill>
        <p:spPr>
          <a:xfrm xmlns:a="http://schemas.openxmlformats.org/drawingml/2006/main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8eb314efc415d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ebda786824714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74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827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79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3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8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3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1028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985dd4da14ca4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6c14042734b12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f6fccf62a4e0b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3b4c18c6f4b2b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c9e233783462e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e092e590c4105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3139adf3a423a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fa11e923b4c49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2524ee4274117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2026-08-24T08:24:41.1130000Z</dcterms:created>
  <dcterms:modified xsi:type="dcterms:W3CDTF">2026-08-24T08:24:41.1130000Z</dcterms:modified>
</coreProperties>
</file>