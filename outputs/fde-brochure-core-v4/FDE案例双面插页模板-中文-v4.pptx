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347561703941ba" /><Relationship Type="http://schemas.openxmlformats.org/officeDocument/2006/relationships/extended-properties" Target="/docProps/app.xml" Id="R46f2fdf3437049d0" /><Relationship Type="http://schemas.openxmlformats.org/officeDocument/2006/relationships/officeDocument" Target="/ppt/presentation.xml" Id="R52e80d39d1a44f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eb5872c36d47c5"/>
  </p:sldMasterIdLst>
  <p:notesMasterIdLst>
    <p:notesMasterId xmlns:r="http://schemas.openxmlformats.org/officeDocument/2006/relationships" r:id="Re6b3a1fc34b34b50"/>
  </p:notesMasterIdLst>
  <p:sldIdLst>
    <p:sldId xmlns:r="http://schemas.openxmlformats.org/officeDocument/2006/relationships" id="256" r:id="Rdbae83bfc98d4652"/>
    <p:sldId xmlns:r="http://schemas.openxmlformats.org/officeDocument/2006/relationships" id="257" r:id="R43f08da5b637442b"/>
  </p:sldIdLst>
  <p:sldSz cx="5324475" cy="7562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8ea237cb474044" /><Relationship Type="http://schemas.openxmlformats.org/officeDocument/2006/relationships/slideMaster" Target="/ppt/slideMasters/slideMaster1.xml" Id="R16eb5872c36d47c5" /><Relationship Type="http://schemas.openxmlformats.org/officeDocument/2006/relationships/notesMaster" Target="/ppt/notesMasters/notesMaster1.xml" Id="Re6b3a1fc34b34b50" /><Relationship Type="http://schemas.openxmlformats.org/officeDocument/2006/relationships/presProps" Target="/ppt/presProps.xml" Id="R40812824cb204bd9" /><Relationship Type="http://schemas.openxmlformats.org/officeDocument/2006/relationships/tableStyles" Target="/ppt/tableStyles.xml" Id="R948adfc132b5417e" /><Relationship Type="http://schemas.openxmlformats.org/officeDocument/2006/relationships/slide" Target="/ppt/slides/slide1.xml" Id="Rdbae83bfc98d4652" /><Relationship Type="http://schemas.openxmlformats.org/officeDocument/2006/relationships/slide" Target="/ppt/slides/slide2.xml" Id="R43f08da5b63744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ffb625a1104a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97df0b41e242ac" /><Relationship Type="http://schemas.openxmlformats.org/officeDocument/2006/relationships/notesMaster" Target="/ppt/notesMasters/notesMaster1.xml" Id="R972ff2f34e7640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89183b209f4a80" /><Relationship Type="http://schemas.openxmlformats.org/officeDocument/2006/relationships/notesMaster" Target="/ppt/notesMasters/notesMaster1.xml" Id="Ra1543d3e2a9145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7153604394a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9df4abcd44473a" /><Relationship Type="http://schemas.openxmlformats.org/officeDocument/2006/relationships/slideLayout" Target="/ppt/slideLayouts/slideLayout1.xml" Id="R4e49da98aa244b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49da98aa244b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4d4b2d384402b" /><Relationship Type="http://schemas.openxmlformats.org/officeDocument/2006/relationships/notesSlide" Target="/ppt/notesSlides/notesSlide1.xml" Id="R8f09f8ff97bd46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cc74a0e18489f" /><Relationship Type="http://schemas.openxmlformats.org/officeDocument/2006/relationships/notesSlide" Target="/ppt/notesSlides/notesSlide2.xml" Id="Rfb36c72e951943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2AAE96-A0C5-4912-963C-55FB0C17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90525"/>
            <a:ext cx="4733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90909"/>
                </a:solidFill>
              </a:defRPr>
            </a:pPr>
            <a:r>
              <a:rPr sz="2175" b="0">
                <a:solidFill>
                  <a:srgbClr val="090909"/>
                </a:solidFill>
              </a:rPr>
              <a:t>案例 01｜[工厂类型 / 业务部门]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5E85D-03ED-441C-9AE0-50687E89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181100"/>
            <a:ext cx="4733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6367"/>
                </a:solidFill>
              </a:defRPr>
            </a:pPr>
            <a:r>
              <a:rPr sz="638" b="0">
                <a:solidFill>
                  <a:srgbClr val="626367"/>
                </a:solidFill>
              </a:rPr>
              <a:t>具体案例等待客户确认。未获授权不放企业名称和 Logo；没有数据，不写百分比。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8BEBC-969F-47A7-83AF-61209456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809750"/>
            <a:ext cx="20288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9525">
            <a:solidFill>
              <a:srgbClr val="A7A8A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78BB1-C818-4CA3-A34D-478A1CD4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876550"/>
            <a:ext cx="2028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26367"/>
                </a:solidFill>
              </a:defRPr>
            </a:pPr>
            <a:r>
              <a:rPr sz="600" b="0">
                <a:solidFill>
                  <a:srgbClr val="626367"/>
                </a:solidFill>
              </a:rPr>
              <a:t>客户现场 / 系统截图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E53B7-844B-4E02-AA2E-8C0FF6C7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457700"/>
            <a:ext cx="2028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A8A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89626-3295-4FCF-8D86-2F15341C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667250"/>
            <a:ext cx="2028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26367"/>
                </a:solidFill>
              </a:defRPr>
            </a:pPr>
            <a:r>
              <a:rPr sz="600" b="0">
                <a:solidFill>
                  <a:srgbClr val="626367"/>
                </a:solidFill>
              </a:rPr>
              <a:t>客户 Logo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2145A-4452-4251-BD82-EFE6BAD7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8097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90909"/>
                </a:solidFill>
              </a:defRPr>
            </a:pPr>
            <a:r>
              <a:rPr sz="563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D8271-E5D1-47EF-9F95-1773BE4A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809750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90909"/>
                </a:solidFill>
              </a:defRPr>
            </a:pPr>
            <a:r>
              <a:rPr sz="788" b="1">
                <a:solidFill>
                  <a:srgbClr val="090909"/>
                </a:solidFill>
              </a:rPr>
              <a:t>原来怎么做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882A2-8FA8-4F5E-87BC-3A0BAFC1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62175"/>
            <a:ext cx="200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0D41A-896A-4C6C-BAE3-06FDB5A9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286000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6367"/>
                </a:solidFill>
              </a:defRPr>
            </a:pPr>
            <a:r>
              <a:rPr sz="638" b="0">
                <a:solidFill>
                  <a:srgbClr val="626367"/>
                </a:solidFill>
              </a:rPr>
              <a:t>[填写客户确认过的信息]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B343A-CC5A-41B7-B063-7E3D6D8A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24175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90909"/>
                </a:solidFill>
              </a:defRPr>
            </a:pPr>
            <a:r>
              <a:rPr sz="563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017D5-012E-4B8D-BAD3-FF77D7A3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24175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90909"/>
                </a:solidFill>
              </a:defRPr>
            </a:pPr>
            <a:r>
              <a:rPr sz="788" b="1">
                <a:solidFill>
                  <a:srgbClr val="090909"/>
                </a:solidFill>
              </a:rPr>
              <a:t>我们发现的问题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B6049-9EB8-4F37-B74E-3A53A776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276600"/>
            <a:ext cx="200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B96FC-30FC-441A-8CFA-99D3E730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400425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6367"/>
                </a:solidFill>
              </a:defRPr>
            </a:pPr>
            <a:r>
              <a:rPr sz="638" b="0">
                <a:solidFill>
                  <a:srgbClr val="626367"/>
                </a:solidFill>
              </a:rPr>
              <a:t>[填写客户确认过的信息]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76679-FA01-4A0F-9CAC-710F9D38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03860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90909"/>
                </a:solidFill>
              </a:defRPr>
            </a:pPr>
            <a:r>
              <a:rPr sz="563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356A1-07F3-4655-9915-C80C2C77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038600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90909"/>
                </a:solidFill>
              </a:defRPr>
            </a:pPr>
            <a:r>
              <a:rPr sz="788" b="1">
                <a:solidFill>
                  <a:srgbClr val="090909"/>
                </a:solidFill>
              </a:rPr>
              <a:t>我们做了什么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B0D0A-583D-470A-A9E2-E73C72FB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391025"/>
            <a:ext cx="200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490FBF-D030-4073-9EDD-C013A101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514850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6367"/>
                </a:solidFill>
              </a:defRPr>
            </a:pPr>
            <a:r>
              <a:rPr sz="638" b="0">
                <a:solidFill>
                  <a:srgbClr val="626367"/>
                </a:solidFill>
              </a:rPr>
              <a:t>[填写客户确认过的信息]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06D6B-7411-46E1-9884-E52A2EA5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153025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90909"/>
                </a:solidFill>
              </a:defRPr>
            </a:pPr>
            <a:r>
              <a:rPr sz="563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276B2-60BE-46BB-9E57-D1A1E89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153025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90909"/>
                </a:solidFill>
              </a:defRPr>
            </a:pPr>
            <a:r>
              <a:rPr sz="788" b="1">
                <a:solidFill>
                  <a:srgbClr val="090909"/>
                </a:solidFill>
              </a:rPr>
              <a:t>上线后的变化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756CC-B8FB-41F5-A3B4-BB5166F4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505450"/>
            <a:ext cx="200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26B6A-F6A9-4A81-87F9-E592F5E2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629275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6367"/>
                </a:solidFill>
              </a:defRPr>
            </a:pPr>
            <a:r>
              <a:rPr sz="638" b="0">
                <a:solidFill>
                  <a:srgbClr val="626367"/>
                </a:solidFill>
              </a:rPr>
              <a:t>[填写客户确认过的信息]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55EBBA-E675-4078-9CF3-282DFFEE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6AE02F-7D86-4B19-8A19-E83F3F5A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4997917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5BECB1-315A-4E93-9640-5EAD7DFC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90525"/>
            <a:ext cx="4733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90909"/>
                </a:solidFill>
              </a:defRPr>
            </a:pPr>
            <a:r>
              <a:rPr sz="2175" b="0">
                <a:solidFill>
                  <a:srgbClr val="090909"/>
                </a:solidFill>
              </a:rPr>
              <a:t>案例 02｜[工厂类型 / 业务部门]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A722E-100F-4085-9C38-F712ECB6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181100"/>
            <a:ext cx="4733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6367"/>
                </a:solidFill>
              </a:defRPr>
            </a:pPr>
            <a:r>
              <a:rPr sz="638" b="0">
                <a:solidFill>
                  <a:srgbClr val="626367"/>
                </a:solidFill>
              </a:rPr>
              <a:t>具体案例等待客户确认。未获授权不放企业名称和 Logo；没有数据，不写百分比。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0861C-9109-42C2-AEFA-FA5D837D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809750"/>
            <a:ext cx="20288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9525">
            <a:solidFill>
              <a:srgbClr val="A7A8A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212FC-1783-4FF9-A5C7-940F578F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876550"/>
            <a:ext cx="2028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26367"/>
                </a:solidFill>
              </a:defRPr>
            </a:pPr>
            <a:r>
              <a:rPr sz="600" b="0">
                <a:solidFill>
                  <a:srgbClr val="626367"/>
                </a:solidFill>
              </a:rPr>
              <a:t>客户现场 / 系统截图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6A749-CAE5-4D81-9428-B4302DD8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457700"/>
            <a:ext cx="2028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A8A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9788F-A7C1-4BED-825A-79159958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667250"/>
            <a:ext cx="2028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26367"/>
                </a:solidFill>
              </a:defRPr>
            </a:pPr>
            <a:r>
              <a:rPr sz="600" b="0">
                <a:solidFill>
                  <a:srgbClr val="626367"/>
                </a:solidFill>
              </a:rPr>
              <a:t>客户 Logo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55C08-526D-45AB-9CD5-1D257949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8097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90909"/>
                </a:solidFill>
              </a:defRPr>
            </a:pPr>
            <a:r>
              <a:rPr sz="563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F0909-60C1-4E94-8607-35B15812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809750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90909"/>
                </a:solidFill>
              </a:defRPr>
            </a:pPr>
            <a:r>
              <a:rPr sz="788" b="1">
                <a:solidFill>
                  <a:srgbClr val="090909"/>
                </a:solidFill>
              </a:rPr>
              <a:t>原来怎么做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858F0-1BE6-4941-B18E-08FAF74B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62175"/>
            <a:ext cx="200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192E8-8F50-4DE7-A09E-DC457D14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286000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6367"/>
                </a:solidFill>
              </a:defRPr>
            </a:pPr>
            <a:r>
              <a:rPr sz="638" b="0">
                <a:solidFill>
                  <a:srgbClr val="626367"/>
                </a:solidFill>
              </a:rPr>
              <a:t>[填写客户确认过的信息]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B3DAC-C3A4-4C9B-B222-DFAB0CE8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24175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90909"/>
                </a:solidFill>
              </a:defRPr>
            </a:pPr>
            <a:r>
              <a:rPr sz="563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33E3E-F43D-4E8A-9788-D9DCDA80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24175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90909"/>
                </a:solidFill>
              </a:defRPr>
            </a:pPr>
            <a:r>
              <a:rPr sz="788" b="1">
                <a:solidFill>
                  <a:srgbClr val="090909"/>
                </a:solidFill>
              </a:rPr>
              <a:t>我们发现的问题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86C5D-2A2A-4F12-A530-E0AF20B0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276600"/>
            <a:ext cx="200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D4B28-A2D0-40A7-8334-E03C1178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400425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6367"/>
                </a:solidFill>
              </a:defRPr>
            </a:pPr>
            <a:r>
              <a:rPr sz="638" b="0">
                <a:solidFill>
                  <a:srgbClr val="626367"/>
                </a:solidFill>
              </a:rPr>
              <a:t>[填写客户确认过的信息]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29609-7341-4EB9-ACBA-2B15F678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03860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90909"/>
                </a:solidFill>
              </a:defRPr>
            </a:pPr>
            <a:r>
              <a:rPr sz="563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9B57B-2DF5-41BD-B472-9739DB4C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038600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90909"/>
                </a:solidFill>
              </a:defRPr>
            </a:pPr>
            <a:r>
              <a:rPr sz="788" b="1">
                <a:solidFill>
                  <a:srgbClr val="090909"/>
                </a:solidFill>
              </a:rPr>
              <a:t>我们做了什么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AD62D-30DA-4B3B-BB95-E5511213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391025"/>
            <a:ext cx="200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C9BAF-A67A-4AEA-9D39-9F6C3B11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514850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6367"/>
                </a:solidFill>
              </a:defRPr>
            </a:pPr>
            <a:r>
              <a:rPr sz="638" b="0">
                <a:solidFill>
                  <a:srgbClr val="626367"/>
                </a:solidFill>
              </a:rPr>
              <a:t>[填写客户确认过的信息]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B66F5-B943-4251-9A3D-5123FF99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153025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90909"/>
                </a:solidFill>
              </a:defRPr>
            </a:pPr>
            <a:r>
              <a:rPr sz="563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5FF236-B23D-4305-A6F9-6432231D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153025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90909"/>
                </a:solidFill>
              </a:defRPr>
            </a:pPr>
            <a:r>
              <a:rPr sz="788" b="1">
                <a:solidFill>
                  <a:srgbClr val="090909"/>
                </a:solidFill>
              </a:rPr>
              <a:t>上线后的变化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EAA86-E00A-4E40-AA4B-1AF40FE7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505450"/>
            <a:ext cx="200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DC5800-E079-4A8A-8330-6A33B3F6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629275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6367"/>
                </a:solidFill>
              </a:defRPr>
            </a:pPr>
            <a:r>
              <a:rPr sz="638" b="0">
                <a:solidFill>
                  <a:srgbClr val="626367"/>
                </a:solidFill>
              </a:rPr>
              <a:t>[填写客户确认过的信息]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8FA840-408C-4A67-9419-EEDAA184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459FB5-9EFE-4BC3-9C27-60FB8621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48871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2026-08-24T05:49:23.5470000Z</dcterms:created>
  <dcterms:modified xsi:type="dcterms:W3CDTF">2026-08-24T05:49:23.5470000Z</dcterms:modified>
</coreProperties>
</file>