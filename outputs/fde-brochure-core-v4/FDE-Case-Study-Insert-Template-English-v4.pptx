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763eddfcd745b3" /><Relationship Type="http://schemas.openxmlformats.org/officeDocument/2006/relationships/extended-properties" Target="/docProps/app.xml" Id="R33a66af58bbb4f0b" /><Relationship Type="http://schemas.openxmlformats.org/officeDocument/2006/relationships/officeDocument" Target="/ppt/presentation.xml" Id="R9861f6b3879c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73b3a62c454f07"/>
  </p:sldMasterIdLst>
  <p:notesMasterIdLst>
    <p:notesMasterId xmlns:r="http://schemas.openxmlformats.org/officeDocument/2006/relationships" r:id="Rff328486677e407c"/>
  </p:notesMasterIdLst>
  <p:sldIdLst>
    <p:sldId xmlns:r="http://schemas.openxmlformats.org/officeDocument/2006/relationships" id="256" r:id="R0019d383c55b4fa4"/>
    <p:sldId xmlns:r="http://schemas.openxmlformats.org/officeDocument/2006/relationships" id="257" r:id="Rdc3becdab7b14a25"/>
  </p:sldIdLst>
  <p:sldSz cx="53244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1c8dc2609c4250" /><Relationship Type="http://schemas.openxmlformats.org/officeDocument/2006/relationships/slideMaster" Target="/ppt/slideMasters/slideMaster1.xml" Id="R8673b3a62c454f07" /><Relationship Type="http://schemas.openxmlformats.org/officeDocument/2006/relationships/notesMaster" Target="/ppt/notesMasters/notesMaster1.xml" Id="Rff328486677e407c" /><Relationship Type="http://schemas.openxmlformats.org/officeDocument/2006/relationships/presProps" Target="/ppt/presProps.xml" Id="R2acc6b49f2e04c0a" /><Relationship Type="http://schemas.openxmlformats.org/officeDocument/2006/relationships/tableStyles" Target="/ppt/tableStyles.xml" Id="R55f3f8bda26b4dc3" /><Relationship Type="http://schemas.openxmlformats.org/officeDocument/2006/relationships/slide" Target="/ppt/slides/slide1.xml" Id="R0019d383c55b4fa4" /><Relationship Type="http://schemas.openxmlformats.org/officeDocument/2006/relationships/slide" Target="/ppt/slides/slide2.xml" Id="Rdc3becdab7b14a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7a56e61c9a45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868c491fae419e" /><Relationship Type="http://schemas.openxmlformats.org/officeDocument/2006/relationships/notesMaster" Target="/ppt/notesMasters/notesMaster1.xml" Id="R9e189842daac44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dfddf62504488" /><Relationship Type="http://schemas.openxmlformats.org/officeDocument/2006/relationships/notesMaster" Target="/ppt/notesMasters/notesMaster1.xml" Id="Rfe7e86c0940648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5f512801642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35bb373c9245f1" /><Relationship Type="http://schemas.openxmlformats.org/officeDocument/2006/relationships/slideLayout" Target="/ppt/slideLayouts/slideLayout1.xml" Id="Rb3acae51cabc41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cae51cabc41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6661f02e04ef1" /><Relationship Type="http://schemas.openxmlformats.org/officeDocument/2006/relationships/notesSlide" Target="/ppt/notesSlides/notesSlide1.xml" Id="Raa7552d01ce3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c0663c95b41bf" /><Relationship Type="http://schemas.openxmlformats.org/officeDocument/2006/relationships/notesSlide" Target="/ppt/notesSlides/notesSlide2.xml" Id="Reb9cc6624df14e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3BA9C-FAB9-4672-B6F2-8BBE5570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90525"/>
            <a:ext cx="4733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90909"/>
                </a:solidFill>
              </a:defRPr>
            </a:pPr>
            <a:r>
              <a:rPr sz="1950" b="0">
                <a:solidFill>
                  <a:srgbClr val="090909"/>
                </a:solidFill>
              </a:rPr>
              <a:t>CASE STUDY 01｜[Factory type / business function]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DF647-20CE-4F86-A32B-4A4B977E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81100"/>
            <a:ext cx="4733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15AE5-4705-4A82-89AC-45A2F66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809750"/>
            <a:ext cx="20288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9525">
            <a:solidFill>
              <a:srgbClr val="A7A8A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BB26B-3CF7-4568-92ED-170636A0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76550"/>
            <a:ext cx="2028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26367"/>
                </a:solidFill>
              </a:defRPr>
            </a:pPr>
            <a:r>
              <a:rPr sz="600" b="0">
                <a:solidFill>
                  <a:srgbClr val="626367"/>
                </a:solidFill>
              </a:rPr>
              <a:t>CUSTOMER / SYSTEM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FB8EA-604F-4747-894A-ED68A4AF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57700"/>
            <a:ext cx="2028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8A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595B7-631D-41C0-96A4-DD8B71F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667250"/>
            <a:ext cx="2028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26367"/>
                </a:solidFill>
              </a:defRPr>
            </a:pPr>
            <a:r>
              <a:rPr sz="600" b="0">
                <a:solidFill>
                  <a:srgbClr val="626367"/>
                </a:solidFill>
              </a:rPr>
              <a:t>CLIENT LOGO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426CF-C473-4A30-B9DA-1EB5A53D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097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97461-C014-41FB-AB4B-B497391B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09750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CF767-EAF0-483F-8B66-DBE7F06D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62175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CA881-27D2-4863-BA59-9FC8EA3F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86000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[Customer-confirmed information]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A36A0-FB84-4447-9D8D-A96C7633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2417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AA347-D034-429B-8F28-F6D6FDFE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2417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What we found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A8987-C56B-4C20-9A22-4D735031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76600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75EDC-380C-404F-A0F5-DD49148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0042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[Customer-confirmed information]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72BC3-C825-4012-BBEF-2EC273DE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386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C8784-B070-41B3-803D-139E67CD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38600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What we delivered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3A564-47AA-4806-8063-6B49A97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391025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3D4C3-1A05-467D-A0AA-309257DF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14850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[Customer-confirmed information]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710AB-4688-4FB6-8CF1-45C96910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15302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CB84A-2977-4C32-960B-CDDFF839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15302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What changed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1DE39-5822-423D-A505-D8DBC1DF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505450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D0B38-4147-40D6-934F-112476B7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62927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[Customer-confirmed information]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65060-ECA7-44A7-AF2E-25AABBEF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82A79-EF67-4547-BC07-9EA4891B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713063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B7FA5-6DC0-4132-9035-2CA727DF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90525"/>
            <a:ext cx="4733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90909"/>
                </a:solidFill>
              </a:defRPr>
            </a:pPr>
            <a:r>
              <a:rPr sz="1950" b="0">
                <a:solidFill>
                  <a:srgbClr val="090909"/>
                </a:solidFill>
              </a:rPr>
              <a:t>CASE STUDY 02｜[Factory type / business function]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571BD-51A6-4462-879D-472AB06F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81100"/>
            <a:ext cx="4733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60A1B-4F91-4582-8BCC-F971DA74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809750"/>
            <a:ext cx="20288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9525">
            <a:solidFill>
              <a:srgbClr val="A7A8A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F37E3-72D7-4C5F-9AA7-8938B80B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76550"/>
            <a:ext cx="2028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26367"/>
                </a:solidFill>
              </a:defRPr>
            </a:pPr>
            <a:r>
              <a:rPr sz="600" b="0">
                <a:solidFill>
                  <a:srgbClr val="626367"/>
                </a:solidFill>
              </a:rPr>
              <a:t>CUSTOMER / SYSTEM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88AC4-6AB8-4B86-83B8-69EB0FF8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57700"/>
            <a:ext cx="2028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8A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4027C-8510-460C-B47B-1A8F8CB6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667250"/>
            <a:ext cx="2028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26367"/>
                </a:solidFill>
              </a:defRPr>
            </a:pPr>
            <a:r>
              <a:rPr sz="600" b="0">
                <a:solidFill>
                  <a:srgbClr val="626367"/>
                </a:solidFill>
              </a:rPr>
              <a:t>CLIENT LOGO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EC1E4-9521-405E-B3FC-022F2640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097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9EAB2-03A6-45F5-968C-D43F9759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09750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9FCC4-200E-414A-94AB-26BABB54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62175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3387A-42BE-438C-8594-7A765DB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86000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[Customer-confirmed information]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45CF0-B670-4604-AD7D-9B91631A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2417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F034F-DB95-42DF-99DE-3F6FF2DF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2417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What we found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0F536-066C-4E41-B614-2FD47257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76600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03273-96D2-47F1-925A-A9DDB840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0042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[Customer-confirmed information]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6E2F9-7023-40C6-A624-16BBF216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386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859E8-FC7C-4B6F-8D1B-2D3E598B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38600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What we delivered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4FA63-5CB8-42C4-B9C1-B54F27C4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391025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628DA-4FCE-4A06-BD40-FF6838B0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14850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[Customer-confirmed information]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E1610-4985-45D7-8D39-3CBB611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15302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90909"/>
                </a:solidFill>
              </a:defRPr>
            </a:pPr>
            <a:r>
              <a:rPr sz="563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CA2BF-2027-4022-A913-E593C00B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15302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What changed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1B997-404C-41A8-81A7-8AC3DED4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505450"/>
            <a:ext cx="200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08AFB-8299-4D0D-9A46-80BE4CA2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62927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[Customer-confirmed information]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76796-0492-41E7-A58A-2D3E73AE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DC336-D0F8-4B2E-B21D-9825D88F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2540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2026-08-24T05:49:24.2880000Z</dcterms:created>
  <dcterms:modified xsi:type="dcterms:W3CDTF">2026-08-24T05:49:24.2880000Z</dcterms:modified>
</coreProperties>
</file>