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b8dd09354485a" /><Relationship Type="http://schemas.openxmlformats.org/officeDocument/2006/relationships/extended-properties" Target="/docProps/app.xml" Id="Rde7d3ce06cfb4f92" /><Relationship Type="http://schemas.openxmlformats.org/officeDocument/2006/relationships/officeDocument" Target="/ppt/presentation.xml" Id="R5012db1dafb847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f39402ad414467"/>
  </p:sldMasterIdLst>
  <p:notesMasterIdLst>
    <p:notesMasterId xmlns:r="http://schemas.openxmlformats.org/officeDocument/2006/relationships" r:id="R7683c4f631784139"/>
  </p:notesMasterIdLst>
  <p:sldIdLst>
    <p:sldId xmlns:r="http://schemas.openxmlformats.org/officeDocument/2006/relationships" id="256" r:id="R54d499c11b6346ab"/>
    <p:sldId xmlns:r="http://schemas.openxmlformats.org/officeDocument/2006/relationships" id="257" r:id="R55ccd778153441a7"/>
    <p:sldId xmlns:r="http://schemas.openxmlformats.org/officeDocument/2006/relationships" id="258" r:id="R89e56defe5b44df2"/>
    <p:sldId xmlns:r="http://schemas.openxmlformats.org/officeDocument/2006/relationships" id="259" r:id="Ra498706e4bdc4c7b"/>
    <p:sldId xmlns:r="http://schemas.openxmlformats.org/officeDocument/2006/relationships" id="260" r:id="Rce0faca5d29a4641"/>
    <p:sldId xmlns:r="http://schemas.openxmlformats.org/officeDocument/2006/relationships" id="261" r:id="R83a3de6569494dd2"/>
    <p:sldId xmlns:r="http://schemas.openxmlformats.org/officeDocument/2006/relationships" id="262" r:id="R373670c6ba06462f"/>
    <p:sldId xmlns:r="http://schemas.openxmlformats.org/officeDocument/2006/relationships" id="263" r:id="Rceda67f4fb6349ec"/>
    <p:sldId xmlns:r="http://schemas.openxmlformats.org/officeDocument/2006/relationships" id="264" r:id="R75ad2697178d4be6"/>
    <p:sldId xmlns:r="http://schemas.openxmlformats.org/officeDocument/2006/relationships" id="265" r:id="R0dc7e274a0b548dd"/>
    <p:sldId xmlns:r="http://schemas.openxmlformats.org/officeDocument/2006/relationships" id="266" r:id="R8cb4f19d655040b9"/>
    <p:sldId xmlns:r="http://schemas.openxmlformats.org/officeDocument/2006/relationships" id="267" r:id="R01a71cd816d3487b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059f616f314a63" /><Relationship Type="http://schemas.openxmlformats.org/officeDocument/2006/relationships/slideMaster" Target="/ppt/slideMasters/slideMaster1.xml" Id="Rb1f39402ad414467" /><Relationship Type="http://schemas.openxmlformats.org/officeDocument/2006/relationships/notesMaster" Target="/ppt/notesMasters/notesMaster1.xml" Id="R7683c4f631784139" /><Relationship Type="http://schemas.openxmlformats.org/officeDocument/2006/relationships/presProps" Target="/ppt/presProps.xml" Id="R629d4bf3d4e94595" /><Relationship Type="http://schemas.openxmlformats.org/officeDocument/2006/relationships/tableStyles" Target="/ppt/tableStyles.xml" Id="Rfd7d300be9ff41db" /><Relationship Type="http://schemas.openxmlformats.org/officeDocument/2006/relationships/slide" Target="/ppt/slides/slide1.xml" Id="R54d499c11b6346ab" /><Relationship Type="http://schemas.openxmlformats.org/officeDocument/2006/relationships/slide" Target="/ppt/slides/slide2.xml" Id="R55ccd778153441a7" /><Relationship Type="http://schemas.openxmlformats.org/officeDocument/2006/relationships/slide" Target="/ppt/slides/slide3.xml" Id="R89e56defe5b44df2" /><Relationship Type="http://schemas.openxmlformats.org/officeDocument/2006/relationships/slide" Target="/ppt/slides/slide4.xml" Id="Ra498706e4bdc4c7b" /><Relationship Type="http://schemas.openxmlformats.org/officeDocument/2006/relationships/slide" Target="/ppt/slides/slide5.xml" Id="Rce0faca5d29a4641" /><Relationship Type="http://schemas.openxmlformats.org/officeDocument/2006/relationships/slide" Target="/ppt/slides/slide6.xml" Id="R83a3de6569494dd2" /><Relationship Type="http://schemas.openxmlformats.org/officeDocument/2006/relationships/slide" Target="/ppt/slides/slide7.xml" Id="R373670c6ba06462f" /><Relationship Type="http://schemas.openxmlformats.org/officeDocument/2006/relationships/slide" Target="/ppt/slides/slide8.xml" Id="Rceda67f4fb6349ec" /><Relationship Type="http://schemas.openxmlformats.org/officeDocument/2006/relationships/slide" Target="/ppt/slides/slide9.xml" Id="R75ad2697178d4be6" /><Relationship Type="http://schemas.openxmlformats.org/officeDocument/2006/relationships/slide" Target="/ppt/slides/slide10.xml" Id="R0dc7e274a0b548dd" /><Relationship Type="http://schemas.openxmlformats.org/officeDocument/2006/relationships/slide" Target="/ppt/slides/slide11.xml" Id="R8cb4f19d655040b9" /><Relationship Type="http://schemas.openxmlformats.org/officeDocument/2006/relationships/slide" Target="/ppt/slides/slide12.xml" Id="R01a71cd816d348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f1eb9164e2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186857701a4804" /><Relationship Type="http://schemas.openxmlformats.org/officeDocument/2006/relationships/notesMaster" Target="/ppt/notesMasters/notesMaster1.xml" Id="R3be65c564c3648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61611249784917" /><Relationship Type="http://schemas.openxmlformats.org/officeDocument/2006/relationships/notesMaster" Target="/ppt/notesMasters/notesMaster1.xml" Id="R3b8d491e1aca41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8cda9a3bf4f7f" /><Relationship Type="http://schemas.openxmlformats.org/officeDocument/2006/relationships/notesMaster" Target="/ppt/notesMasters/notesMaster1.xml" Id="R2c9106e2f10247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d9f2188804de7" /><Relationship Type="http://schemas.openxmlformats.org/officeDocument/2006/relationships/notesMaster" Target="/ppt/notesMasters/notesMaster1.xml" Id="R609715751afb48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cda209a749489d" /><Relationship Type="http://schemas.openxmlformats.org/officeDocument/2006/relationships/notesMaster" Target="/ppt/notesMasters/notesMaster1.xml" Id="R22321f8d2078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47a03e75384fa9" /><Relationship Type="http://schemas.openxmlformats.org/officeDocument/2006/relationships/notesMaster" Target="/ppt/notesMasters/notesMaster1.xml" Id="R264395169b5548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7399fd82564923" /><Relationship Type="http://schemas.openxmlformats.org/officeDocument/2006/relationships/notesMaster" Target="/ppt/notesMasters/notesMaster1.xml" Id="Rb94e7d2159034d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7c1967e7644e29" /><Relationship Type="http://schemas.openxmlformats.org/officeDocument/2006/relationships/notesMaster" Target="/ppt/notesMasters/notesMaster1.xml" Id="Rd5c3508b1bca4e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cdf7b9b44f4f7a" /><Relationship Type="http://schemas.openxmlformats.org/officeDocument/2006/relationships/notesMaster" Target="/ppt/notesMasters/notesMaster1.xml" Id="R2ac84932652e44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aa0d2223c14e93" /><Relationship Type="http://schemas.openxmlformats.org/officeDocument/2006/relationships/notesMaster" Target="/ppt/notesMasters/notesMaster1.xml" Id="R36baf7523e4449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65dba9135a4556" /><Relationship Type="http://schemas.openxmlformats.org/officeDocument/2006/relationships/notesMaster" Target="/ppt/notesMasters/notesMaster1.xml" Id="R480b780cef3149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e0eb6280a743e8" /><Relationship Type="http://schemas.openxmlformats.org/officeDocument/2006/relationships/notesMaster" Target="/ppt/notesMasters/notesMaster1.xml" Id="Rb4d00d37ebff40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5b4f37b1645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12280d31184b52" /><Relationship Type="http://schemas.openxmlformats.org/officeDocument/2006/relationships/slideLayout" Target="/ppt/slideLayouts/slideLayout1.xml" Id="Rd4e992de650e40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e992de650e40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198833af94670" /><Relationship Type="http://schemas.openxmlformats.org/officeDocument/2006/relationships/image" Target="/ppt/media/image.png" Id="R30efedb03f1444eb" /><Relationship Type="http://schemas.openxmlformats.org/officeDocument/2006/relationships/notesSlide" Target="/ppt/notesSlides/notesSlide1.xml" Id="R22a72a34bd1f49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edaa1a826400a" /><Relationship Type="http://schemas.openxmlformats.org/officeDocument/2006/relationships/notesSlide" Target="/ppt/notesSlides/notesSlide2.xml" Id="Ra0c6b3f9c34e44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3f5ae21a5400b" /><Relationship Type="http://schemas.openxmlformats.org/officeDocument/2006/relationships/notesSlide" Target="/ppt/notesSlides/notesSlide3.xml" Id="Ra00b11e995df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e15bc22ec44f5" /><Relationship Type="http://schemas.openxmlformats.org/officeDocument/2006/relationships/notesSlide" Target="/ppt/notesSlides/notesSlide4.xml" Id="Rcfeca1ac0ef34b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734404f394e36" /><Relationship Type="http://schemas.openxmlformats.org/officeDocument/2006/relationships/notesSlide" Target="/ppt/notesSlides/notesSlide5.xml" Id="Rc9b7fbc6fed042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c4e3e8f2c4b82" /><Relationship Type="http://schemas.openxmlformats.org/officeDocument/2006/relationships/notesSlide" Target="/ppt/notesSlides/notesSlide6.xml" Id="Rbcc5cf89571447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2d015c4a34c76" /><Relationship Type="http://schemas.openxmlformats.org/officeDocument/2006/relationships/notesSlide" Target="/ppt/notesSlides/notesSlide7.xml" Id="Rdc71ec3ac68a45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b8d7247040d4" /><Relationship Type="http://schemas.openxmlformats.org/officeDocument/2006/relationships/notesSlide" Target="/ppt/notesSlides/notesSlide8.xml" Id="Rbab03900960349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27894fd7a477e" /><Relationship Type="http://schemas.openxmlformats.org/officeDocument/2006/relationships/notesSlide" Target="/ppt/notesSlides/notesSlide9.xml" Id="Rb7ed409e070c43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229e661804536" /><Relationship Type="http://schemas.openxmlformats.org/officeDocument/2006/relationships/notesSlide" Target="/ppt/notesSlides/notesSlide10.xml" Id="R7864965566d04a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487427faa4021" /><Relationship Type="http://schemas.openxmlformats.org/officeDocument/2006/relationships/notesSlide" Target="/ppt/notesSlides/notesSlide11.xml" Id="R96f64f2440074a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b6fd03bcd447b" /><Relationship Type="http://schemas.openxmlformats.org/officeDocument/2006/relationships/notesSlide" Target="/ppt/notesSlides/notesSlide12.xml" Id="Rc5bd85db029f48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88B6D-A050-45EA-AB9C-FDF4578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4B44-41A0-459A-B8B8-4D785E8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6456-BEBB-4906-8974-927188E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再把它做成有人用、看得到结果的系统。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fedb03f1444eb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AB65-134C-4E96-8685-CF5D5A0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</a:defRPr>
            </a:pPr>
            <a:r>
              <a:rPr sz="915" b="1">
                <a:solidFill>
                  <a:srgbClr val="070707"/>
                </a:solidFill>
              </a:rPr>
              <a:t>业务诊断｜流程改造｜Skill｜定制 SaaS｜数据库｜Agent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1A71-5A4A-4BF7-8AD6-8B1DA1C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293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436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3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389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72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34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5342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76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2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2296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24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9249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5360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2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2026-08-24T07:42:13.7050000Z</dcterms:created>
  <dcterms:modified xsi:type="dcterms:W3CDTF">2026-08-24T07:42:13.7050000Z</dcterms:modified>
</coreProperties>
</file>