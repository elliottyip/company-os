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4c25bc6a14a52" /><Relationship Type="http://schemas.openxmlformats.org/officeDocument/2006/relationships/extended-properties" Target="/docProps/app.xml" Id="R1095c83feb344116" /><Relationship Type="http://schemas.openxmlformats.org/officeDocument/2006/relationships/officeDocument" Target="/ppt/presentation.xml" Id="R18763998af2d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8848ee8d64e8f"/>
  </p:sldMasterIdLst>
  <p:notesMasterIdLst>
    <p:notesMasterId xmlns:r="http://schemas.openxmlformats.org/officeDocument/2006/relationships" r:id="R385906a8ea194d47"/>
  </p:notesMasterIdLst>
  <p:sldIdLst>
    <p:sldId xmlns:r="http://schemas.openxmlformats.org/officeDocument/2006/relationships" id="256" r:id="R4b6f7bdbdd6c4085"/>
    <p:sldId xmlns:r="http://schemas.openxmlformats.org/officeDocument/2006/relationships" id="257" r:id="Rcaa7637ce8a34c91"/>
    <p:sldId xmlns:r="http://schemas.openxmlformats.org/officeDocument/2006/relationships" id="258" r:id="Rb214eac178c44f7e"/>
    <p:sldId xmlns:r="http://schemas.openxmlformats.org/officeDocument/2006/relationships" id="259" r:id="R3ed04c86a5dd42bd"/>
    <p:sldId xmlns:r="http://schemas.openxmlformats.org/officeDocument/2006/relationships" id="260" r:id="R2931951abcb74fdf"/>
    <p:sldId xmlns:r="http://schemas.openxmlformats.org/officeDocument/2006/relationships" id="261" r:id="Re39d3eec13d34064"/>
    <p:sldId xmlns:r="http://schemas.openxmlformats.org/officeDocument/2006/relationships" id="262" r:id="Rdaea82c578704fd6"/>
    <p:sldId xmlns:r="http://schemas.openxmlformats.org/officeDocument/2006/relationships" id="263" r:id="R6991fb54133c4144"/>
    <p:sldId xmlns:r="http://schemas.openxmlformats.org/officeDocument/2006/relationships" id="264" r:id="Ra9e163e4e8834f47"/>
    <p:sldId xmlns:r="http://schemas.openxmlformats.org/officeDocument/2006/relationships" id="265" r:id="Rf8a30fcdf2aa49ee"/>
    <p:sldId xmlns:r="http://schemas.openxmlformats.org/officeDocument/2006/relationships" id="266" r:id="R34cccc1832ed4127"/>
    <p:sldId xmlns:r="http://schemas.openxmlformats.org/officeDocument/2006/relationships" id="267" r:id="R12cb11d840a54a62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dcc00f1964853" /><Relationship Type="http://schemas.openxmlformats.org/officeDocument/2006/relationships/slideMaster" Target="/ppt/slideMasters/slideMaster1.xml" Id="Rb998848ee8d64e8f" /><Relationship Type="http://schemas.openxmlformats.org/officeDocument/2006/relationships/notesMaster" Target="/ppt/notesMasters/notesMaster1.xml" Id="R385906a8ea194d47" /><Relationship Type="http://schemas.openxmlformats.org/officeDocument/2006/relationships/presProps" Target="/ppt/presProps.xml" Id="Rfe9df0edfff24f0b" /><Relationship Type="http://schemas.openxmlformats.org/officeDocument/2006/relationships/tableStyles" Target="/ppt/tableStyles.xml" Id="Rdab68af97e524770" /><Relationship Type="http://schemas.openxmlformats.org/officeDocument/2006/relationships/slide" Target="/ppt/slides/slide1.xml" Id="R4b6f7bdbdd6c4085" /><Relationship Type="http://schemas.openxmlformats.org/officeDocument/2006/relationships/slide" Target="/ppt/slides/slide2.xml" Id="Rcaa7637ce8a34c91" /><Relationship Type="http://schemas.openxmlformats.org/officeDocument/2006/relationships/slide" Target="/ppt/slides/slide3.xml" Id="Rb214eac178c44f7e" /><Relationship Type="http://schemas.openxmlformats.org/officeDocument/2006/relationships/slide" Target="/ppt/slides/slide4.xml" Id="R3ed04c86a5dd42bd" /><Relationship Type="http://schemas.openxmlformats.org/officeDocument/2006/relationships/slide" Target="/ppt/slides/slide5.xml" Id="R2931951abcb74fdf" /><Relationship Type="http://schemas.openxmlformats.org/officeDocument/2006/relationships/slide" Target="/ppt/slides/slide6.xml" Id="Re39d3eec13d34064" /><Relationship Type="http://schemas.openxmlformats.org/officeDocument/2006/relationships/slide" Target="/ppt/slides/slide7.xml" Id="Rdaea82c578704fd6" /><Relationship Type="http://schemas.openxmlformats.org/officeDocument/2006/relationships/slide" Target="/ppt/slides/slide8.xml" Id="R6991fb54133c4144" /><Relationship Type="http://schemas.openxmlformats.org/officeDocument/2006/relationships/slide" Target="/ppt/slides/slide9.xml" Id="Ra9e163e4e8834f47" /><Relationship Type="http://schemas.openxmlformats.org/officeDocument/2006/relationships/slide" Target="/ppt/slides/slide10.xml" Id="Rf8a30fcdf2aa49ee" /><Relationship Type="http://schemas.openxmlformats.org/officeDocument/2006/relationships/slide" Target="/ppt/slides/slide11.xml" Id="R34cccc1832ed4127" /><Relationship Type="http://schemas.openxmlformats.org/officeDocument/2006/relationships/slide" Target="/ppt/slides/slide12.xml" Id="R12cb11d840a5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67ea83575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c0c6335044ea8" /><Relationship Type="http://schemas.openxmlformats.org/officeDocument/2006/relationships/notesMaster" Target="/ppt/notesMasters/notesMaster1.xml" Id="Re779ef9c50e6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43d515ca048bf" /><Relationship Type="http://schemas.openxmlformats.org/officeDocument/2006/relationships/notesMaster" Target="/ppt/notesMasters/notesMaster1.xml" Id="Re82b8ebf5aac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b458cf5724ae3" /><Relationship Type="http://schemas.openxmlformats.org/officeDocument/2006/relationships/notesMaster" Target="/ppt/notesMasters/notesMaster1.xml" Id="R2cfc06907713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f2d72c24541d2" /><Relationship Type="http://schemas.openxmlformats.org/officeDocument/2006/relationships/notesMaster" Target="/ppt/notesMasters/notesMaster1.xml" Id="R3085c1cd2c5a42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7d17b014444da" /><Relationship Type="http://schemas.openxmlformats.org/officeDocument/2006/relationships/notesMaster" Target="/ppt/notesMasters/notesMaster1.xml" Id="R28138029ad694c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d380c4d9d840b9" /><Relationship Type="http://schemas.openxmlformats.org/officeDocument/2006/relationships/notesMaster" Target="/ppt/notesMasters/notesMaster1.xml" Id="R06da204cba6445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0dae6ce9b64fd7" /><Relationship Type="http://schemas.openxmlformats.org/officeDocument/2006/relationships/notesMaster" Target="/ppt/notesMasters/notesMaster1.xml" Id="R8085d4006302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8feda6fc844f53" /><Relationship Type="http://schemas.openxmlformats.org/officeDocument/2006/relationships/notesMaster" Target="/ppt/notesMasters/notesMaster1.xml" Id="Ra7491e6f1cee4b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32470019a4fb3" /><Relationship Type="http://schemas.openxmlformats.org/officeDocument/2006/relationships/notesMaster" Target="/ppt/notesMasters/notesMaster1.xml" Id="R031e178db1fa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473f1dbbd4d80" /><Relationship Type="http://schemas.openxmlformats.org/officeDocument/2006/relationships/notesMaster" Target="/ppt/notesMasters/notesMaster1.xml" Id="R88d12601e3714d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b7649c835d46b6" /><Relationship Type="http://schemas.openxmlformats.org/officeDocument/2006/relationships/notesMaster" Target="/ppt/notesMasters/notesMaster1.xml" Id="R079dcadaa8e543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5afbff3b64489" /><Relationship Type="http://schemas.openxmlformats.org/officeDocument/2006/relationships/notesMaster" Target="/ppt/notesMasters/notesMaster1.xml" Id="Rf4e652e1b627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7a59a50c1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e2faa2c47d4e8f" /><Relationship Type="http://schemas.openxmlformats.org/officeDocument/2006/relationships/slideLayout" Target="/ppt/slideLayouts/slideLayout1.xml" Id="R2651a5425ecd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1a5425ecd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9295308847b2" /><Relationship Type="http://schemas.openxmlformats.org/officeDocument/2006/relationships/image" Target="/ppt/media/image.png" Id="Rba7acdb1e9d74ceb" /><Relationship Type="http://schemas.openxmlformats.org/officeDocument/2006/relationships/image" Target="/ppt/media/image2.png" Id="R672c26b03a3d489d" /><Relationship Type="http://schemas.openxmlformats.org/officeDocument/2006/relationships/notesSlide" Target="/ppt/notesSlides/notesSlide1.xml" Id="R9657a3eb9185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50413d604d0c" /><Relationship Type="http://schemas.openxmlformats.org/officeDocument/2006/relationships/image" Target="/ppt/media/image3.png" Id="Raad7c6840ac04cd7" /><Relationship Type="http://schemas.openxmlformats.org/officeDocument/2006/relationships/notesSlide" Target="/ppt/notesSlides/notesSlide2.xml" Id="R5949a9f4f1e7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f2fbee9347f0" /><Relationship Type="http://schemas.openxmlformats.org/officeDocument/2006/relationships/image" Target="/ppt/media/image4.png" Id="R855afb212fc34776" /><Relationship Type="http://schemas.openxmlformats.org/officeDocument/2006/relationships/notesSlide" Target="/ppt/notesSlides/notesSlide3.xml" Id="Raf8fa43ef14040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cbbd379d94735" /><Relationship Type="http://schemas.openxmlformats.org/officeDocument/2006/relationships/image" Target="/ppt/media/image5.png" Id="R8e44a8cf374d4717" /><Relationship Type="http://schemas.openxmlformats.org/officeDocument/2006/relationships/notesSlide" Target="/ppt/notesSlides/notesSlide4.xml" Id="R4debe51c438a46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594557dd44b25" /><Relationship Type="http://schemas.openxmlformats.org/officeDocument/2006/relationships/image" Target="/ppt/media/image6.png" Id="Re24fbf25e2774f05" /><Relationship Type="http://schemas.openxmlformats.org/officeDocument/2006/relationships/notesSlide" Target="/ppt/notesSlides/notesSlide5.xml" Id="Ref366787070a4f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eb473b3ea4d67" /><Relationship Type="http://schemas.openxmlformats.org/officeDocument/2006/relationships/image" Target="/ppt/media/image7.png" Id="R6faaabb983964ea9" /><Relationship Type="http://schemas.openxmlformats.org/officeDocument/2006/relationships/notesSlide" Target="/ppt/notesSlides/notesSlide6.xml" Id="Rfc22f4dfbc3c42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e7b9b3c34ab4" /><Relationship Type="http://schemas.openxmlformats.org/officeDocument/2006/relationships/image" Target="/ppt/media/image8.png" Id="Rbb37785aff964fa9" /><Relationship Type="http://schemas.openxmlformats.org/officeDocument/2006/relationships/notesSlide" Target="/ppt/notesSlides/notesSlide7.xml" Id="Ra9b32ee4d33245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97e7642d045cd" /><Relationship Type="http://schemas.openxmlformats.org/officeDocument/2006/relationships/image" Target="/ppt/media/image9.png" Id="Ra83b2f83df5e4de0" /><Relationship Type="http://schemas.openxmlformats.org/officeDocument/2006/relationships/notesSlide" Target="/ppt/notesSlides/notesSlide8.xml" Id="Rb9451148242f4f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ec3e58e4548dd" /><Relationship Type="http://schemas.openxmlformats.org/officeDocument/2006/relationships/image" Target="/ppt/media/image10.png" Id="Rdbddaadfe5864436" /><Relationship Type="http://schemas.openxmlformats.org/officeDocument/2006/relationships/notesSlide" Target="/ppt/notesSlides/notesSlide9.xml" Id="Rc4586575a7ef4b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b953bf3bf4416" /><Relationship Type="http://schemas.openxmlformats.org/officeDocument/2006/relationships/image" Target="/ppt/media/image11.png" Id="R9a0dd9887e6a4a02" /><Relationship Type="http://schemas.openxmlformats.org/officeDocument/2006/relationships/notesSlide" Target="/ppt/notesSlides/notesSlide10.xml" Id="R055928164641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6817d4086411f" /><Relationship Type="http://schemas.openxmlformats.org/officeDocument/2006/relationships/image" Target="/ppt/media/image12.png" Id="R9ceacde8ef4f4fc9" /><Relationship Type="http://schemas.openxmlformats.org/officeDocument/2006/relationships/notesSlide" Target="/ppt/notesSlides/notesSlide11.xml" Id="R4d23af4f3c1a45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74af47b2e4df5" /><Relationship Type="http://schemas.openxmlformats.org/officeDocument/2006/relationships/image" Target="/ppt/media/image13.png" Id="R774d05bac37e4767" /><Relationship Type="http://schemas.openxmlformats.org/officeDocument/2006/relationships/notesSlide" Target="/ppt/notesSlides/notesSlide12.xml" Id="Rf0afe28cf39d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EA073F3F-EBDA-4E7F-9B94-23827AB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a7acdb1e9d74ce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7D4E1F00-8C6F-4B89-B210-BC22B8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D7F78-36C1-4084-928A-947DB42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0A93-B219-4404-B269-14AC68E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4BC8-7709-469D-9C59-5A4F29E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0BE1-652B-40F7-BC78-B2D5158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88407-2538-4EE2-9561-82BC59E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c26b03a3d489d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7c6840ac04cd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afb212fc34776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4a8cf374d471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fbf25e2774f0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aabb983964ea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7785aff964fa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b2f83df5e4de0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daadfe5864436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dd9887e6a4a0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acde8ef4f4fc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d05bac37e476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2026-08-24T09:09:12.0170000Z</dcterms:created>
  <dcterms:modified xsi:type="dcterms:W3CDTF">2026-08-24T09:09:12.0170000Z</dcterms:modified>
</coreProperties>
</file>