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8f981528d4c97" /><Relationship Type="http://schemas.openxmlformats.org/officeDocument/2006/relationships/extended-properties" Target="/docProps/app.xml" Id="R9976d46c30fd4a4d" /><Relationship Type="http://schemas.openxmlformats.org/officeDocument/2006/relationships/officeDocument" Target="/ppt/presentation.xml" Id="R6b75bd0f4c37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31f89cc6240a1"/>
  </p:sldMasterIdLst>
  <p:notesMasterIdLst>
    <p:notesMasterId xmlns:r="http://schemas.openxmlformats.org/officeDocument/2006/relationships" r:id="R1d3cc6f5f5aa4312"/>
  </p:notesMasterIdLst>
  <p:sldIdLst>
    <p:sldId xmlns:r="http://schemas.openxmlformats.org/officeDocument/2006/relationships" id="256" r:id="Rbff32308576d4339"/>
    <p:sldId xmlns:r="http://schemas.openxmlformats.org/officeDocument/2006/relationships" id="257" r:id="R724cd2c355584f9c"/>
    <p:sldId xmlns:r="http://schemas.openxmlformats.org/officeDocument/2006/relationships" id="258" r:id="R1336fcf6339049e4"/>
    <p:sldId xmlns:r="http://schemas.openxmlformats.org/officeDocument/2006/relationships" id="259" r:id="R030b294ca8a34560"/>
    <p:sldId xmlns:r="http://schemas.openxmlformats.org/officeDocument/2006/relationships" id="260" r:id="R949aaf2cc3ab4776"/>
    <p:sldId xmlns:r="http://schemas.openxmlformats.org/officeDocument/2006/relationships" id="261" r:id="R244b7548c80c4217"/>
    <p:sldId xmlns:r="http://schemas.openxmlformats.org/officeDocument/2006/relationships" id="262" r:id="R99bd28edd7964351"/>
    <p:sldId xmlns:r="http://schemas.openxmlformats.org/officeDocument/2006/relationships" id="263" r:id="Rcd8383c09cfd4b3a"/>
    <p:sldId xmlns:r="http://schemas.openxmlformats.org/officeDocument/2006/relationships" id="264" r:id="R3956fca405b043ab"/>
    <p:sldId xmlns:r="http://schemas.openxmlformats.org/officeDocument/2006/relationships" id="265" r:id="R86e3949bccd0444a"/>
    <p:sldId xmlns:r="http://schemas.openxmlformats.org/officeDocument/2006/relationships" id="266" r:id="R6b1f00914a7543f7"/>
    <p:sldId xmlns:r="http://schemas.openxmlformats.org/officeDocument/2006/relationships" id="267" r:id="R27f11124ebd74e5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1182ffae2e49d6" /><Relationship Type="http://schemas.openxmlformats.org/officeDocument/2006/relationships/slideMaster" Target="/ppt/slideMasters/slideMaster1.xml" Id="R56b31f89cc6240a1" /><Relationship Type="http://schemas.openxmlformats.org/officeDocument/2006/relationships/notesMaster" Target="/ppt/notesMasters/notesMaster1.xml" Id="R1d3cc6f5f5aa4312" /><Relationship Type="http://schemas.openxmlformats.org/officeDocument/2006/relationships/presProps" Target="/ppt/presProps.xml" Id="R5affd9e119e84cb8" /><Relationship Type="http://schemas.openxmlformats.org/officeDocument/2006/relationships/tableStyles" Target="/ppt/tableStyles.xml" Id="R6a8f3438317048f3" /><Relationship Type="http://schemas.openxmlformats.org/officeDocument/2006/relationships/slide" Target="/ppt/slides/slide1.xml" Id="Rbff32308576d4339" /><Relationship Type="http://schemas.openxmlformats.org/officeDocument/2006/relationships/slide" Target="/ppt/slides/slide2.xml" Id="R724cd2c355584f9c" /><Relationship Type="http://schemas.openxmlformats.org/officeDocument/2006/relationships/slide" Target="/ppt/slides/slide3.xml" Id="R1336fcf6339049e4" /><Relationship Type="http://schemas.openxmlformats.org/officeDocument/2006/relationships/slide" Target="/ppt/slides/slide4.xml" Id="R030b294ca8a34560" /><Relationship Type="http://schemas.openxmlformats.org/officeDocument/2006/relationships/slide" Target="/ppt/slides/slide5.xml" Id="R949aaf2cc3ab4776" /><Relationship Type="http://schemas.openxmlformats.org/officeDocument/2006/relationships/slide" Target="/ppt/slides/slide6.xml" Id="R244b7548c80c4217" /><Relationship Type="http://schemas.openxmlformats.org/officeDocument/2006/relationships/slide" Target="/ppt/slides/slide7.xml" Id="R99bd28edd7964351" /><Relationship Type="http://schemas.openxmlformats.org/officeDocument/2006/relationships/slide" Target="/ppt/slides/slide8.xml" Id="Rcd8383c09cfd4b3a" /><Relationship Type="http://schemas.openxmlformats.org/officeDocument/2006/relationships/slide" Target="/ppt/slides/slide9.xml" Id="R3956fca405b043ab" /><Relationship Type="http://schemas.openxmlformats.org/officeDocument/2006/relationships/slide" Target="/ppt/slides/slide10.xml" Id="R86e3949bccd0444a" /><Relationship Type="http://schemas.openxmlformats.org/officeDocument/2006/relationships/slide" Target="/ppt/slides/slide11.xml" Id="R6b1f00914a7543f7" /><Relationship Type="http://schemas.openxmlformats.org/officeDocument/2006/relationships/slide" Target="/ppt/slides/slide12.xml" Id="R27f11124ebd74e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f6359f799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78cb9941749b2" /><Relationship Type="http://schemas.openxmlformats.org/officeDocument/2006/relationships/notesMaster" Target="/ppt/notesMasters/notesMaster1.xml" Id="R92cc201edec9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738656aba46c5" /><Relationship Type="http://schemas.openxmlformats.org/officeDocument/2006/relationships/notesMaster" Target="/ppt/notesMasters/notesMaster1.xml" Id="Rd3a49bc7952f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5585a12904573" /><Relationship Type="http://schemas.openxmlformats.org/officeDocument/2006/relationships/notesMaster" Target="/ppt/notesMasters/notesMaster1.xml" Id="R71a6956a767f41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3833ed39c4f40" /><Relationship Type="http://schemas.openxmlformats.org/officeDocument/2006/relationships/notesMaster" Target="/ppt/notesMasters/notesMaster1.xml" Id="Ra2c0e88dac40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ae01f845ba4bb7" /><Relationship Type="http://schemas.openxmlformats.org/officeDocument/2006/relationships/notesMaster" Target="/ppt/notesMasters/notesMaster1.xml" Id="R2be60ab6de73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413c9aeb2248f7" /><Relationship Type="http://schemas.openxmlformats.org/officeDocument/2006/relationships/notesMaster" Target="/ppt/notesMasters/notesMaster1.xml" Id="Ra9acefd541d2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7959d633342fe" /><Relationship Type="http://schemas.openxmlformats.org/officeDocument/2006/relationships/notesMaster" Target="/ppt/notesMasters/notesMaster1.xml" Id="R3c62f7c5a27f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76b4044022418b" /><Relationship Type="http://schemas.openxmlformats.org/officeDocument/2006/relationships/notesMaster" Target="/ppt/notesMasters/notesMaster1.xml" Id="R04b55e7ff64c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16881a7c754446" /><Relationship Type="http://schemas.openxmlformats.org/officeDocument/2006/relationships/notesMaster" Target="/ppt/notesMasters/notesMaster1.xml" Id="R76e3fd8a016044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864481350741aa" /><Relationship Type="http://schemas.openxmlformats.org/officeDocument/2006/relationships/notesMaster" Target="/ppt/notesMasters/notesMaster1.xml" Id="R71a5828df4a749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7662a67afc458e" /><Relationship Type="http://schemas.openxmlformats.org/officeDocument/2006/relationships/notesMaster" Target="/ppt/notesMasters/notesMaster1.xml" Id="Rc9714f5ff01d48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7620e049c84d27" /><Relationship Type="http://schemas.openxmlformats.org/officeDocument/2006/relationships/notesMaster" Target="/ppt/notesMasters/notesMaster1.xml" Id="Rca44d7c7394e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75accc8274e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efec04fc47492c" /><Relationship Type="http://schemas.openxmlformats.org/officeDocument/2006/relationships/slideLayout" Target="/ppt/slideLayouts/slideLayout1.xml" Id="Rccef80225a354d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f80225a354d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1ff2e20634231" /><Relationship Type="http://schemas.openxmlformats.org/officeDocument/2006/relationships/image" Target="/ppt/media/image.png" Id="R396fb7aa20734aa5" /><Relationship Type="http://schemas.openxmlformats.org/officeDocument/2006/relationships/image" Target="/ppt/media/image2.png" Id="R00d8f6e2d52e42ea" /><Relationship Type="http://schemas.openxmlformats.org/officeDocument/2006/relationships/notesSlide" Target="/ppt/notesSlides/notesSlide1.xml" Id="Ra9a48adb67e949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b04a0c101429e" /><Relationship Type="http://schemas.openxmlformats.org/officeDocument/2006/relationships/image" Target="/ppt/media/image3.png" Id="R12e530455e294ccf" /><Relationship Type="http://schemas.openxmlformats.org/officeDocument/2006/relationships/notesSlide" Target="/ppt/notesSlides/notesSlide2.xml" Id="R371ea29d30bd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f587eba964682" /><Relationship Type="http://schemas.openxmlformats.org/officeDocument/2006/relationships/image" Target="/ppt/media/image4.png" Id="R51db9111adfe4687" /><Relationship Type="http://schemas.openxmlformats.org/officeDocument/2006/relationships/notesSlide" Target="/ppt/notesSlides/notesSlide3.xml" Id="Rd0e6142d33e8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e93210e9f4216" /><Relationship Type="http://schemas.openxmlformats.org/officeDocument/2006/relationships/image" Target="/ppt/media/image5.png" Id="Rfa0ebbda2a8546ab" /><Relationship Type="http://schemas.openxmlformats.org/officeDocument/2006/relationships/notesSlide" Target="/ppt/notesSlides/notesSlide4.xml" Id="R199fec2cf1a1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872d9adb4d69" /><Relationship Type="http://schemas.openxmlformats.org/officeDocument/2006/relationships/image" Target="/ppt/media/image6.png" Id="R9a6cc71a322e434f" /><Relationship Type="http://schemas.openxmlformats.org/officeDocument/2006/relationships/notesSlide" Target="/ppt/notesSlides/notesSlide5.xml" Id="Rfb5bf85be95546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0bc2bb34c4b62" /><Relationship Type="http://schemas.openxmlformats.org/officeDocument/2006/relationships/image" Target="/ppt/media/image7.png" Id="R6f7abd317e044cab" /><Relationship Type="http://schemas.openxmlformats.org/officeDocument/2006/relationships/notesSlide" Target="/ppt/notesSlides/notesSlide6.xml" Id="R6eb977f3372648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f1a5735744b67" /><Relationship Type="http://schemas.openxmlformats.org/officeDocument/2006/relationships/image" Target="/ppt/media/image8.png" Id="Rd618bc523993429a" /><Relationship Type="http://schemas.openxmlformats.org/officeDocument/2006/relationships/notesSlide" Target="/ppt/notesSlides/notesSlide7.xml" Id="Rc4da28325f3944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1a12e33fd498f" /><Relationship Type="http://schemas.openxmlformats.org/officeDocument/2006/relationships/image" Target="/ppt/media/image9.png" Id="Rc03bad59ed1f4e6d" /><Relationship Type="http://schemas.openxmlformats.org/officeDocument/2006/relationships/notesSlide" Target="/ppt/notesSlides/notesSlide8.xml" Id="R7c4fa87c428143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44c6c56a84e12" /><Relationship Type="http://schemas.openxmlformats.org/officeDocument/2006/relationships/image" Target="/ppt/media/image10.png" Id="R7837001784084e0f" /><Relationship Type="http://schemas.openxmlformats.org/officeDocument/2006/relationships/notesSlide" Target="/ppt/notesSlides/notesSlide9.xml" Id="Ref982a2ff82644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338595f54719" /><Relationship Type="http://schemas.openxmlformats.org/officeDocument/2006/relationships/image" Target="/ppt/media/image11.png" Id="R545b0f801d524128" /><Relationship Type="http://schemas.openxmlformats.org/officeDocument/2006/relationships/notesSlide" Target="/ppt/notesSlides/notesSlide10.xml" Id="Rd5f486e5b05040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14415beaa4d22" /><Relationship Type="http://schemas.openxmlformats.org/officeDocument/2006/relationships/image" Target="/ppt/media/image12.png" Id="R2cc22007cf744b0c" /><Relationship Type="http://schemas.openxmlformats.org/officeDocument/2006/relationships/notesSlide" Target="/ppt/notesSlides/notesSlide11.xml" Id="R74812b6e8330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142782f44475e" /><Relationship Type="http://schemas.openxmlformats.org/officeDocument/2006/relationships/image" Target="/ppt/media/image13.png" Id="R9a6b9f0bb2ea4b02" /><Relationship Type="http://schemas.openxmlformats.org/officeDocument/2006/relationships/notesSlide" Target="/ppt/notesSlides/notesSlide12.xml" Id="Ra86a5e4664a449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96fb7aa20734aa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8f6e2d52e42ea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530455e294cc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b9111adfe468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ebbda2a8546a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cc71a322e434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abd317e044ca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8bc523993429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bad59ed1f4e6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7001784084e0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b0f801d52412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22007cf744b0c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b9f0bb2ea4b0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2026-08-24T09:09:11.1610000Z</dcterms:created>
  <dcterms:modified xsi:type="dcterms:W3CDTF">2026-08-24T09:09:11.1610000Z</dcterms:modified>
</coreProperties>
</file>