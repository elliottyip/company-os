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bae6b8c10344b4" /><Relationship Type="http://schemas.openxmlformats.org/officeDocument/2006/relationships/extended-properties" Target="/docProps/app.xml" Id="R7fc74bd278254c6c" /><Relationship Type="http://schemas.openxmlformats.org/officeDocument/2006/relationships/officeDocument" Target="/ppt/presentation.xml" Id="R3572049928c14a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f21e405ee04840"/>
  </p:sldMasterIdLst>
  <p:notesMasterIdLst>
    <p:notesMasterId xmlns:r="http://schemas.openxmlformats.org/officeDocument/2006/relationships" r:id="R1c365725ac014230"/>
  </p:notesMasterIdLst>
  <p:sldIdLst>
    <p:sldId xmlns:r="http://schemas.openxmlformats.org/officeDocument/2006/relationships" id="256" r:id="Re24cb906981a47b1"/>
    <p:sldId xmlns:r="http://schemas.openxmlformats.org/officeDocument/2006/relationships" id="257" r:id="Rdde3860293b3403c"/>
    <p:sldId xmlns:r="http://schemas.openxmlformats.org/officeDocument/2006/relationships" id="258" r:id="R78701ce724a14150"/>
    <p:sldId xmlns:r="http://schemas.openxmlformats.org/officeDocument/2006/relationships" id="259" r:id="R1b1b8aff10ee4fd3"/>
    <p:sldId xmlns:r="http://schemas.openxmlformats.org/officeDocument/2006/relationships" id="260" r:id="R510688e81ef34cae"/>
    <p:sldId xmlns:r="http://schemas.openxmlformats.org/officeDocument/2006/relationships" id="261" r:id="Rd00b7be00ea94d43"/>
    <p:sldId xmlns:r="http://schemas.openxmlformats.org/officeDocument/2006/relationships" id="262" r:id="Rabb8a68180904dad"/>
    <p:sldId xmlns:r="http://schemas.openxmlformats.org/officeDocument/2006/relationships" id="263" r:id="Ra9d8dba7fc4140d3"/>
    <p:sldId xmlns:r="http://schemas.openxmlformats.org/officeDocument/2006/relationships" id="264" r:id="R004062ec656d49b6"/>
    <p:sldId xmlns:r="http://schemas.openxmlformats.org/officeDocument/2006/relationships" id="265" r:id="Rc7d6b09ae3cb4e98"/>
    <p:sldId xmlns:r="http://schemas.openxmlformats.org/officeDocument/2006/relationships" id="266" r:id="Rcb0dd2c878544453"/>
    <p:sldId xmlns:r="http://schemas.openxmlformats.org/officeDocument/2006/relationships" id="267" r:id="R20a5089e0a3c4112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1837ee37e84cfb" /><Relationship Type="http://schemas.openxmlformats.org/officeDocument/2006/relationships/slideMaster" Target="/ppt/slideMasters/slideMaster1.xml" Id="R85f21e405ee04840" /><Relationship Type="http://schemas.openxmlformats.org/officeDocument/2006/relationships/notesMaster" Target="/ppt/notesMasters/notesMaster1.xml" Id="R1c365725ac014230" /><Relationship Type="http://schemas.openxmlformats.org/officeDocument/2006/relationships/presProps" Target="/ppt/presProps.xml" Id="Rb251f11a497747d1" /><Relationship Type="http://schemas.openxmlformats.org/officeDocument/2006/relationships/tableStyles" Target="/ppt/tableStyles.xml" Id="Rf1913c756e71401d" /><Relationship Type="http://schemas.openxmlformats.org/officeDocument/2006/relationships/slide" Target="/ppt/slides/slide1.xml" Id="Re24cb906981a47b1" /><Relationship Type="http://schemas.openxmlformats.org/officeDocument/2006/relationships/slide" Target="/ppt/slides/slide2.xml" Id="Rdde3860293b3403c" /><Relationship Type="http://schemas.openxmlformats.org/officeDocument/2006/relationships/slide" Target="/ppt/slides/slide3.xml" Id="R78701ce724a14150" /><Relationship Type="http://schemas.openxmlformats.org/officeDocument/2006/relationships/slide" Target="/ppt/slides/slide4.xml" Id="R1b1b8aff10ee4fd3" /><Relationship Type="http://schemas.openxmlformats.org/officeDocument/2006/relationships/slide" Target="/ppt/slides/slide5.xml" Id="R510688e81ef34cae" /><Relationship Type="http://schemas.openxmlformats.org/officeDocument/2006/relationships/slide" Target="/ppt/slides/slide6.xml" Id="Rd00b7be00ea94d43" /><Relationship Type="http://schemas.openxmlformats.org/officeDocument/2006/relationships/slide" Target="/ppt/slides/slide7.xml" Id="Rabb8a68180904dad" /><Relationship Type="http://schemas.openxmlformats.org/officeDocument/2006/relationships/slide" Target="/ppt/slides/slide8.xml" Id="Ra9d8dba7fc4140d3" /><Relationship Type="http://schemas.openxmlformats.org/officeDocument/2006/relationships/slide" Target="/ppt/slides/slide9.xml" Id="R004062ec656d49b6" /><Relationship Type="http://schemas.openxmlformats.org/officeDocument/2006/relationships/slide" Target="/ppt/slides/slide10.xml" Id="Rc7d6b09ae3cb4e98" /><Relationship Type="http://schemas.openxmlformats.org/officeDocument/2006/relationships/slide" Target="/ppt/slides/slide11.xml" Id="Rcb0dd2c878544453" /><Relationship Type="http://schemas.openxmlformats.org/officeDocument/2006/relationships/slide" Target="/ppt/slides/slide12.xml" Id="R20a5089e0a3c41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1da34b70bd46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fc2e78fbcc4a34" /><Relationship Type="http://schemas.openxmlformats.org/officeDocument/2006/relationships/notesMaster" Target="/ppt/notesMasters/notesMaster1.xml" Id="Rb3a6d96fe1e94b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5926ca0f744b5f" /><Relationship Type="http://schemas.openxmlformats.org/officeDocument/2006/relationships/notesMaster" Target="/ppt/notesMasters/notesMaster1.xml" Id="R30f660d84e1b45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1a1a1dceee4330" /><Relationship Type="http://schemas.openxmlformats.org/officeDocument/2006/relationships/notesMaster" Target="/ppt/notesMasters/notesMaster1.xml" Id="R076f3bc5ab194a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4395be45004759" /><Relationship Type="http://schemas.openxmlformats.org/officeDocument/2006/relationships/notesMaster" Target="/ppt/notesMasters/notesMaster1.xml" Id="R23aabb6d226343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ab1f14478e4e9a" /><Relationship Type="http://schemas.openxmlformats.org/officeDocument/2006/relationships/notesMaster" Target="/ppt/notesMasters/notesMaster1.xml" Id="R4303d8c15fb444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dfdb1648404458" /><Relationship Type="http://schemas.openxmlformats.org/officeDocument/2006/relationships/notesMaster" Target="/ppt/notesMasters/notesMaster1.xml" Id="R39e81378904a4f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52f32ac9d94914" /><Relationship Type="http://schemas.openxmlformats.org/officeDocument/2006/relationships/notesMaster" Target="/ppt/notesMasters/notesMaster1.xml" Id="Rc0793565b7e242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8df4ac758d409b" /><Relationship Type="http://schemas.openxmlformats.org/officeDocument/2006/relationships/notesMaster" Target="/ppt/notesMasters/notesMaster1.xml" Id="R77d2e154e6cc46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7dd8adea1549a9" /><Relationship Type="http://schemas.openxmlformats.org/officeDocument/2006/relationships/notesMaster" Target="/ppt/notesMasters/notesMaster1.xml" Id="Rde22cd1665f645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d61c86db6d4086" /><Relationship Type="http://schemas.openxmlformats.org/officeDocument/2006/relationships/notesMaster" Target="/ppt/notesMasters/notesMaster1.xml" Id="R10bb4bc8f0a442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484a92530f48a0" /><Relationship Type="http://schemas.openxmlformats.org/officeDocument/2006/relationships/notesMaster" Target="/ppt/notesMasters/notesMaster1.xml" Id="R218fd8668bb447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68211df53049ca" /><Relationship Type="http://schemas.openxmlformats.org/officeDocument/2006/relationships/notesMaster" Target="/ppt/notesMasters/notesMaster1.xml" Id="Reaa4deeb225c4d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dbfba570241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40190eae824b4f" /><Relationship Type="http://schemas.openxmlformats.org/officeDocument/2006/relationships/slideLayout" Target="/ppt/slideLayouts/slideLayout1.xml" Id="R0afc9ad9b04049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fc9ad9b04049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3c64984324764" /><Relationship Type="http://schemas.openxmlformats.org/officeDocument/2006/relationships/image" Target="/ppt/media/image.png" Id="Rd494ae30078b439b" /><Relationship Type="http://schemas.openxmlformats.org/officeDocument/2006/relationships/image" Target="/ppt/media/image2.png" Id="R2487b2da7980437c" /><Relationship Type="http://schemas.openxmlformats.org/officeDocument/2006/relationships/notesSlide" Target="/ppt/notesSlides/notesSlide1.xml" Id="R56c458c44aa245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19d8a77094f1b" /><Relationship Type="http://schemas.openxmlformats.org/officeDocument/2006/relationships/notesSlide" Target="/ppt/notesSlides/notesSlide2.xml" Id="R3a473c66a3634a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a837a0f494b92" /><Relationship Type="http://schemas.openxmlformats.org/officeDocument/2006/relationships/notesSlide" Target="/ppt/notesSlides/notesSlide3.xml" Id="Rb4c6c4d8a8ea45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7b90ca608424e" /><Relationship Type="http://schemas.openxmlformats.org/officeDocument/2006/relationships/notesSlide" Target="/ppt/notesSlides/notesSlide4.xml" Id="R986630a0423d4e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3916c02824f33" /><Relationship Type="http://schemas.openxmlformats.org/officeDocument/2006/relationships/notesSlide" Target="/ppt/notesSlides/notesSlide5.xml" Id="R0edc60db96f94d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13ed1aabc43cf" /><Relationship Type="http://schemas.openxmlformats.org/officeDocument/2006/relationships/notesSlide" Target="/ppt/notesSlides/notesSlide6.xml" Id="Rd635ef3ac34c4d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336f9d6ff4b88" /><Relationship Type="http://schemas.openxmlformats.org/officeDocument/2006/relationships/notesSlide" Target="/ppt/notesSlides/notesSlide7.xml" Id="Rcbbcfb58464a4d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d64361ff2404d" /><Relationship Type="http://schemas.openxmlformats.org/officeDocument/2006/relationships/notesSlide" Target="/ppt/notesSlides/notesSlide8.xml" Id="Rbbd44141995043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1048455a74179" /><Relationship Type="http://schemas.openxmlformats.org/officeDocument/2006/relationships/notesSlide" Target="/ppt/notesSlides/notesSlide9.xml" Id="R3270a7bd62a049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05c85a384439b" /><Relationship Type="http://schemas.openxmlformats.org/officeDocument/2006/relationships/notesSlide" Target="/ppt/notesSlides/notesSlide10.xml" Id="Rdbc6f31fbfd541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77d6f0c074dec" /><Relationship Type="http://schemas.openxmlformats.org/officeDocument/2006/relationships/notesSlide" Target="/ppt/notesSlides/notesSlide11.xml" Id="R51a0d87c48c745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6b7a85bcc4de9" /><Relationship Type="http://schemas.openxmlformats.org/officeDocument/2006/relationships/notesSlide" Target="/ppt/notesSlides/notesSlide12.xml" Id="Rf3607275e45942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494ae30078b439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7b2da7980437c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2026-08-25T00:56:01.1460000Z</dcterms:created>
  <dcterms:modified xsi:type="dcterms:W3CDTF">2026-08-25T00:56:01.1460000Z</dcterms:modified>
</coreProperties>
</file>