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864d31f75c41c4" /><Relationship Type="http://schemas.openxmlformats.org/officeDocument/2006/relationships/extended-properties" Target="/docProps/app.xml" Id="Ra37f811402c248b5" /><Relationship Type="http://schemas.openxmlformats.org/officeDocument/2006/relationships/officeDocument" Target="/ppt/presentation.xml" Id="R8a06428c0448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719e58b0c4c72"/>
  </p:sldMasterIdLst>
  <p:notesMasterIdLst>
    <p:notesMasterId xmlns:r="http://schemas.openxmlformats.org/officeDocument/2006/relationships" r:id="R5a1dafd9131b48d0"/>
  </p:notesMasterIdLst>
  <p:sldIdLst>
    <p:sldId xmlns:r="http://schemas.openxmlformats.org/officeDocument/2006/relationships" id="256" r:id="R8e9b2dd4732649cc"/>
    <p:sldId xmlns:r="http://schemas.openxmlformats.org/officeDocument/2006/relationships" id="257" r:id="R2c7d298d348f4b50"/>
    <p:sldId xmlns:r="http://schemas.openxmlformats.org/officeDocument/2006/relationships" id="258" r:id="Rda3999bade3b4675"/>
    <p:sldId xmlns:r="http://schemas.openxmlformats.org/officeDocument/2006/relationships" id="259" r:id="R0ade7c40f77f4df9"/>
    <p:sldId xmlns:r="http://schemas.openxmlformats.org/officeDocument/2006/relationships" id="260" r:id="Rba7a4e10e4244b30"/>
    <p:sldId xmlns:r="http://schemas.openxmlformats.org/officeDocument/2006/relationships" id="261" r:id="Rcc4b75fea6cd4eeb"/>
    <p:sldId xmlns:r="http://schemas.openxmlformats.org/officeDocument/2006/relationships" id="262" r:id="R39d0aed4a3cf463b"/>
    <p:sldId xmlns:r="http://schemas.openxmlformats.org/officeDocument/2006/relationships" id="263" r:id="R877633fd7307467a"/>
    <p:sldId xmlns:r="http://schemas.openxmlformats.org/officeDocument/2006/relationships" id="264" r:id="Rd501637a4df34ea5"/>
    <p:sldId xmlns:r="http://schemas.openxmlformats.org/officeDocument/2006/relationships" id="265" r:id="Rf3e347c665ca4041"/>
    <p:sldId xmlns:r="http://schemas.openxmlformats.org/officeDocument/2006/relationships" id="266" r:id="Rf62c4dfbbbdd4657"/>
    <p:sldId xmlns:r="http://schemas.openxmlformats.org/officeDocument/2006/relationships" id="267" r:id="R74bd93eaad3b4346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073fed58845cb" /><Relationship Type="http://schemas.openxmlformats.org/officeDocument/2006/relationships/slideMaster" Target="/ppt/slideMasters/slideMaster1.xml" Id="Rde9719e58b0c4c72" /><Relationship Type="http://schemas.openxmlformats.org/officeDocument/2006/relationships/notesMaster" Target="/ppt/notesMasters/notesMaster1.xml" Id="R5a1dafd9131b48d0" /><Relationship Type="http://schemas.openxmlformats.org/officeDocument/2006/relationships/presProps" Target="/ppt/presProps.xml" Id="Rc0b5e2cffd144578" /><Relationship Type="http://schemas.openxmlformats.org/officeDocument/2006/relationships/tableStyles" Target="/ppt/tableStyles.xml" Id="R4e03b2f6a25a4f30" /><Relationship Type="http://schemas.openxmlformats.org/officeDocument/2006/relationships/slide" Target="/ppt/slides/slide1.xml" Id="R8e9b2dd4732649cc" /><Relationship Type="http://schemas.openxmlformats.org/officeDocument/2006/relationships/slide" Target="/ppt/slides/slide2.xml" Id="R2c7d298d348f4b50" /><Relationship Type="http://schemas.openxmlformats.org/officeDocument/2006/relationships/slide" Target="/ppt/slides/slide3.xml" Id="Rda3999bade3b4675" /><Relationship Type="http://schemas.openxmlformats.org/officeDocument/2006/relationships/slide" Target="/ppt/slides/slide4.xml" Id="R0ade7c40f77f4df9" /><Relationship Type="http://schemas.openxmlformats.org/officeDocument/2006/relationships/slide" Target="/ppt/slides/slide5.xml" Id="Rba7a4e10e4244b30" /><Relationship Type="http://schemas.openxmlformats.org/officeDocument/2006/relationships/slide" Target="/ppt/slides/slide6.xml" Id="Rcc4b75fea6cd4eeb" /><Relationship Type="http://schemas.openxmlformats.org/officeDocument/2006/relationships/slide" Target="/ppt/slides/slide7.xml" Id="R39d0aed4a3cf463b" /><Relationship Type="http://schemas.openxmlformats.org/officeDocument/2006/relationships/slide" Target="/ppt/slides/slide8.xml" Id="R877633fd7307467a" /><Relationship Type="http://schemas.openxmlformats.org/officeDocument/2006/relationships/slide" Target="/ppt/slides/slide9.xml" Id="Rd501637a4df34ea5" /><Relationship Type="http://schemas.openxmlformats.org/officeDocument/2006/relationships/slide" Target="/ppt/slides/slide10.xml" Id="Rf3e347c665ca4041" /><Relationship Type="http://schemas.openxmlformats.org/officeDocument/2006/relationships/slide" Target="/ppt/slides/slide11.xml" Id="Rf62c4dfbbbdd4657" /><Relationship Type="http://schemas.openxmlformats.org/officeDocument/2006/relationships/slide" Target="/ppt/slides/slide12.xml" Id="R74bd93eaad3b43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6718979a2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64c6931ed4efb" /><Relationship Type="http://schemas.openxmlformats.org/officeDocument/2006/relationships/notesMaster" Target="/ppt/notesMasters/notesMaster1.xml" Id="Rfaa4b799edc7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213dbdf714802" /><Relationship Type="http://schemas.openxmlformats.org/officeDocument/2006/relationships/notesMaster" Target="/ppt/notesMasters/notesMaster1.xml" Id="Rd3c6e09360f641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5666f403f40d0" /><Relationship Type="http://schemas.openxmlformats.org/officeDocument/2006/relationships/notesMaster" Target="/ppt/notesMasters/notesMaster1.xml" Id="R5244887b6de7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3281a9527467b" /><Relationship Type="http://schemas.openxmlformats.org/officeDocument/2006/relationships/notesMaster" Target="/ppt/notesMasters/notesMaster1.xml" Id="Rf038c64bf690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a4772ff318430a" /><Relationship Type="http://schemas.openxmlformats.org/officeDocument/2006/relationships/notesMaster" Target="/ppt/notesMasters/notesMaster1.xml" Id="R963a0286a5324e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a8b3a038c401e" /><Relationship Type="http://schemas.openxmlformats.org/officeDocument/2006/relationships/notesMaster" Target="/ppt/notesMasters/notesMaster1.xml" Id="Rff918eb3c61d4c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1087e93d1240ab" /><Relationship Type="http://schemas.openxmlformats.org/officeDocument/2006/relationships/notesMaster" Target="/ppt/notesMasters/notesMaster1.xml" Id="R87b1e6240d5649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0ab1c570d4f7d" /><Relationship Type="http://schemas.openxmlformats.org/officeDocument/2006/relationships/notesMaster" Target="/ppt/notesMasters/notesMaster1.xml" Id="R2b0639706534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4c3aaa20de4396" /><Relationship Type="http://schemas.openxmlformats.org/officeDocument/2006/relationships/notesMaster" Target="/ppt/notesMasters/notesMaster1.xml" Id="R495b716be22747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468abccde14e3d" /><Relationship Type="http://schemas.openxmlformats.org/officeDocument/2006/relationships/notesMaster" Target="/ppt/notesMasters/notesMaster1.xml" Id="Rddba8a86a8014b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e918a6f2f340b5" /><Relationship Type="http://schemas.openxmlformats.org/officeDocument/2006/relationships/notesMaster" Target="/ppt/notesMasters/notesMaster1.xml" Id="R0efa29ea33634a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05a20a37014325" /><Relationship Type="http://schemas.openxmlformats.org/officeDocument/2006/relationships/notesMaster" Target="/ppt/notesMasters/notesMaster1.xml" Id="R5d116d27f0f8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362ab4561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d251954f34904" /><Relationship Type="http://schemas.openxmlformats.org/officeDocument/2006/relationships/slideLayout" Target="/ppt/slideLayouts/slideLayout1.xml" Id="Rcf167167e34b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67167e34b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75326850a41a6" /><Relationship Type="http://schemas.openxmlformats.org/officeDocument/2006/relationships/image" Target="/ppt/media/image.png" Id="R17ad366c02fc4512" /><Relationship Type="http://schemas.openxmlformats.org/officeDocument/2006/relationships/image" Target="/ppt/media/image2.png" Id="Rcd82e0ab5cdf4b6a" /><Relationship Type="http://schemas.openxmlformats.org/officeDocument/2006/relationships/notesSlide" Target="/ppt/notesSlides/notesSlide1.xml" Id="Rc07a2872d9df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0b024ff64dfa" /><Relationship Type="http://schemas.openxmlformats.org/officeDocument/2006/relationships/notesSlide" Target="/ppt/notesSlides/notesSlide2.xml" Id="Rc3f969e940f5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d4d0202e44fa" /><Relationship Type="http://schemas.openxmlformats.org/officeDocument/2006/relationships/notesSlide" Target="/ppt/notesSlides/notesSlide3.xml" Id="Rbe7fb8d44588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78c1f41a7422d" /><Relationship Type="http://schemas.openxmlformats.org/officeDocument/2006/relationships/notesSlide" Target="/ppt/notesSlides/notesSlide4.xml" Id="R728e62a3562f48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d968dc7404565" /><Relationship Type="http://schemas.openxmlformats.org/officeDocument/2006/relationships/notesSlide" Target="/ppt/notesSlides/notesSlide5.xml" Id="Re2356ccf844b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b9e1716904e28" /><Relationship Type="http://schemas.openxmlformats.org/officeDocument/2006/relationships/notesSlide" Target="/ppt/notesSlides/notesSlide6.xml" Id="Rcc420a6b946a4d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1d1317df24d4a" /><Relationship Type="http://schemas.openxmlformats.org/officeDocument/2006/relationships/notesSlide" Target="/ppt/notesSlides/notesSlide7.xml" Id="Reb8b2cf820624e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2251d5a2e4234" /><Relationship Type="http://schemas.openxmlformats.org/officeDocument/2006/relationships/notesSlide" Target="/ppt/notesSlides/notesSlide8.xml" Id="R40ab77b2df9e4a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5bb03484b410e" /><Relationship Type="http://schemas.openxmlformats.org/officeDocument/2006/relationships/notesSlide" Target="/ppt/notesSlides/notesSlide9.xml" Id="R9468a5549e3f4a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3fc81b619475b" /><Relationship Type="http://schemas.openxmlformats.org/officeDocument/2006/relationships/notesSlide" Target="/ppt/notesSlides/notesSlide10.xml" Id="Rdbf0f88932cf4d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af449304345c2" /><Relationship Type="http://schemas.openxmlformats.org/officeDocument/2006/relationships/notesSlide" Target="/ppt/notesSlides/notesSlide11.xml" Id="R7ea8e6531ed84a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f10142e34c66" /><Relationship Type="http://schemas.openxmlformats.org/officeDocument/2006/relationships/notesSlide" Target="/ppt/notesSlides/notesSlide12.xml" Id="R235b683716b6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ad366c02fc451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2e0ab5cdf4b6a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2026-08-25T00:55:59.0460000Z</dcterms:created>
  <dcterms:modified xsi:type="dcterms:W3CDTF">2026-08-25T00:55:59.0460000Z</dcterms:modified>
</coreProperties>
</file>