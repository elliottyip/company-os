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fef068f4674037" /><Relationship Type="http://schemas.openxmlformats.org/officeDocument/2006/relationships/extended-properties" Target="/docProps/app.xml" Id="Rca307ca0d04a404a" /><Relationship Type="http://schemas.openxmlformats.org/officeDocument/2006/relationships/officeDocument" Target="/ppt/presentation.xml" Id="R7846bf76254f4c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cc0cfe185b4a91"/>
  </p:sldMasterIdLst>
  <p:notesMasterIdLst>
    <p:notesMasterId xmlns:r="http://schemas.openxmlformats.org/officeDocument/2006/relationships" r:id="R24aeb293f4fb4e4e"/>
  </p:notesMasterIdLst>
  <p:sldIdLst>
    <p:sldId xmlns:r="http://schemas.openxmlformats.org/officeDocument/2006/relationships" id="256" r:id="Rd8a29c8d9f2941b5"/>
    <p:sldId xmlns:r="http://schemas.openxmlformats.org/officeDocument/2006/relationships" id="257" r:id="Re3d9c3cf2a114955"/>
    <p:sldId xmlns:r="http://schemas.openxmlformats.org/officeDocument/2006/relationships" id="258" r:id="R6ba57889c60a40e4"/>
    <p:sldId xmlns:r="http://schemas.openxmlformats.org/officeDocument/2006/relationships" id="259" r:id="Reba88b91f5dd4dca"/>
    <p:sldId xmlns:r="http://schemas.openxmlformats.org/officeDocument/2006/relationships" id="260" r:id="R97f49ba0f8c74d63"/>
    <p:sldId xmlns:r="http://schemas.openxmlformats.org/officeDocument/2006/relationships" id="261" r:id="R7221e79704f649fc"/>
    <p:sldId xmlns:r="http://schemas.openxmlformats.org/officeDocument/2006/relationships" id="262" r:id="Rb8d9af0b772f48c6"/>
    <p:sldId xmlns:r="http://schemas.openxmlformats.org/officeDocument/2006/relationships" id="263" r:id="Re336dc3ae5cb4da4"/>
    <p:sldId xmlns:r="http://schemas.openxmlformats.org/officeDocument/2006/relationships" id="264" r:id="R337508a24e9644e8"/>
    <p:sldId xmlns:r="http://schemas.openxmlformats.org/officeDocument/2006/relationships" id="265" r:id="R989cac91a46847fe"/>
    <p:sldId xmlns:r="http://schemas.openxmlformats.org/officeDocument/2006/relationships" id="266" r:id="Re10cdcd60c1f4306"/>
    <p:sldId xmlns:r="http://schemas.openxmlformats.org/officeDocument/2006/relationships" id="267" r:id="R7f5808bc295c47a4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64bb0d5f9c4530" /><Relationship Type="http://schemas.openxmlformats.org/officeDocument/2006/relationships/slideMaster" Target="/ppt/slideMasters/slideMaster1.xml" Id="Reecc0cfe185b4a91" /><Relationship Type="http://schemas.openxmlformats.org/officeDocument/2006/relationships/notesMaster" Target="/ppt/notesMasters/notesMaster1.xml" Id="R24aeb293f4fb4e4e" /><Relationship Type="http://schemas.openxmlformats.org/officeDocument/2006/relationships/presProps" Target="/ppt/presProps.xml" Id="R1f46be94d24f4332" /><Relationship Type="http://schemas.openxmlformats.org/officeDocument/2006/relationships/tableStyles" Target="/ppt/tableStyles.xml" Id="Re599511ee73a4a60" /><Relationship Type="http://schemas.openxmlformats.org/officeDocument/2006/relationships/slide" Target="/ppt/slides/slide1.xml" Id="Rd8a29c8d9f2941b5" /><Relationship Type="http://schemas.openxmlformats.org/officeDocument/2006/relationships/slide" Target="/ppt/slides/slide2.xml" Id="Re3d9c3cf2a114955" /><Relationship Type="http://schemas.openxmlformats.org/officeDocument/2006/relationships/slide" Target="/ppt/slides/slide3.xml" Id="R6ba57889c60a40e4" /><Relationship Type="http://schemas.openxmlformats.org/officeDocument/2006/relationships/slide" Target="/ppt/slides/slide4.xml" Id="Reba88b91f5dd4dca" /><Relationship Type="http://schemas.openxmlformats.org/officeDocument/2006/relationships/slide" Target="/ppt/slides/slide5.xml" Id="R97f49ba0f8c74d63" /><Relationship Type="http://schemas.openxmlformats.org/officeDocument/2006/relationships/slide" Target="/ppt/slides/slide6.xml" Id="R7221e79704f649fc" /><Relationship Type="http://schemas.openxmlformats.org/officeDocument/2006/relationships/slide" Target="/ppt/slides/slide7.xml" Id="Rb8d9af0b772f48c6" /><Relationship Type="http://schemas.openxmlformats.org/officeDocument/2006/relationships/slide" Target="/ppt/slides/slide8.xml" Id="Re336dc3ae5cb4da4" /><Relationship Type="http://schemas.openxmlformats.org/officeDocument/2006/relationships/slide" Target="/ppt/slides/slide9.xml" Id="R337508a24e9644e8" /><Relationship Type="http://schemas.openxmlformats.org/officeDocument/2006/relationships/slide" Target="/ppt/slides/slide10.xml" Id="R989cac91a46847fe" /><Relationship Type="http://schemas.openxmlformats.org/officeDocument/2006/relationships/slide" Target="/ppt/slides/slide11.xml" Id="Re10cdcd60c1f4306" /><Relationship Type="http://schemas.openxmlformats.org/officeDocument/2006/relationships/slide" Target="/ppt/slides/slide12.xml" Id="R7f5808bc295c47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065d9029d041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2bbe656ed14ef8" /><Relationship Type="http://schemas.openxmlformats.org/officeDocument/2006/relationships/notesMaster" Target="/ppt/notesMasters/notesMaster1.xml" Id="R4e6ae5c1b6ca41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08a7b87ca14033" /><Relationship Type="http://schemas.openxmlformats.org/officeDocument/2006/relationships/notesMaster" Target="/ppt/notesMasters/notesMaster1.xml" Id="R2183f235c8fb41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89bb76c2a74dfd" /><Relationship Type="http://schemas.openxmlformats.org/officeDocument/2006/relationships/notesMaster" Target="/ppt/notesMasters/notesMaster1.xml" Id="Recd07758603142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6e367011724e03" /><Relationship Type="http://schemas.openxmlformats.org/officeDocument/2006/relationships/notesMaster" Target="/ppt/notesMasters/notesMaster1.xml" Id="Rb983c6c2f75446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983b84046941ca" /><Relationship Type="http://schemas.openxmlformats.org/officeDocument/2006/relationships/notesMaster" Target="/ppt/notesMasters/notesMaster1.xml" Id="R4b8cda90076f48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a42b67b870465a" /><Relationship Type="http://schemas.openxmlformats.org/officeDocument/2006/relationships/notesMaster" Target="/ppt/notesMasters/notesMaster1.xml" Id="R19e463b8834a4a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a5a72c482b4589" /><Relationship Type="http://schemas.openxmlformats.org/officeDocument/2006/relationships/notesMaster" Target="/ppt/notesMasters/notesMaster1.xml" Id="R0452766cb5bb43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c52cd884f44dbf" /><Relationship Type="http://schemas.openxmlformats.org/officeDocument/2006/relationships/notesMaster" Target="/ppt/notesMasters/notesMaster1.xml" Id="Reb7a0eb6c4274b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d2c1c0919045c2" /><Relationship Type="http://schemas.openxmlformats.org/officeDocument/2006/relationships/notesMaster" Target="/ppt/notesMasters/notesMaster1.xml" Id="Raf18d60c6cd54a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2a5f9c2c8f4727" /><Relationship Type="http://schemas.openxmlformats.org/officeDocument/2006/relationships/notesMaster" Target="/ppt/notesMasters/notesMaster1.xml" Id="R1e31671794b24f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537771573a4887" /><Relationship Type="http://schemas.openxmlformats.org/officeDocument/2006/relationships/notesMaster" Target="/ppt/notesMasters/notesMaster1.xml" Id="R3b47b2120a4042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a3088f489d45db" /><Relationship Type="http://schemas.openxmlformats.org/officeDocument/2006/relationships/notesMaster" Target="/ppt/notesMasters/notesMaster1.xml" Id="R26fd535448f749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bb07c0f7d4e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17a36b5b8b4669" /><Relationship Type="http://schemas.openxmlformats.org/officeDocument/2006/relationships/slideLayout" Target="/ppt/slideLayouts/slideLayout1.xml" Id="R48440fca7c974d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440fca7c974d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bee2253314e20" /><Relationship Type="http://schemas.openxmlformats.org/officeDocument/2006/relationships/image" Target="/ppt/media/image.png" Id="R2790b06c440143aa" /><Relationship Type="http://schemas.openxmlformats.org/officeDocument/2006/relationships/image" Target="/ppt/media/image2.png" Id="R44fe191a7864457a" /><Relationship Type="http://schemas.openxmlformats.org/officeDocument/2006/relationships/notesSlide" Target="/ppt/notesSlides/notesSlide1.xml" Id="R10c0769b5c0444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707f6d5f743cc" /><Relationship Type="http://schemas.openxmlformats.org/officeDocument/2006/relationships/notesSlide" Target="/ppt/notesSlides/notesSlide2.xml" Id="Raa17e1f326864e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a3ef128a24bb1" /><Relationship Type="http://schemas.openxmlformats.org/officeDocument/2006/relationships/notesSlide" Target="/ppt/notesSlides/notesSlide3.xml" Id="Rb31128123ab945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14cfb94e44eb1" /><Relationship Type="http://schemas.openxmlformats.org/officeDocument/2006/relationships/notesSlide" Target="/ppt/notesSlides/notesSlide4.xml" Id="R6eb90020adf741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786a10f984f3a" /><Relationship Type="http://schemas.openxmlformats.org/officeDocument/2006/relationships/notesSlide" Target="/ppt/notesSlides/notesSlide5.xml" Id="R95503435d202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a9fd31f024065" /><Relationship Type="http://schemas.openxmlformats.org/officeDocument/2006/relationships/notesSlide" Target="/ppt/notesSlides/notesSlide6.xml" Id="Re2b5d40f35484b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ca1ffa7fc40bd" /><Relationship Type="http://schemas.openxmlformats.org/officeDocument/2006/relationships/notesSlide" Target="/ppt/notesSlides/notesSlide7.xml" Id="Re88548023cee4a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fb5bf214f47d7" /><Relationship Type="http://schemas.openxmlformats.org/officeDocument/2006/relationships/notesSlide" Target="/ppt/notesSlides/notesSlide8.xml" Id="R357a7b3faacd42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f0505cf48400c" /><Relationship Type="http://schemas.openxmlformats.org/officeDocument/2006/relationships/image" Target="/ppt/media/image3.png" Id="Re0c0e2cc63fa41aa" /><Relationship Type="http://schemas.openxmlformats.org/officeDocument/2006/relationships/image" Target="/ppt/media/image4.png" Id="R7354f8bbf43240e8" /><Relationship Type="http://schemas.openxmlformats.org/officeDocument/2006/relationships/image" Target="/ppt/media/image5.png" Id="R60d0b2efacaf41e1" /><Relationship Type="http://schemas.openxmlformats.org/officeDocument/2006/relationships/image" Target="/ppt/media/image6.png" Id="R81cae86b50544c16" /><Relationship Type="http://schemas.openxmlformats.org/officeDocument/2006/relationships/image" Target="/ppt/media/image7.png" Id="R31fceadab2a84ac5" /><Relationship Type="http://schemas.openxmlformats.org/officeDocument/2006/relationships/image" Target="/ppt/media/image8.png" Id="R102b130027c7432f" /><Relationship Type="http://schemas.openxmlformats.org/officeDocument/2006/relationships/notesSlide" Target="/ppt/notesSlides/notesSlide9.xml" Id="R25b11d33c86f4c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2cf698834456b" /><Relationship Type="http://schemas.openxmlformats.org/officeDocument/2006/relationships/notesSlide" Target="/ppt/notesSlides/notesSlide10.xml" Id="R2e22ca07c15544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541136f9e469e" /><Relationship Type="http://schemas.openxmlformats.org/officeDocument/2006/relationships/notesSlide" Target="/ppt/notesSlides/notesSlide11.xml" Id="R3a9d36d6f2f642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7e8a7731542da" /><Relationship Type="http://schemas.openxmlformats.org/officeDocument/2006/relationships/notesSlide" Target="/ppt/notesSlides/notesSlide12.xml" Id="R7bc8f8ed88ec4c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0b06c440143aa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e191a7864457a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以下是 FDE 已完成的两个项目：跨境电商商品上架、家具制造订单转生产。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0e2cc63fa41a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4f8bbf43240e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0b2efacaf41e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ae86b50544c1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1fceadab2a84ac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02b130027c7432f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2026-08-25T03:19:38.5230000Z</dcterms:created>
  <dcterms:modified xsi:type="dcterms:W3CDTF">2026-08-25T03:19:38.5230000Z</dcterms:modified>
</coreProperties>
</file>