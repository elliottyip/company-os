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dc57307d44473" /><Relationship Type="http://schemas.openxmlformats.org/officeDocument/2006/relationships/extended-properties" Target="/docProps/app.xml" Id="R85df8e5527ab4cd8" /><Relationship Type="http://schemas.openxmlformats.org/officeDocument/2006/relationships/officeDocument" Target="/ppt/presentation.xml" Id="R57bcb63f9a45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a8ee7a9fd409b"/>
  </p:sldMasterIdLst>
  <p:notesMasterIdLst>
    <p:notesMasterId xmlns:r="http://schemas.openxmlformats.org/officeDocument/2006/relationships" r:id="R52810ca608c54e85"/>
  </p:notesMasterIdLst>
  <p:sldIdLst>
    <p:sldId xmlns:r="http://schemas.openxmlformats.org/officeDocument/2006/relationships" id="256" r:id="R356e879526a646db"/>
    <p:sldId xmlns:r="http://schemas.openxmlformats.org/officeDocument/2006/relationships" id="257" r:id="Ree4d9abc304540f1"/>
    <p:sldId xmlns:r="http://schemas.openxmlformats.org/officeDocument/2006/relationships" id="258" r:id="Re83ad8997f9447aa"/>
    <p:sldId xmlns:r="http://schemas.openxmlformats.org/officeDocument/2006/relationships" id="259" r:id="R2f8f10cbe8c6474a"/>
    <p:sldId xmlns:r="http://schemas.openxmlformats.org/officeDocument/2006/relationships" id="260" r:id="Rcd096832e7bf4630"/>
    <p:sldId xmlns:r="http://schemas.openxmlformats.org/officeDocument/2006/relationships" id="261" r:id="Raac26a84795c481d"/>
    <p:sldId xmlns:r="http://schemas.openxmlformats.org/officeDocument/2006/relationships" id="262" r:id="R86a27659db294c69"/>
    <p:sldId xmlns:r="http://schemas.openxmlformats.org/officeDocument/2006/relationships" id="263" r:id="R8770dbe3567d4414"/>
    <p:sldId xmlns:r="http://schemas.openxmlformats.org/officeDocument/2006/relationships" id="264" r:id="Rc90b792edbe14214"/>
    <p:sldId xmlns:r="http://schemas.openxmlformats.org/officeDocument/2006/relationships" id="265" r:id="R4f402e96480c4537"/>
    <p:sldId xmlns:r="http://schemas.openxmlformats.org/officeDocument/2006/relationships" id="266" r:id="R58263acc093f4f75"/>
    <p:sldId xmlns:r="http://schemas.openxmlformats.org/officeDocument/2006/relationships" id="267" r:id="R62618216e3c548a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7f3322b0884fb6" /><Relationship Type="http://schemas.openxmlformats.org/officeDocument/2006/relationships/slideMaster" Target="/ppt/slideMasters/slideMaster1.xml" Id="R613a8ee7a9fd409b" /><Relationship Type="http://schemas.openxmlformats.org/officeDocument/2006/relationships/notesMaster" Target="/ppt/notesMasters/notesMaster1.xml" Id="R52810ca608c54e85" /><Relationship Type="http://schemas.openxmlformats.org/officeDocument/2006/relationships/presProps" Target="/ppt/presProps.xml" Id="R69be06b1ee0f4567" /><Relationship Type="http://schemas.openxmlformats.org/officeDocument/2006/relationships/tableStyles" Target="/ppt/tableStyles.xml" Id="R84e998422ffc47ef" /><Relationship Type="http://schemas.openxmlformats.org/officeDocument/2006/relationships/slide" Target="/ppt/slides/slide1.xml" Id="R356e879526a646db" /><Relationship Type="http://schemas.openxmlformats.org/officeDocument/2006/relationships/slide" Target="/ppt/slides/slide2.xml" Id="Ree4d9abc304540f1" /><Relationship Type="http://schemas.openxmlformats.org/officeDocument/2006/relationships/slide" Target="/ppt/slides/slide3.xml" Id="Re83ad8997f9447aa" /><Relationship Type="http://schemas.openxmlformats.org/officeDocument/2006/relationships/slide" Target="/ppt/slides/slide4.xml" Id="R2f8f10cbe8c6474a" /><Relationship Type="http://schemas.openxmlformats.org/officeDocument/2006/relationships/slide" Target="/ppt/slides/slide5.xml" Id="Rcd096832e7bf4630" /><Relationship Type="http://schemas.openxmlformats.org/officeDocument/2006/relationships/slide" Target="/ppt/slides/slide6.xml" Id="Raac26a84795c481d" /><Relationship Type="http://schemas.openxmlformats.org/officeDocument/2006/relationships/slide" Target="/ppt/slides/slide7.xml" Id="R86a27659db294c69" /><Relationship Type="http://schemas.openxmlformats.org/officeDocument/2006/relationships/slide" Target="/ppt/slides/slide8.xml" Id="R8770dbe3567d4414" /><Relationship Type="http://schemas.openxmlformats.org/officeDocument/2006/relationships/slide" Target="/ppt/slides/slide9.xml" Id="Rc90b792edbe14214" /><Relationship Type="http://schemas.openxmlformats.org/officeDocument/2006/relationships/slide" Target="/ppt/slides/slide10.xml" Id="R4f402e96480c4537" /><Relationship Type="http://schemas.openxmlformats.org/officeDocument/2006/relationships/slide" Target="/ppt/slides/slide11.xml" Id="R58263acc093f4f75" /><Relationship Type="http://schemas.openxmlformats.org/officeDocument/2006/relationships/slide" Target="/ppt/slides/slide12.xml" Id="R62618216e3c5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6021eb325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1a880158e64773" /><Relationship Type="http://schemas.openxmlformats.org/officeDocument/2006/relationships/notesMaster" Target="/ppt/notesMasters/notesMaster1.xml" Id="R480bde26e90a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e25aab08e44934" /><Relationship Type="http://schemas.openxmlformats.org/officeDocument/2006/relationships/notesMaster" Target="/ppt/notesMasters/notesMaster1.xml" Id="R23dd88b6670546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3e4731db448ce" /><Relationship Type="http://schemas.openxmlformats.org/officeDocument/2006/relationships/notesMaster" Target="/ppt/notesMasters/notesMaster1.xml" Id="Rae165fffc7b146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172d2ef7040be" /><Relationship Type="http://schemas.openxmlformats.org/officeDocument/2006/relationships/notesMaster" Target="/ppt/notesMasters/notesMaster1.xml" Id="Rc3cd9d4b098e41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1d7072328d421f" /><Relationship Type="http://schemas.openxmlformats.org/officeDocument/2006/relationships/notesMaster" Target="/ppt/notesMasters/notesMaster1.xml" Id="Rd8149aea42da4f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0a698ec974684" /><Relationship Type="http://schemas.openxmlformats.org/officeDocument/2006/relationships/notesMaster" Target="/ppt/notesMasters/notesMaster1.xml" Id="Rf57e2339b99c48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76fc1dc39439c" /><Relationship Type="http://schemas.openxmlformats.org/officeDocument/2006/relationships/notesMaster" Target="/ppt/notesMasters/notesMaster1.xml" Id="R6000637673f842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e127c503646b8" /><Relationship Type="http://schemas.openxmlformats.org/officeDocument/2006/relationships/notesMaster" Target="/ppt/notesMasters/notesMaster1.xml" Id="Rcaf11b01202746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25015ebcc24819" /><Relationship Type="http://schemas.openxmlformats.org/officeDocument/2006/relationships/notesMaster" Target="/ppt/notesMasters/notesMaster1.xml" Id="R1a0765a0fdc842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6bc9a3b63a4396" /><Relationship Type="http://schemas.openxmlformats.org/officeDocument/2006/relationships/notesMaster" Target="/ppt/notesMasters/notesMaster1.xml" Id="Red1baf0bf53148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893d1e115e423b" /><Relationship Type="http://schemas.openxmlformats.org/officeDocument/2006/relationships/notesMaster" Target="/ppt/notesMasters/notesMaster1.xml" Id="R2eaaebc397f840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4a669266a94c49" /><Relationship Type="http://schemas.openxmlformats.org/officeDocument/2006/relationships/notesMaster" Target="/ppt/notesMasters/notesMaster1.xml" Id="R2c844d3d4656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a2f14915e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7033396b8f4c22" /><Relationship Type="http://schemas.openxmlformats.org/officeDocument/2006/relationships/slideLayout" Target="/ppt/slideLayouts/slideLayout1.xml" Id="Rdd7edef126bf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edef126bf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6d4bf3ed94030" /><Relationship Type="http://schemas.openxmlformats.org/officeDocument/2006/relationships/image" Target="/ppt/media/image.png" Id="Ref28f490f217405f" /><Relationship Type="http://schemas.openxmlformats.org/officeDocument/2006/relationships/image" Target="/ppt/media/image2.png" Id="R0d72b76ccbe94644" /><Relationship Type="http://schemas.openxmlformats.org/officeDocument/2006/relationships/notesSlide" Target="/ppt/notesSlides/notesSlide1.xml" Id="Rdff1dc416aac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0b4eaac954edd" /><Relationship Type="http://schemas.openxmlformats.org/officeDocument/2006/relationships/notesSlide" Target="/ppt/notesSlides/notesSlide2.xml" Id="R9e18358278c7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ef23fe25e4944" /><Relationship Type="http://schemas.openxmlformats.org/officeDocument/2006/relationships/notesSlide" Target="/ppt/notesSlides/notesSlide3.xml" Id="R3de61652f83b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8395af84343c5" /><Relationship Type="http://schemas.openxmlformats.org/officeDocument/2006/relationships/notesSlide" Target="/ppt/notesSlides/notesSlide4.xml" Id="R991cf6cf0e83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09337ad3b4fcf" /><Relationship Type="http://schemas.openxmlformats.org/officeDocument/2006/relationships/notesSlide" Target="/ppt/notesSlides/notesSlide5.xml" Id="Rfd992b8a0955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3b272c55f46c0" /><Relationship Type="http://schemas.openxmlformats.org/officeDocument/2006/relationships/notesSlide" Target="/ppt/notesSlides/notesSlide6.xml" Id="Rf8d7ca16d9b443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a65fee9064623" /><Relationship Type="http://schemas.openxmlformats.org/officeDocument/2006/relationships/notesSlide" Target="/ppt/notesSlides/notesSlide7.xml" Id="Rcd6a186329e04c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6cf198e844b28" /><Relationship Type="http://schemas.openxmlformats.org/officeDocument/2006/relationships/notesSlide" Target="/ppt/notesSlides/notesSlide8.xml" Id="R47a1762785ef44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b9b885aa14a3c" /><Relationship Type="http://schemas.openxmlformats.org/officeDocument/2006/relationships/image" Target="/ppt/media/image3.png" Id="Rd26fc2f57ce546fb" /><Relationship Type="http://schemas.openxmlformats.org/officeDocument/2006/relationships/image" Target="/ppt/media/image4.png" Id="R36872f1d82bd4dd5" /><Relationship Type="http://schemas.openxmlformats.org/officeDocument/2006/relationships/image" Target="/ppt/media/image5.png" Id="R7dcd1e0a7c564ffe" /><Relationship Type="http://schemas.openxmlformats.org/officeDocument/2006/relationships/image" Target="/ppt/media/image6.png" Id="R10539e2fd08b465e" /><Relationship Type="http://schemas.openxmlformats.org/officeDocument/2006/relationships/notesSlide" Target="/ppt/notesSlides/notesSlide9.xml" Id="Rd0d3b20321c24e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0c0b255fc4e3f" /><Relationship Type="http://schemas.openxmlformats.org/officeDocument/2006/relationships/notesSlide" Target="/ppt/notesSlides/notesSlide10.xml" Id="R8453de0060c342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0363e59c4cd4" /><Relationship Type="http://schemas.openxmlformats.org/officeDocument/2006/relationships/notesSlide" Target="/ppt/notesSlides/notesSlide11.xml" Id="Rae85a9efbe7946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eed5232af4368" /><Relationship Type="http://schemas.openxmlformats.org/officeDocument/2006/relationships/notesSlide" Target="/ppt/notesSlides/notesSlide12.xml" Id="R7d609900ddab40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f28f490f217405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2b76ccbe94644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All four logos below are fictional identities used to illustrate anonymized case structure. They do not represent real client endorsements.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ANONYMIZED CASE BRANDS (ILLUSTRATIVE)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ILLUSTRATIVE MIX: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1 LARGE INTERNATIONAL ENTERPRISE | 3 MID-SIZED CHINESE COMPANIES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names and logos are fictional. They communicate the intended mix of one large international enterprise and three mid-sized Chinese companies; project details still require client approval and verifiable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ILLUSTRATIVE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2 | FURNITURE FACTORY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fc2f57ce546fb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72f1d82bd4dd5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d1e0a7c564ffe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39e2fd08b465e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2026-08-25T01:15:25.3910000Z</dcterms:created>
  <dcterms:modified xsi:type="dcterms:W3CDTF">2026-08-25T01:15:25.3910000Z</dcterms:modified>
</coreProperties>
</file>