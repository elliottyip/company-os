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e101475564422a" /><Relationship Type="http://schemas.openxmlformats.org/officeDocument/2006/relationships/extended-properties" Target="/docProps/app.xml" Id="R9e99ead684eb414b" /><Relationship Type="http://schemas.openxmlformats.org/officeDocument/2006/relationships/officeDocument" Target="/ppt/presentation.xml" Id="Rc59c5129838c4b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3690f4d0c8423a"/>
  </p:sldMasterIdLst>
  <p:notesMasterIdLst>
    <p:notesMasterId xmlns:r="http://schemas.openxmlformats.org/officeDocument/2006/relationships" r:id="R94596fbad6b84b4c"/>
  </p:notesMasterIdLst>
  <p:sldIdLst>
    <p:sldId xmlns:r="http://schemas.openxmlformats.org/officeDocument/2006/relationships" id="256" r:id="R6688951d94ad48df"/>
    <p:sldId xmlns:r="http://schemas.openxmlformats.org/officeDocument/2006/relationships" id="257" r:id="Rdb66f07342c94881"/>
    <p:sldId xmlns:r="http://schemas.openxmlformats.org/officeDocument/2006/relationships" id="258" r:id="R49a62a69445d4892"/>
    <p:sldId xmlns:r="http://schemas.openxmlformats.org/officeDocument/2006/relationships" id="259" r:id="R26876260090e4893"/>
    <p:sldId xmlns:r="http://schemas.openxmlformats.org/officeDocument/2006/relationships" id="260" r:id="R7dd0e7dfea20433c"/>
    <p:sldId xmlns:r="http://schemas.openxmlformats.org/officeDocument/2006/relationships" id="261" r:id="R83a21560c3ff4ddf"/>
    <p:sldId xmlns:r="http://schemas.openxmlformats.org/officeDocument/2006/relationships" id="262" r:id="R060be2aa9b474821"/>
    <p:sldId xmlns:r="http://schemas.openxmlformats.org/officeDocument/2006/relationships" id="263" r:id="R3cd37e8f801b4c75"/>
    <p:sldId xmlns:r="http://schemas.openxmlformats.org/officeDocument/2006/relationships" id="264" r:id="Re71c5eee543e407b"/>
    <p:sldId xmlns:r="http://schemas.openxmlformats.org/officeDocument/2006/relationships" id="265" r:id="Raa42f4d6c9d54b95"/>
    <p:sldId xmlns:r="http://schemas.openxmlformats.org/officeDocument/2006/relationships" id="266" r:id="R1afc393b27c242fb"/>
    <p:sldId xmlns:r="http://schemas.openxmlformats.org/officeDocument/2006/relationships" id="267" r:id="Rd34101435d6b4d45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9b8313000c436e" /><Relationship Type="http://schemas.openxmlformats.org/officeDocument/2006/relationships/slideMaster" Target="/ppt/slideMasters/slideMaster1.xml" Id="R703690f4d0c8423a" /><Relationship Type="http://schemas.openxmlformats.org/officeDocument/2006/relationships/notesMaster" Target="/ppt/notesMasters/notesMaster1.xml" Id="R94596fbad6b84b4c" /><Relationship Type="http://schemas.openxmlformats.org/officeDocument/2006/relationships/presProps" Target="/ppt/presProps.xml" Id="R9bcb31e6db244efc" /><Relationship Type="http://schemas.openxmlformats.org/officeDocument/2006/relationships/tableStyles" Target="/ppt/tableStyles.xml" Id="Re6cb728eefb1495d" /><Relationship Type="http://schemas.openxmlformats.org/officeDocument/2006/relationships/slide" Target="/ppt/slides/slide1.xml" Id="R6688951d94ad48df" /><Relationship Type="http://schemas.openxmlformats.org/officeDocument/2006/relationships/slide" Target="/ppt/slides/slide2.xml" Id="Rdb66f07342c94881" /><Relationship Type="http://schemas.openxmlformats.org/officeDocument/2006/relationships/slide" Target="/ppt/slides/slide3.xml" Id="R49a62a69445d4892" /><Relationship Type="http://schemas.openxmlformats.org/officeDocument/2006/relationships/slide" Target="/ppt/slides/slide4.xml" Id="R26876260090e4893" /><Relationship Type="http://schemas.openxmlformats.org/officeDocument/2006/relationships/slide" Target="/ppt/slides/slide5.xml" Id="R7dd0e7dfea20433c" /><Relationship Type="http://schemas.openxmlformats.org/officeDocument/2006/relationships/slide" Target="/ppt/slides/slide6.xml" Id="R83a21560c3ff4ddf" /><Relationship Type="http://schemas.openxmlformats.org/officeDocument/2006/relationships/slide" Target="/ppt/slides/slide7.xml" Id="R060be2aa9b474821" /><Relationship Type="http://schemas.openxmlformats.org/officeDocument/2006/relationships/slide" Target="/ppt/slides/slide8.xml" Id="R3cd37e8f801b4c75" /><Relationship Type="http://schemas.openxmlformats.org/officeDocument/2006/relationships/slide" Target="/ppt/slides/slide9.xml" Id="Re71c5eee543e407b" /><Relationship Type="http://schemas.openxmlformats.org/officeDocument/2006/relationships/slide" Target="/ppt/slides/slide10.xml" Id="Raa42f4d6c9d54b95" /><Relationship Type="http://schemas.openxmlformats.org/officeDocument/2006/relationships/slide" Target="/ppt/slides/slide11.xml" Id="R1afc393b27c242fb" /><Relationship Type="http://schemas.openxmlformats.org/officeDocument/2006/relationships/slide" Target="/ppt/slides/slide12.xml" Id="Rd34101435d6b4d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1a2b220fd74b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426b00fe24bcd" /><Relationship Type="http://schemas.openxmlformats.org/officeDocument/2006/relationships/notesMaster" Target="/ppt/notesMasters/notesMaster1.xml" Id="R20ccead6cdfd4d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74ca69ca3d4098" /><Relationship Type="http://schemas.openxmlformats.org/officeDocument/2006/relationships/notesMaster" Target="/ppt/notesMasters/notesMaster1.xml" Id="R311fe68b636046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d93c0f8f847c6" /><Relationship Type="http://schemas.openxmlformats.org/officeDocument/2006/relationships/notesMaster" Target="/ppt/notesMasters/notesMaster1.xml" Id="Rbc115c5557a94a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6b98d72cbd4111" /><Relationship Type="http://schemas.openxmlformats.org/officeDocument/2006/relationships/notesMaster" Target="/ppt/notesMasters/notesMaster1.xml" Id="R4e1820360f054f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0639b722f74574" /><Relationship Type="http://schemas.openxmlformats.org/officeDocument/2006/relationships/notesMaster" Target="/ppt/notesMasters/notesMaster1.xml" Id="Rf951b9efce8d42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b8c2a832e24555" /><Relationship Type="http://schemas.openxmlformats.org/officeDocument/2006/relationships/notesMaster" Target="/ppt/notesMasters/notesMaster1.xml" Id="R1d2dde25b4d14a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f8840ad3ff4b66" /><Relationship Type="http://schemas.openxmlformats.org/officeDocument/2006/relationships/notesMaster" Target="/ppt/notesMasters/notesMaster1.xml" Id="Rf0a2a77e937e4c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40a39b50cc48b6" /><Relationship Type="http://schemas.openxmlformats.org/officeDocument/2006/relationships/notesMaster" Target="/ppt/notesMasters/notesMaster1.xml" Id="R30a5dee259cb42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aa165283bd498a" /><Relationship Type="http://schemas.openxmlformats.org/officeDocument/2006/relationships/notesMaster" Target="/ppt/notesMasters/notesMaster1.xml" Id="R3d8f750e7d8546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2ad32b7e024269" /><Relationship Type="http://schemas.openxmlformats.org/officeDocument/2006/relationships/notesMaster" Target="/ppt/notesMasters/notesMaster1.xml" Id="Rd9f685ef394e4f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bc9af460cc4b11" /><Relationship Type="http://schemas.openxmlformats.org/officeDocument/2006/relationships/notesMaster" Target="/ppt/notesMasters/notesMaster1.xml" Id="R4f844e7db46d4b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920c9272b74336" /><Relationship Type="http://schemas.openxmlformats.org/officeDocument/2006/relationships/notesMaster" Target="/ppt/notesMasters/notesMaster1.xml" Id="R02dfe28df2984a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Four fictional logo assets generated for this brochure; project files: /Users/elliottye/Documents/ChatGPT/os/work/fde-brochure-v27-fictional-logos-zh/assets/velmora.png, /Users/elliottye/Documents/ChatGPT/os/work/fde-brochure-v27-fictional-logos-zh/assets/jiangheng.png, /Users/elliottye/Documents/ChatGPT/os/work/fde-brochure-v27-fictional-logos-zh/assets/chengchuan.png, /Users/elliottye/Documents/ChatGPT/os/work/fde-brochure-v27-fictional-logos-zh/assets/yunling.png
[/Sources]</a:t>
            </a:r>
          </a:p>
          <a:p xmlns:a="http://schemas.openxmlformats.org/drawingml/2006/main">
            <a:r>
              <a:t>
[Sources]
- Both case studies are explicitly fictional illustrative scenarios authored for this brochure; they contain no real client identity, measured result, or external evidence.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90e75a7874a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aceb079d924b35" /><Relationship Type="http://schemas.openxmlformats.org/officeDocument/2006/relationships/slideLayout" Target="/ppt/slideLayouts/slideLayout1.xml" Id="R49c40e181647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c40e181647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1fb5239d44c65" /><Relationship Type="http://schemas.openxmlformats.org/officeDocument/2006/relationships/image" Target="/ppt/media/image.png" Id="R4faeec4428ae4f08" /><Relationship Type="http://schemas.openxmlformats.org/officeDocument/2006/relationships/image" Target="/ppt/media/image2.png" Id="R7f9c43431c8645a7" /><Relationship Type="http://schemas.openxmlformats.org/officeDocument/2006/relationships/notesSlide" Target="/ppt/notesSlides/notesSlide1.xml" Id="Rec39c4516aef43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a1cf946eb43e2" /><Relationship Type="http://schemas.openxmlformats.org/officeDocument/2006/relationships/notesSlide" Target="/ppt/notesSlides/notesSlide2.xml" Id="Rcc11ecc807b5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254c32e8c4068" /><Relationship Type="http://schemas.openxmlformats.org/officeDocument/2006/relationships/notesSlide" Target="/ppt/notesSlides/notesSlide3.xml" Id="R44f57ac10e4547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acd2893b64ae8" /><Relationship Type="http://schemas.openxmlformats.org/officeDocument/2006/relationships/notesSlide" Target="/ppt/notesSlides/notesSlide4.xml" Id="R0bd9e14c9a5f42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8f99a861943b9" /><Relationship Type="http://schemas.openxmlformats.org/officeDocument/2006/relationships/notesSlide" Target="/ppt/notesSlides/notesSlide5.xml" Id="Rc5165e103cf944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fb175b3a94634" /><Relationship Type="http://schemas.openxmlformats.org/officeDocument/2006/relationships/notesSlide" Target="/ppt/notesSlides/notesSlide6.xml" Id="R441d00feca8c48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777462d4e426b" /><Relationship Type="http://schemas.openxmlformats.org/officeDocument/2006/relationships/notesSlide" Target="/ppt/notesSlides/notesSlide7.xml" Id="R312efe86aae24a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ab1466fa742c9" /><Relationship Type="http://schemas.openxmlformats.org/officeDocument/2006/relationships/notesSlide" Target="/ppt/notesSlides/notesSlide8.xml" Id="R93d2018350bb48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1b97416554b05" /><Relationship Type="http://schemas.openxmlformats.org/officeDocument/2006/relationships/image" Target="/ppt/media/image3.png" Id="Rd567c6fcac674ef5" /><Relationship Type="http://schemas.openxmlformats.org/officeDocument/2006/relationships/image" Target="/ppt/media/image4.png" Id="Rb73ce6df7d9d4aae" /><Relationship Type="http://schemas.openxmlformats.org/officeDocument/2006/relationships/image" Target="/ppt/media/image5.png" Id="R5176841ef72b4dbd" /><Relationship Type="http://schemas.openxmlformats.org/officeDocument/2006/relationships/image" Target="/ppt/media/image6.png" Id="Red3d472ab5d34259" /><Relationship Type="http://schemas.openxmlformats.org/officeDocument/2006/relationships/notesSlide" Target="/ppt/notesSlides/notesSlide9.xml" Id="R3cc8f651237d4b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efb9c82ed48ff" /><Relationship Type="http://schemas.openxmlformats.org/officeDocument/2006/relationships/notesSlide" Target="/ppt/notesSlides/notesSlide10.xml" Id="R8780caa85a654b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db38638bd472d" /><Relationship Type="http://schemas.openxmlformats.org/officeDocument/2006/relationships/notesSlide" Target="/ppt/notesSlides/notesSlide11.xml" Id="Raf26aaa8797842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44a56d5a545d0" /><Relationship Type="http://schemas.openxmlformats.org/officeDocument/2006/relationships/notesSlide" Target="/ppt/notesSlides/notesSlide12.xml" Id="Raa1a265ef0c745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faeec4428ae4f0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c43431c8645a7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以下 Logo 均为虚构品牌标识，用于匿名化展示案例结构，不代表真实客户背书。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匿名化案例品牌（示意）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示意品牌构成：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1 家海外大型企业｜3 家中国中型企业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品牌名称与 Logo 均为虚构，仅用于展示大型海外企业与中型中国企业的案例层级；具体项目内容仍以客户授权与可核对信息为准。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案例一（虚构示意）｜跨境电商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案例二（虚构示意）｜家具制造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7c6fcac674ef5"/>
          <a:stretch xmlns:a="http://schemas.openxmlformats.org/drawingml/2006/main"/>
        </p:blipFill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ce6df7d9d4aae"/>
          <a:stretch xmlns:a="http://schemas.openxmlformats.org/drawingml/2006/main"/>
        </p:blipFill>
        <p:spPr>
          <a:xfrm xmlns:a="http://schemas.openxmlformats.org/drawingml/2006/main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6841ef72b4dbd"/>
          <a:stretch xmlns:a="http://schemas.openxmlformats.org/drawingml/2006/main"/>
        </p:blipFill>
        <p:spPr>
          <a:xfrm xmlns:a="http://schemas.openxmlformats.org/drawingml/2006/main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d472ab5d34259"/>
          <a:stretch xmlns:a="http://schemas.openxmlformats.org/drawingml/2006/main"/>
        </p:blipFill>
        <p:spPr>
          <a:xfrm xmlns:a="http://schemas.openxmlformats.org/drawingml/2006/main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2026-08-25T01:15:22.8250000Z</dcterms:created>
  <dcterms:modified xsi:type="dcterms:W3CDTF">2026-08-25T01:15:22.8250000Z</dcterms:modified>
</coreProperties>
</file>