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69a0bf354410f" /><Relationship Type="http://schemas.openxmlformats.org/officeDocument/2006/relationships/extended-properties" Target="/docProps/app.xml" Id="R37db35e3bb794260" /><Relationship Type="http://schemas.openxmlformats.org/officeDocument/2006/relationships/officeDocument" Target="/ppt/presentation.xml" Id="Ra81f7c74d820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ebc1dfeaa4102"/>
  </p:sldMasterIdLst>
  <p:notesMasterIdLst>
    <p:notesMasterId xmlns:r="http://schemas.openxmlformats.org/officeDocument/2006/relationships" r:id="R5abe12ddfedb4b29"/>
  </p:notesMasterIdLst>
  <p:sldIdLst>
    <p:sldId xmlns:r="http://schemas.openxmlformats.org/officeDocument/2006/relationships" id="256" r:id="R3a7e9e78d81246e1"/>
    <p:sldId xmlns:r="http://schemas.openxmlformats.org/officeDocument/2006/relationships" id="257" r:id="Rfa90b67d2b4b40bc"/>
    <p:sldId xmlns:r="http://schemas.openxmlformats.org/officeDocument/2006/relationships" id="258" r:id="R0a141d24c2b34421"/>
    <p:sldId xmlns:r="http://schemas.openxmlformats.org/officeDocument/2006/relationships" id="259" r:id="Rad882cbfc38e419c"/>
    <p:sldId xmlns:r="http://schemas.openxmlformats.org/officeDocument/2006/relationships" id="260" r:id="R92533a4b9d6845a3"/>
    <p:sldId xmlns:r="http://schemas.openxmlformats.org/officeDocument/2006/relationships" id="261" r:id="R17e129b3c14244f6"/>
    <p:sldId xmlns:r="http://schemas.openxmlformats.org/officeDocument/2006/relationships" id="262" r:id="R2c52f9403ae04eaf"/>
    <p:sldId xmlns:r="http://schemas.openxmlformats.org/officeDocument/2006/relationships" id="263" r:id="Rdd908a6513ba400e"/>
    <p:sldId xmlns:r="http://schemas.openxmlformats.org/officeDocument/2006/relationships" id="264" r:id="Rec9efcd2048e485b"/>
    <p:sldId xmlns:r="http://schemas.openxmlformats.org/officeDocument/2006/relationships" id="265" r:id="Ra7721df1b5ad4f10"/>
    <p:sldId xmlns:r="http://schemas.openxmlformats.org/officeDocument/2006/relationships" id="266" r:id="Rdd7e8f2b458246c7"/>
    <p:sldId xmlns:r="http://schemas.openxmlformats.org/officeDocument/2006/relationships" id="267" r:id="R5090b90db8644ee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f8f5d3c934111" /><Relationship Type="http://schemas.openxmlformats.org/officeDocument/2006/relationships/slideMaster" Target="/ppt/slideMasters/slideMaster1.xml" Id="R7bfebc1dfeaa4102" /><Relationship Type="http://schemas.openxmlformats.org/officeDocument/2006/relationships/notesMaster" Target="/ppt/notesMasters/notesMaster1.xml" Id="R5abe12ddfedb4b29" /><Relationship Type="http://schemas.openxmlformats.org/officeDocument/2006/relationships/presProps" Target="/ppt/presProps.xml" Id="Rb4b5386b8f2f4adc" /><Relationship Type="http://schemas.openxmlformats.org/officeDocument/2006/relationships/tableStyles" Target="/ppt/tableStyles.xml" Id="R4ca927ddc331484c" /><Relationship Type="http://schemas.openxmlformats.org/officeDocument/2006/relationships/slide" Target="/ppt/slides/slide1.xml" Id="R3a7e9e78d81246e1" /><Relationship Type="http://schemas.openxmlformats.org/officeDocument/2006/relationships/slide" Target="/ppt/slides/slide2.xml" Id="Rfa90b67d2b4b40bc" /><Relationship Type="http://schemas.openxmlformats.org/officeDocument/2006/relationships/slide" Target="/ppt/slides/slide3.xml" Id="R0a141d24c2b34421" /><Relationship Type="http://schemas.openxmlformats.org/officeDocument/2006/relationships/slide" Target="/ppt/slides/slide4.xml" Id="Rad882cbfc38e419c" /><Relationship Type="http://schemas.openxmlformats.org/officeDocument/2006/relationships/slide" Target="/ppt/slides/slide5.xml" Id="R92533a4b9d6845a3" /><Relationship Type="http://schemas.openxmlformats.org/officeDocument/2006/relationships/slide" Target="/ppt/slides/slide6.xml" Id="R17e129b3c14244f6" /><Relationship Type="http://schemas.openxmlformats.org/officeDocument/2006/relationships/slide" Target="/ppt/slides/slide7.xml" Id="R2c52f9403ae04eaf" /><Relationship Type="http://schemas.openxmlformats.org/officeDocument/2006/relationships/slide" Target="/ppt/slides/slide8.xml" Id="Rdd908a6513ba400e" /><Relationship Type="http://schemas.openxmlformats.org/officeDocument/2006/relationships/slide" Target="/ppt/slides/slide9.xml" Id="Rec9efcd2048e485b" /><Relationship Type="http://schemas.openxmlformats.org/officeDocument/2006/relationships/slide" Target="/ppt/slides/slide10.xml" Id="Ra7721df1b5ad4f10" /><Relationship Type="http://schemas.openxmlformats.org/officeDocument/2006/relationships/slide" Target="/ppt/slides/slide11.xml" Id="Rdd7e8f2b458246c7" /><Relationship Type="http://schemas.openxmlformats.org/officeDocument/2006/relationships/slide" Target="/ppt/slides/slide12.xml" Id="R5090b90db864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ebbd86310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57915931045e7" /><Relationship Type="http://schemas.openxmlformats.org/officeDocument/2006/relationships/notesMaster" Target="/ppt/notesMasters/notesMaster1.xml" Id="Rcc7987d368c249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6102baebc4e03" /><Relationship Type="http://schemas.openxmlformats.org/officeDocument/2006/relationships/notesMaster" Target="/ppt/notesMasters/notesMaster1.xml" Id="Rda7fa119e53b4a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06fe8b233d4073" /><Relationship Type="http://schemas.openxmlformats.org/officeDocument/2006/relationships/notesMaster" Target="/ppt/notesMasters/notesMaster1.xml" Id="Re37213bdedb0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5882e0fc947ce" /><Relationship Type="http://schemas.openxmlformats.org/officeDocument/2006/relationships/notesMaster" Target="/ppt/notesMasters/notesMaster1.xml" Id="Rec8cb86168c0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14f7873624344" /><Relationship Type="http://schemas.openxmlformats.org/officeDocument/2006/relationships/notesMaster" Target="/ppt/notesMasters/notesMaster1.xml" Id="R6941c90b27a3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4261bcd19e44dd" /><Relationship Type="http://schemas.openxmlformats.org/officeDocument/2006/relationships/notesMaster" Target="/ppt/notesMasters/notesMaster1.xml" Id="R2ddfcf7127b0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82d8b8c3d49d3" /><Relationship Type="http://schemas.openxmlformats.org/officeDocument/2006/relationships/notesMaster" Target="/ppt/notesMasters/notesMaster1.xml" Id="R96c43c56dde54f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0a99d861cf4165" /><Relationship Type="http://schemas.openxmlformats.org/officeDocument/2006/relationships/notesMaster" Target="/ppt/notesMasters/notesMaster1.xml" Id="Rb4017ea3d1df41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d74adf36f34971" /><Relationship Type="http://schemas.openxmlformats.org/officeDocument/2006/relationships/notesMaster" Target="/ppt/notesMasters/notesMaster1.xml" Id="R6a495109145445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149d0c1ba48a4" /><Relationship Type="http://schemas.openxmlformats.org/officeDocument/2006/relationships/notesMaster" Target="/ppt/notesMasters/notesMaster1.xml" Id="R3afb3438745e41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7a80d63a44453f" /><Relationship Type="http://schemas.openxmlformats.org/officeDocument/2006/relationships/notesMaster" Target="/ppt/notesMasters/notesMaster1.xml" Id="Re8d8c0eec1254b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4aba276fb84871" /><Relationship Type="http://schemas.openxmlformats.org/officeDocument/2006/relationships/notesMaster" Target="/ppt/notesMasters/notesMaster1.xml" Id="R9d06a66a1e0f47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ea8d9ee71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9a13018b945e5" /><Relationship Type="http://schemas.openxmlformats.org/officeDocument/2006/relationships/slideLayout" Target="/ppt/slideLayouts/slideLayout1.xml" Id="Rbda1764ce666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1764ce666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42be143c445af" /><Relationship Type="http://schemas.openxmlformats.org/officeDocument/2006/relationships/image" Target="/ppt/media/image.png" Id="R13b6e277a2e84c00" /><Relationship Type="http://schemas.openxmlformats.org/officeDocument/2006/relationships/image" Target="/ppt/media/image2.png" Id="R34b42a1a872d4e80" /><Relationship Type="http://schemas.openxmlformats.org/officeDocument/2006/relationships/notesSlide" Target="/ppt/notesSlides/notesSlide1.xml" Id="Rc6c77deb0bdb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0ddfe5274b94" /><Relationship Type="http://schemas.openxmlformats.org/officeDocument/2006/relationships/notesSlide" Target="/ppt/notesSlides/notesSlide2.xml" Id="R42acbc4b67cc49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82e0ded204876" /><Relationship Type="http://schemas.openxmlformats.org/officeDocument/2006/relationships/notesSlide" Target="/ppt/notesSlides/notesSlide3.xml" Id="R8dd43c9cc56545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bc0cee8d4929" /><Relationship Type="http://schemas.openxmlformats.org/officeDocument/2006/relationships/notesSlide" Target="/ppt/notesSlides/notesSlide4.xml" Id="R26c0f2190c5e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d1be387dd4392" /><Relationship Type="http://schemas.openxmlformats.org/officeDocument/2006/relationships/notesSlide" Target="/ppt/notesSlides/notesSlide5.xml" Id="Ra1c317138b5b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e3cd2e5a84946" /><Relationship Type="http://schemas.openxmlformats.org/officeDocument/2006/relationships/notesSlide" Target="/ppt/notesSlides/notesSlide6.xml" Id="R2d0a0ccc20944c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d9b0508f9456b" /><Relationship Type="http://schemas.openxmlformats.org/officeDocument/2006/relationships/notesSlide" Target="/ppt/notesSlides/notesSlide7.xml" Id="Rffc30e13837c4c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974ad308c4d07" /><Relationship Type="http://schemas.openxmlformats.org/officeDocument/2006/relationships/notesSlide" Target="/ppt/notesSlides/notesSlide8.xml" Id="Re929882ef0a642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97441a5194a5c" /><Relationship Type="http://schemas.openxmlformats.org/officeDocument/2006/relationships/image" Target="/ppt/media/image3.png" Id="R832545a74b004087" /><Relationship Type="http://schemas.openxmlformats.org/officeDocument/2006/relationships/image" Target="/ppt/media/image4.png" Id="R56c6249b288c4c83" /><Relationship Type="http://schemas.openxmlformats.org/officeDocument/2006/relationships/image" Target="/ppt/media/image5.png" Id="R0bd54bc8c5f24e35" /><Relationship Type="http://schemas.openxmlformats.org/officeDocument/2006/relationships/image" Target="/ppt/media/image6.png" Id="Rb6b3388fac384cc5" /><Relationship Type="http://schemas.openxmlformats.org/officeDocument/2006/relationships/image" Target="/ppt/media/image7.png" Id="Rdf6dd9d6760e4f3e" /><Relationship Type="http://schemas.openxmlformats.org/officeDocument/2006/relationships/image" Target="/ppt/media/image8.png" Id="Rce21c124c24e413c" /><Relationship Type="http://schemas.openxmlformats.org/officeDocument/2006/relationships/image" Target="/ppt/media/image9.png" Id="Rb9dfbfeeb3f540e9" /><Relationship Type="http://schemas.openxmlformats.org/officeDocument/2006/relationships/image" Target="/ppt/media/image10.png" Id="Re47bf12047624227" /><Relationship Type="http://schemas.openxmlformats.org/officeDocument/2006/relationships/image" Target="/ppt/media/image11.png" Id="Rf777611d37164ec5" /><Relationship Type="http://schemas.openxmlformats.org/officeDocument/2006/relationships/image" Target="/ppt/media/image12.png" Id="R341da695f6d7487f" /><Relationship Type="http://schemas.openxmlformats.org/officeDocument/2006/relationships/image" Target="/ppt/media/image13.png" Id="R0d2a693d7dba483c" /><Relationship Type="http://schemas.openxmlformats.org/officeDocument/2006/relationships/image" Target="/ppt/media/image14.png" Id="Rd381043a7fcd4084" /><Relationship Type="http://schemas.openxmlformats.org/officeDocument/2006/relationships/image" Target="/ppt/media/image15.png" Id="R6c52d9eacde34012" /><Relationship Type="http://schemas.openxmlformats.org/officeDocument/2006/relationships/image" Target="/ppt/media/image16.png" Id="Rac9f8c7488cf48f5" /><Relationship Type="http://schemas.openxmlformats.org/officeDocument/2006/relationships/image" Target="/ppt/media/image17.png" Id="Rfd753d05d3ce4f41" /><Relationship Type="http://schemas.openxmlformats.org/officeDocument/2006/relationships/image" Target="/ppt/media/image18.png" Id="Ra1a5a8752c0d4bc5" /><Relationship Type="http://schemas.openxmlformats.org/officeDocument/2006/relationships/image" Target="/ppt/media/image19.png" Id="R3527a331dcae4728" /><Relationship Type="http://schemas.openxmlformats.org/officeDocument/2006/relationships/image" Target="/ppt/media/image20.png" Id="Rf5bced2286d74cb4" /><Relationship Type="http://schemas.openxmlformats.org/officeDocument/2006/relationships/image" Target="/ppt/media/image21.png" Id="R38ed6fd1ace641e1" /><Relationship Type="http://schemas.openxmlformats.org/officeDocument/2006/relationships/image" Target="/ppt/media/image22.png" Id="R267ed5dd544f4ff9" /><Relationship Type="http://schemas.openxmlformats.org/officeDocument/2006/relationships/image" Target="/ppt/media/image23.png" Id="R098ce8fd30ed450c" /><Relationship Type="http://schemas.openxmlformats.org/officeDocument/2006/relationships/image" Target="/ppt/media/image24.png" Id="Raacd12b8447f4f93" /><Relationship Type="http://schemas.openxmlformats.org/officeDocument/2006/relationships/image" Target="/ppt/media/image25.png" Id="R626d9a6960394580" /><Relationship Type="http://schemas.openxmlformats.org/officeDocument/2006/relationships/image" Target="/ppt/media/image26.png" Id="Raaa984cd12b84982" /><Relationship Type="http://schemas.openxmlformats.org/officeDocument/2006/relationships/image" Target="/ppt/media/image27.png" Id="Redc50ced95164fc5" /><Relationship Type="http://schemas.openxmlformats.org/officeDocument/2006/relationships/image" Target="/ppt/media/image28.png" Id="Re0a755eae0de4513" /><Relationship Type="http://schemas.openxmlformats.org/officeDocument/2006/relationships/image" Target="/ppt/media/image29.png" Id="Rba8e042b20b54fa1" /><Relationship Type="http://schemas.openxmlformats.org/officeDocument/2006/relationships/image" Target="/ppt/media/image30.png" Id="R825afd96126048f0" /><Relationship Type="http://schemas.openxmlformats.org/officeDocument/2006/relationships/notesSlide" Target="/ppt/notesSlides/notesSlide9.xml" Id="Rc348e542d55f41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cf7c417024f01" /><Relationship Type="http://schemas.openxmlformats.org/officeDocument/2006/relationships/notesSlide" Target="/ppt/notesSlides/notesSlide10.xml" Id="Rea2087977c684c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3d8e1a58b4965" /><Relationship Type="http://schemas.openxmlformats.org/officeDocument/2006/relationships/notesSlide" Target="/ppt/notesSlides/notesSlide11.xml" Id="R6910f2bda1ef4d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2677a044435f" /><Relationship Type="http://schemas.openxmlformats.org/officeDocument/2006/relationships/notesSlide" Target="/ppt/notesSlides/notesSlide12.xml" Id="Recc56d690c174e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3b6e277a2e84c0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42a1a872d4e8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FDE PROJECT WORK | Turning commerce and manufacturing workflows into working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545a74b00408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6249b288c4c8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54bc8c5f24e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3388fac384cc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f6dd9d6760e4f3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e21c124c24e413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9dfbfeeb3f540e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47bf1204762422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777611d37164ec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41da695f6d7487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d2a693d7dba483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381043a7fcd40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c52d9eacde3401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c9f8c7488cf48f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d753d05d3ce4f4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1a5a8752c0d4bc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527a331dcae472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5bced2286d74cb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8ed6fd1ace641e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67ed5dd544f4ff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CDB020-3C66-4727-BEB9-EA93796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98ce8fd30ed450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E6694D-929C-4A14-8383-8754795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acd12b8447f4f9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79544B-04DD-4D71-95D5-FB817A9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26d9a696039458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1655B1-9313-4E44-AE43-E8FFF0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aa984cd12b8498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48BAA5-6024-47B4-8ED9-CC610C0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dc50ced95164fc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D6EA1-10B9-4B58-B5B7-BD293D0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0a755eae0de451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2027F-95BE-4621-A605-6AA799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a8e042b20b54fa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2F3A9-3532-4D39-BCD7-D9ACC8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25afd96126048f0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2026-08-25T02:06:04.8010000Z</dcterms:created>
  <dcterms:modified xsi:type="dcterms:W3CDTF">2026-08-25T02:06:04.8010000Z</dcterms:modified>
</coreProperties>
</file>