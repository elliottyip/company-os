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c6a1a9f7c948d7" /><Relationship Type="http://schemas.openxmlformats.org/officeDocument/2006/relationships/extended-properties" Target="/docProps/app.xml" Id="R9daf73d3e57e4dba" /><Relationship Type="http://schemas.openxmlformats.org/officeDocument/2006/relationships/officeDocument" Target="/ppt/presentation.xml" Id="R7d5c89384a5140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a5138abb364819"/>
  </p:sldMasterIdLst>
  <p:notesMasterIdLst>
    <p:notesMasterId xmlns:r="http://schemas.openxmlformats.org/officeDocument/2006/relationships" r:id="Raaed176950654868"/>
  </p:notesMasterIdLst>
  <p:sldIdLst>
    <p:sldId xmlns:r="http://schemas.openxmlformats.org/officeDocument/2006/relationships" id="256" r:id="R67abedbd1604456a"/>
    <p:sldId xmlns:r="http://schemas.openxmlformats.org/officeDocument/2006/relationships" id="257" r:id="Rf83f645b9bfd4a2d"/>
    <p:sldId xmlns:r="http://schemas.openxmlformats.org/officeDocument/2006/relationships" id="258" r:id="R302755f8218d447a"/>
    <p:sldId xmlns:r="http://schemas.openxmlformats.org/officeDocument/2006/relationships" id="259" r:id="Ree0af6ab8e4f4f88"/>
    <p:sldId xmlns:r="http://schemas.openxmlformats.org/officeDocument/2006/relationships" id="260" r:id="Ra78866aff15c4399"/>
    <p:sldId xmlns:r="http://schemas.openxmlformats.org/officeDocument/2006/relationships" id="261" r:id="Rb93acf2f15bc4744"/>
    <p:sldId xmlns:r="http://schemas.openxmlformats.org/officeDocument/2006/relationships" id="262" r:id="Rbfae6261b2f04646"/>
    <p:sldId xmlns:r="http://schemas.openxmlformats.org/officeDocument/2006/relationships" id="263" r:id="Rb7c2c81703ac424e"/>
    <p:sldId xmlns:r="http://schemas.openxmlformats.org/officeDocument/2006/relationships" id="264" r:id="R17ae7211c5f14650"/>
    <p:sldId xmlns:r="http://schemas.openxmlformats.org/officeDocument/2006/relationships" id="265" r:id="R1427695f4cae43c7"/>
    <p:sldId xmlns:r="http://schemas.openxmlformats.org/officeDocument/2006/relationships" id="266" r:id="R78f1d7e9f7484211"/>
    <p:sldId xmlns:r="http://schemas.openxmlformats.org/officeDocument/2006/relationships" id="267" r:id="R0234edc0317b4b89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eb5a60fd1648cd" /><Relationship Type="http://schemas.openxmlformats.org/officeDocument/2006/relationships/slideMaster" Target="/ppt/slideMasters/slideMaster1.xml" Id="Ra2a5138abb364819" /><Relationship Type="http://schemas.openxmlformats.org/officeDocument/2006/relationships/notesMaster" Target="/ppt/notesMasters/notesMaster1.xml" Id="Raaed176950654868" /><Relationship Type="http://schemas.openxmlformats.org/officeDocument/2006/relationships/presProps" Target="/ppt/presProps.xml" Id="R90d4ea0506ab4fc2" /><Relationship Type="http://schemas.openxmlformats.org/officeDocument/2006/relationships/tableStyles" Target="/ppt/tableStyles.xml" Id="R1daa99f13c5d4c79" /><Relationship Type="http://schemas.openxmlformats.org/officeDocument/2006/relationships/slide" Target="/ppt/slides/slide1.xml" Id="R67abedbd1604456a" /><Relationship Type="http://schemas.openxmlformats.org/officeDocument/2006/relationships/slide" Target="/ppt/slides/slide2.xml" Id="Rf83f645b9bfd4a2d" /><Relationship Type="http://schemas.openxmlformats.org/officeDocument/2006/relationships/slide" Target="/ppt/slides/slide3.xml" Id="R302755f8218d447a" /><Relationship Type="http://schemas.openxmlformats.org/officeDocument/2006/relationships/slide" Target="/ppt/slides/slide4.xml" Id="Ree0af6ab8e4f4f88" /><Relationship Type="http://schemas.openxmlformats.org/officeDocument/2006/relationships/slide" Target="/ppt/slides/slide5.xml" Id="Ra78866aff15c4399" /><Relationship Type="http://schemas.openxmlformats.org/officeDocument/2006/relationships/slide" Target="/ppt/slides/slide6.xml" Id="Rb93acf2f15bc4744" /><Relationship Type="http://schemas.openxmlformats.org/officeDocument/2006/relationships/slide" Target="/ppt/slides/slide7.xml" Id="Rbfae6261b2f04646" /><Relationship Type="http://schemas.openxmlformats.org/officeDocument/2006/relationships/slide" Target="/ppt/slides/slide8.xml" Id="Rb7c2c81703ac424e" /><Relationship Type="http://schemas.openxmlformats.org/officeDocument/2006/relationships/slide" Target="/ppt/slides/slide9.xml" Id="R17ae7211c5f14650" /><Relationship Type="http://schemas.openxmlformats.org/officeDocument/2006/relationships/slide" Target="/ppt/slides/slide10.xml" Id="R1427695f4cae43c7" /><Relationship Type="http://schemas.openxmlformats.org/officeDocument/2006/relationships/slide" Target="/ppt/slides/slide11.xml" Id="R78f1d7e9f7484211" /><Relationship Type="http://schemas.openxmlformats.org/officeDocument/2006/relationships/slide" Target="/ppt/slides/slide12.xml" Id="R0234edc0317b4b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beb03fba5345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7223cf7d2e4937" /><Relationship Type="http://schemas.openxmlformats.org/officeDocument/2006/relationships/notesMaster" Target="/ppt/notesMasters/notesMaster1.xml" Id="R8f5742f4721a43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407ee210ee4446" /><Relationship Type="http://schemas.openxmlformats.org/officeDocument/2006/relationships/notesMaster" Target="/ppt/notesMasters/notesMaster1.xml" Id="R9aca5ceb1bce4f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c0af567d39491c" /><Relationship Type="http://schemas.openxmlformats.org/officeDocument/2006/relationships/notesMaster" Target="/ppt/notesMasters/notesMaster1.xml" Id="R76377901c80d47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117a0ea17f41ea" /><Relationship Type="http://schemas.openxmlformats.org/officeDocument/2006/relationships/notesMaster" Target="/ppt/notesMasters/notesMaster1.xml" Id="Rd9a2f3db0cb947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5701e21113445c" /><Relationship Type="http://schemas.openxmlformats.org/officeDocument/2006/relationships/notesMaster" Target="/ppt/notesMasters/notesMaster1.xml" Id="R4b924c2deb6743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f892d45ec941f0" /><Relationship Type="http://schemas.openxmlformats.org/officeDocument/2006/relationships/notesMaster" Target="/ppt/notesMasters/notesMaster1.xml" Id="R16b92be175fa4b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581578e27f451d" /><Relationship Type="http://schemas.openxmlformats.org/officeDocument/2006/relationships/notesMaster" Target="/ppt/notesMasters/notesMaster1.xml" Id="R5785d311d67f4e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7ad0207b0943f2" /><Relationship Type="http://schemas.openxmlformats.org/officeDocument/2006/relationships/notesMaster" Target="/ppt/notesMasters/notesMaster1.xml" Id="R4fb707a4ed044a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1e73dbf59f4ef7" /><Relationship Type="http://schemas.openxmlformats.org/officeDocument/2006/relationships/notesMaster" Target="/ppt/notesMasters/notesMaster1.xml" Id="R2d546beca1e243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e0c595454a4e8d" /><Relationship Type="http://schemas.openxmlformats.org/officeDocument/2006/relationships/notesMaster" Target="/ppt/notesMasters/notesMaster1.xml" Id="Re04c4545b0ba4e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684800f4534193" /><Relationship Type="http://schemas.openxmlformats.org/officeDocument/2006/relationships/notesMaster" Target="/ppt/notesMasters/notesMaster1.xml" Id="Rbf8f957d8e5d48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a87029237d41bc" /><Relationship Type="http://schemas.openxmlformats.org/officeDocument/2006/relationships/notesMaster" Target="/ppt/notesMasters/notesMaster1.xml" Id="Rd2bc33f52a8747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064844ac941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3863d64df74582" /><Relationship Type="http://schemas.openxmlformats.org/officeDocument/2006/relationships/slideLayout" Target="/ppt/slideLayouts/slideLayout1.xml" Id="R95943b68d09a42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943b68d09a42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939c3ff274cfc" /><Relationship Type="http://schemas.openxmlformats.org/officeDocument/2006/relationships/image" Target="/ppt/media/image.png" Id="R89a7e48be6ea46bb" /><Relationship Type="http://schemas.openxmlformats.org/officeDocument/2006/relationships/image" Target="/ppt/media/image2.png" Id="R9d758f8b181f406d" /><Relationship Type="http://schemas.openxmlformats.org/officeDocument/2006/relationships/notesSlide" Target="/ppt/notesSlides/notesSlide1.xml" Id="Ra2c0e221652746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3da4f3dce4402" /><Relationship Type="http://schemas.openxmlformats.org/officeDocument/2006/relationships/notesSlide" Target="/ppt/notesSlides/notesSlide2.xml" Id="R8d8d8e6db5924c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e531d42cc4fc5" /><Relationship Type="http://schemas.openxmlformats.org/officeDocument/2006/relationships/notesSlide" Target="/ppt/notesSlides/notesSlide3.xml" Id="Rf4116523a9b946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f9cfd1dbd471a" /><Relationship Type="http://schemas.openxmlformats.org/officeDocument/2006/relationships/notesSlide" Target="/ppt/notesSlides/notesSlide4.xml" Id="R9db2290a01b849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cf173b35a42cf" /><Relationship Type="http://schemas.openxmlformats.org/officeDocument/2006/relationships/notesSlide" Target="/ppt/notesSlides/notesSlide5.xml" Id="R01808d4833b644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54c8c7a1f4d15" /><Relationship Type="http://schemas.openxmlformats.org/officeDocument/2006/relationships/notesSlide" Target="/ppt/notesSlides/notesSlide6.xml" Id="Ra438248eaab244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f771636b64dc0" /><Relationship Type="http://schemas.openxmlformats.org/officeDocument/2006/relationships/notesSlide" Target="/ppt/notesSlides/notesSlide7.xml" Id="R46cd80992fbb4b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f24ffb6634d2f" /><Relationship Type="http://schemas.openxmlformats.org/officeDocument/2006/relationships/notesSlide" Target="/ppt/notesSlides/notesSlide8.xml" Id="R1ca3bcfb299042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090fdf1e1458f" /><Relationship Type="http://schemas.openxmlformats.org/officeDocument/2006/relationships/image" Target="/ppt/media/image3.png" Id="R06bf164dcb984691" /><Relationship Type="http://schemas.openxmlformats.org/officeDocument/2006/relationships/image" Target="/ppt/media/image4.png" Id="R8e9d3e7b8e1e4070" /><Relationship Type="http://schemas.openxmlformats.org/officeDocument/2006/relationships/image" Target="/ppt/media/image5.png" Id="R6d815fe0500844fa" /><Relationship Type="http://schemas.openxmlformats.org/officeDocument/2006/relationships/image" Target="/ppt/media/image6.png" Id="R5477b381ddc34b0c" /><Relationship Type="http://schemas.openxmlformats.org/officeDocument/2006/relationships/image" Target="/ppt/media/image7.png" Id="R738d4bee7e0a4459" /><Relationship Type="http://schemas.openxmlformats.org/officeDocument/2006/relationships/image" Target="/ppt/media/image8.png" Id="Rf47bd387962d48bb" /><Relationship Type="http://schemas.openxmlformats.org/officeDocument/2006/relationships/image" Target="/ppt/media/image9.png" Id="Ra439438411d94e79" /><Relationship Type="http://schemas.openxmlformats.org/officeDocument/2006/relationships/image" Target="/ppt/media/image10.png" Id="Rcb0af71795bb46b3" /><Relationship Type="http://schemas.openxmlformats.org/officeDocument/2006/relationships/image" Target="/ppt/media/image11.png" Id="Rbbc4b0a3436b493d" /><Relationship Type="http://schemas.openxmlformats.org/officeDocument/2006/relationships/image" Target="/ppt/media/image12.png" Id="Rb9075ab7261349a8" /><Relationship Type="http://schemas.openxmlformats.org/officeDocument/2006/relationships/image" Target="/ppt/media/image13.png" Id="R90052d42d13d4cf8" /><Relationship Type="http://schemas.openxmlformats.org/officeDocument/2006/relationships/image" Target="/ppt/media/image14.png" Id="Rcf07a1b767504cbe" /><Relationship Type="http://schemas.openxmlformats.org/officeDocument/2006/relationships/notesSlide" Target="/ppt/notesSlides/notesSlide9.xml" Id="R72f053d80bfd49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e6248a9b14243" /><Relationship Type="http://schemas.openxmlformats.org/officeDocument/2006/relationships/notesSlide" Target="/ppt/notesSlides/notesSlide10.xml" Id="R65c2c6716f0f48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d7253dad1446d" /><Relationship Type="http://schemas.openxmlformats.org/officeDocument/2006/relationships/notesSlide" Target="/ppt/notesSlides/notesSlide11.xml" Id="R1708d0e8e2f24b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3a5fec08a4626" /><Relationship Type="http://schemas.openxmlformats.org/officeDocument/2006/relationships/notesSlide" Target="/ppt/notesSlides/notesSlide12.xml" Id="R90b31cf7054b40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9a7e48be6ea46b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58f8b181f406d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FDE 项目实践｜从业务现场出发，把跨境电商与制造流程做成可用系统。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国际大型制造企业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上方品牌来自企业官网公开资料，仅作行业实践参考，不代表 FDE 客户或合作关系；以下案例不展示具体公司名称。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匿名案例一｜跨境电商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匿名案例二｜家具制造工厂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f164dcb98469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d3e7b8e1e407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15fe0500844f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7b381ddc34b0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B9AC9-7836-443A-8794-A3F9020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38d4bee7e0a445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22EB84-9C49-4630-AFD8-08C7CCF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47bd387962d48b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99177-4D99-4D17-9249-A1AA7FD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439438411d94e7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E432F8-9908-4FAE-A84B-58693BE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b0af71795bb46b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287B55-D09B-4E8D-B73C-E967095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bc4b0a3436b493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60FCD-43F4-4697-BC1E-25C9C48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9075ab7261349a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0052d42d13d4cf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f07a1b767504cbe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2026-08-25T02:06:04.8240000Z</dcterms:created>
  <dcterms:modified xsi:type="dcterms:W3CDTF">2026-08-25T02:06:04.8240000Z</dcterms:modified>
</coreProperties>
</file>