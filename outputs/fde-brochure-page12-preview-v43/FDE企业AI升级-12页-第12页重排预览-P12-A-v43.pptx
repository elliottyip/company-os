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64f3f808c743c4" /><Relationship Type="http://schemas.openxmlformats.org/officeDocument/2006/relationships/extended-properties" Target="/docProps/app.xml" Id="R0a6e14d964fb40c8" /><Relationship Type="http://schemas.openxmlformats.org/officeDocument/2006/relationships/officeDocument" Target="/ppt/presentation.xml" Id="Rad173ed2e31c42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66d651ada64fc4"/>
  </p:sldMasterIdLst>
  <p:notesMasterIdLst>
    <p:notesMasterId xmlns:r="http://schemas.openxmlformats.org/officeDocument/2006/relationships" r:id="Rf58be9da15594d4d"/>
  </p:notesMasterIdLst>
  <p:sldIdLst>
    <p:sldId xmlns:r="http://schemas.openxmlformats.org/officeDocument/2006/relationships" id="256" r:id="Rde12464a12294d40"/>
    <p:sldId xmlns:r="http://schemas.openxmlformats.org/officeDocument/2006/relationships" id="257" r:id="Ra45f5cbf419647eb"/>
    <p:sldId xmlns:r="http://schemas.openxmlformats.org/officeDocument/2006/relationships" id="258" r:id="R4e0013d072264f62"/>
    <p:sldId xmlns:r="http://schemas.openxmlformats.org/officeDocument/2006/relationships" id="259" r:id="R97a3f11450254676"/>
    <p:sldId xmlns:r="http://schemas.openxmlformats.org/officeDocument/2006/relationships" id="260" r:id="R99dbe094fe1f4c62"/>
    <p:sldId xmlns:r="http://schemas.openxmlformats.org/officeDocument/2006/relationships" id="261" r:id="Re0841e80ad7a473b"/>
    <p:sldId xmlns:r="http://schemas.openxmlformats.org/officeDocument/2006/relationships" id="262" r:id="Rc77e71da686f4ade"/>
    <p:sldId xmlns:r="http://schemas.openxmlformats.org/officeDocument/2006/relationships" id="263" r:id="R5d3b2f16d20c4f60"/>
    <p:sldId xmlns:r="http://schemas.openxmlformats.org/officeDocument/2006/relationships" id="264" r:id="R026b3748077c4c67"/>
    <p:sldId xmlns:r="http://schemas.openxmlformats.org/officeDocument/2006/relationships" id="265" r:id="Reed90df6c4234a13"/>
    <p:sldId xmlns:r="http://schemas.openxmlformats.org/officeDocument/2006/relationships" id="266" r:id="R3ea2dc7a08264c76"/>
    <p:sldId xmlns:r="http://schemas.openxmlformats.org/officeDocument/2006/relationships" id="267" r:id="Rfe4ce754309b468c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f50f892ccf4733" /><Relationship Type="http://schemas.openxmlformats.org/officeDocument/2006/relationships/slideMaster" Target="/ppt/slideMasters/slideMaster1.xml" Id="Rc266d651ada64fc4" /><Relationship Type="http://schemas.openxmlformats.org/officeDocument/2006/relationships/notesMaster" Target="/ppt/notesMasters/notesMaster1.xml" Id="Rf58be9da15594d4d" /><Relationship Type="http://schemas.openxmlformats.org/officeDocument/2006/relationships/presProps" Target="/ppt/presProps.xml" Id="R23c89cf2bd1f42b6" /><Relationship Type="http://schemas.openxmlformats.org/officeDocument/2006/relationships/tableStyles" Target="/ppt/tableStyles.xml" Id="R0e748beaf3944841" /><Relationship Type="http://schemas.openxmlformats.org/officeDocument/2006/relationships/slide" Target="/ppt/slides/slide1.xml" Id="Rde12464a12294d40" /><Relationship Type="http://schemas.openxmlformats.org/officeDocument/2006/relationships/slide" Target="/ppt/slides/slide2.xml" Id="Ra45f5cbf419647eb" /><Relationship Type="http://schemas.openxmlformats.org/officeDocument/2006/relationships/slide" Target="/ppt/slides/slide3.xml" Id="R4e0013d072264f62" /><Relationship Type="http://schemas.openxmlformats.org/officeDocument/2006/relationships/slide" Target="/ppt/slides/slide4.xml" Id="R97a3f11450254676" /><Relationship Type="http://schemas.openxmlformats.org/officeDocument/2006/relationships/slide" Target="/ppt/slides/slide5.xml" Id="R99dbe094fe1f4c62" /><Relationship Type="http://schemas.openxmlformats.org/officeDocument/2006/relationships/slide" Target="/ppt/slides/slide6.xml" Id="Re0841e80ad7a473b" /><Relationship Type="http://schemas.openxmlformats.org/officeDocument/2006/relationships/slide" Target="/ppt/slides/slide7.xml" Id="Rc77e71da686f4ade" /><Relationship Type="http://schemas.openxmlformats.org/officeDocument/2006/relationships/slide" Target="/ppt/slides/slide8.xml" Id="R5d3b2f16d20c4f60" /><Relationship Type="http://schemas.openxmlformats.org/officeDocument/2006/relationships/slide" Target="/ppt/slides/slide9.xml" Id="R026b3748077c4c67" /><Relationship Type="http://schemas.openxmlformats.org/officeDocument/2006/relationships/slide" Target="/ppt/slides/slide10.xml" Id="Reed90df6c4234a13" /><Relationship Type="http://schemas.openxmlformats.org/officeDocument/2006/relationships/slide" Target="/ppt/slides/slide11.xml" Id="R3ea2dc7a08264c76" /><Relationship Type="http://schemas.openxmlformats.org/officeDocument/2006/relationships/slide" Target="/ppt/slides/slide12.xml" Id="Rfe4ce754309b46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bda29dfa4740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3b11ad43504485" /><Relationship Type="http://schemas.openxmlformats.org/officeDocument/2006/relationships/notesMaster" Target="/ppt/notesMasters/notesMaster1.xml" Id="R9aac72b6deb448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aa6c12f90e425f" /><Relationship Type="http://schemas.openxmlformats.org/officeDocument/2006/relationships/notesMaster" Target="/ppt/notesMasters/notesMaster1.xml" Id="R250b2c4990184c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e3a8a5e6374fad" /><Relationship Type="http://schemas.openxmlformats.org/officeDocument/2006/relationships/notesMaster" Target="/ppt/notesMasters/notesMaster1.xml" Id="R0be66300aba74f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861f0a69c848e5" /><Relationship Type="http://schemas.openxmlformats.org/officeDocument/2006/relationships/notesMaster" Target="/ppt/notesMasters/notesMaster1.xml" Id="Rb4e3af66a8dd4b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a30bbcb1194ad3" /><Relationship Type="http://schemas.openxmlformats.org/officeDocument/2006/relationships/notesMaster" Target="/ppt/notesMasters/notesMaster1.xml" Id="R02f12bbb5ae447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aa9e3b2b354a13" /><Relationship Type="http://schemas.openxmlformats.org/officeDocument/2006/relationships/notesMaster" Target="/ppt/notesMasters/notesMaster1.xml" Id="R037d3d69e66743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6f8cb1ae8c41d8" /><Relationship Type="http://schemas.openxmlformats.org/officeDocument/2006/relationships/notesMaster" Target="/ppt/notesMasters/notesMaster1.xml" Id="Re3b91968ec3e4b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aa44549659474f" /><Relationship Type="http://schemas.openxmlformats.org/officeDocument/2006/relationships/notesMaster" Target="/ppt/notesMasters/notesMaster1.xml" Id="R69841cda79e841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261eb81230145a7" /><Relationship Type="http://schemas.openxmlformats.org/officeDocument/2006/relationships/notesMaster" Target="/ppt/notesMasters/notesMaster1.xml" Id="R7d6e22da6c2c46b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b95c33e9bd14279" /><Relationship Type="http://schemas.openxmlformats.org/officeDocument/2006/relationships/notesMaster" Target="/ppt/notesMasters/notesMaster1.xml" Id="R7fe145d0a3af43d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a5897f698dd4c94" /><Relationship Type="http://schemas.openxmlformats.org/officeDocument/2006/relationships/notesMaster" Target="/ppt/notesMasters/notesMaster1.xml" Id="R4f5c29247491450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416d709d44b4775" /><Relationship Type="http://schemas.openxmlformats.org/officeDocument/2006/relationships/notesMaster" Target="/ppt/notesMasters/notesMaster1.xml" Id="Rd87c0df30a5e49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User-provided and approved orange abstract cover visual: /Users/elliottye/Desktop/exec-eaa585b7-6630-4b2c-bcab-341d9bb5e79c.png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https://press.siemens.com/global/en/pressrelease/siemens-introduces-ai-agents-industrial-automation</a:t>
            </a:r>
          </a:p>
          <a:p xmlns:a="http://schemas.openxmlformats.org/drawingml/2006/main">
            <a:r>
              <a:t>https://www.bosch.com/research/bcai/industrial-ai/</a:t>
            </a:r>
          </a:p>
          <a:p xmlns:a="http://schemas.openxmlformats.org/drawingml/2006/main">
            <a:r>
              <a:t>https://www.se.com/ww/en/about-us/newsroom/news/press-releases/Schneider-Electric-unveils-next-generation-agentic-manufacturing-capabilities-powered-by-Microsoft-Azure-AI-at-Hannover-Messe-2026-69e08de2ddabef15890a48f3/</a:t>
            </a:r>
          </a:p>
          <a:p xmlns:a="http://schemas.openxmlformats.org/drawingml/2006/main">
            <a:r>
              <a:t>https://new.abb.com/process-automation/genix/abb-genix-copilot</a:t>
            </a:r>
          </a:p>
          <a:p xmlns:a="http://schemas.openxmlformats.org/drawingml/2006/main">
            <a:r>
              <a:t>https://commons.wikimedia.org/wiki/File:Siemens-logo.svg</a:t>
            </a:r>
          </a:p>
          <a:p xmlns:a="http://schemas.openxmlformats.org/drawingml/2006/main">
            <a:r>
              <a:t>https://commons.wikimedia.org/wiki/File:Bosch-logo.svg</a:t>
            </a:r>
          </a:p>
          <a:p xmlns:a="http://schemas.openxmlformats.org/drawingml/2006/main">
            <a:r>
              <a:t>https://commons.wikimedia.org/wiki/File:SchneiderElectric_Logo.svg</a:t>
            </a:r>
          </a:p>
          <a:p xmlns:a="http://schemas.openxmlformats.org/drawingml/2006/main">
            <a:r>
              <a:t>https://commons.wikimedia.org/wiki/File:ABB_logo.svg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https://commons.wikimedia.org/wiki/File:Toyota_logo.svg
https://commons.wikimedia.org/wiki/File:BMW.svg
https://commons.wikimedia.org/wiki/File:Honeywell_logo.svg
https://commons.wikimedia.org/wiki/File:Caterpillar_logo.svg
[/Sources]</a:t>
            </a:r>
          </a:p>
          <a:p xmlns:a="http://schemas.openxmlformats.org/drawingml/2006/main">
            <a:r>
              <a:t>
[Sources]
Case narratives use the user's previously approved anonymous cross-border e-commerce and furniture manufacturing copy. No company identity or measured outcome is asserted.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https://github.com/ElliottYip/agentboss-school (public repository verified 2026-08-25)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3ec84ad9f842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92261bcb5e468d" /><Relationship Type="http://schemas.openxmlformats.org/officeDocument/2006/relationships/slideLayout" Target="/ppt/slideLayouts/slideLayout1.xml" Id="R2ff2e790899949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f2e790899949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1c50f53c924d97" /><Relationship Type="http://schemas.openxmlformats.org/officeDocument/2006/relationships/image" Target="/ppt/media/image.png" Id="Re2a927dde63f4977" /><Relationship Type="http://schemas.openxmlformats.org/officeDocument/2006/relationships/image" Target="/ppt/media/image2.png" Id="Rc80d4cd0486242b8" /><Relationship Type="http://schemas.openxmlformats.org/officeDocument/2006/relationships/notesSlide" Target="/ppt/notesSlides/notesSlide1.xml" Id="R36c974778d3f48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8907f60a84445" /><Relationship Type="http://schemas.openxmlformats.org/officeDocument/2006/relationships/notesSlide" Target="/ppt/notesSlides/notesSlide2.xml" Id="R27c766ac775842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93cba7cff49ce" /><Relationship Type="http://schemas.openxmlformats.org/officeDocument/2006/relationships/notesSlide" Target="/ppt/notesSlides/notesSlide3.xml" Id="Raae340342e554d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53d189762547d9" /><Relationship Type="http://schemas.openxmlformats.org/officeDocument/2006/relationships/notesSlide" Target="/ppt/notesSlides/notesSlide4.xml" Id="R2ed29473400a42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069b2b292e4c0e" /><Relationship Type="http://schemas.openxmlformats.org/officeDocument/2006/relationships/notesSlide" Target="/ppt/notesSlides/notesSlide5.xml" Id="Rb6ec38db541b4a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2fb1fb5cc4a81" /><Relationship Type="http://schemas.openxmlformats.org/officeDocument/2006/relationships/notesSlide" Target="/ppt/notesSlides/notesSlide6.xml" Id="R353bd9bf910f48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c33296029c4ab5" /><Relationship Type="http://schemas.openxmlformats.org/officeDocument/2006/relationships/notesSlide" Target="/ppt/notesSlides/notesSlide7.xml" Id="R07f012d565734a2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763eb53f04cad" /><Relationship Type="http://schemas.openxmlformats.org/officeDocument/2006/relationships/notesSlide" Target="/ppt/notesSlides/notesSlide8.xml" Id="R604cf84054a1476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7583a4e0f04463" /><Relationship Type="http://schemas.openxmlformats.org/officeDocument/2006/relationships/image" Target="/ppt/media/image3.png" Id="Rd8dd97c84fd04c36" /><Relationship Type="http://schemas.openxmlformats.org/officeDocument/2006/relationships/image" Target="/ppt/media/image4.png" Id="Rf1b88b5f8c0c42e4" /><Relationship Type="http://schemas.openxmlformats.org/officeDocument/2006/relationships/image" Target="/ppt/media/image5.png" Id="Ra297805502bf4992" /><Relationship Type="http://schemas.openxmlformats.org/officeDocument/2006/relationships/image" Target="/ppt/media/image6.png" Id="Rb050a8b73cc4488e" /><Relationship Type="http://schemas.openxmlformats.org/officeDocument/2006/relationships/image" Target="/ppt/media/image7.png" Id="R1c43ad1c927f4454" /><Relationship Type="http://schemas.openxmlformats.org/officeDocument/2006/relationships/image" Target="/ppt/media/image8.png" Id="R801e965ff51c4dcd" /><Relationship Type="http://schemas.openxmlformats.org/officeDocument/2006/relationships/image" Target="/ppt/media/image9.png" Id="Rc9f4717106674b78" /><Relationship Type="http://schemas.openxmlformats.org/officeDocument/2006/relationships/image" Target="/ppt/media/image10.png" Id="Rff8ca294718341b1" /><Relationship Type="http://schemas.openxmlformats.org/officeDocument/2006/relationships/image" Target="/ppt/media/image11.png" Id="R204ff2a5f57b4c0d" /><Relationship Type="http://schemas.openxmlformats.org/officeDocument/2006/relationships/image" Target="/ppt/media/image12.png" Id="Rbbc67ec38aac429c" /><Relationship Type="http://schemas.openxmlformats.org/officeDocument/2006/relationships/image" Target="/ppt/media/image13.png" Id="Rbcb2791cd67b4054" /><Relationship Type="http://schemas.openxmlformats.org/officeDocument/2006/relationships/image" Target="/ppt/media/image14.png" Id="R8988fee9b12444bf" /><Relationship Type="http://schemas.openxmlformats.org/officeDocument/2006/relationships/notesSlide" Target="/ppt/notesSlides/notesSlide9.xml" Id="R2a9e6d51359a4b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8966f600cc4922" /><Relationship Type="http://schemas.openxmlformats.org/officeDocument/2006/relationships/notesSlide" Target="/ppt/notesSlides/notesSlide10.xml" Id="R6389d5d621d7435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154bc329947b4" /><Relationship Type="http://schemas.openxmlformats.org/officeDocument/2006/relationships/notesSlide" Target="/ppt/notesSlides/notesSlide11.xml" Id="Rb24ca6de5d1e4c0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a34070a6984787" /><Relationship Type="http://schemas.openxmlformats.org/officeDocument/2006/relationships/notesSlide" Target="/ppt/notesSlides/notesSlide12.xml" Id="R0ee67e185cae4d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企业想做 AI 升级，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第一步从哪里开始？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FDE 走进业务现场，帮你找准第一个问题，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再把它做成有人用、看得到结果的系统。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业务诊断｜流程改造｜Skill｜定制 SaaS｜数据库｜Agent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a927dde63f4977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0d4cd0486242b8"/>
          <a:srcRect xmlns:a="http://schemas.openxmlformats.org/drawingml/2006/main" l="612" t="0" r="6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AI 已经可以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过去，我们手动完成工作每一步。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现在，Agent 可以读资料、查数据、调用工具、完成一连串任务。碰到需要审核的事，再交给人判断。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公司的工作方式也会跟着变：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4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重复工作交给 Agent；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人负责目标、判断和审核；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9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一个负责人可以带多个 Agent；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7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91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公司积累的不只是文件，还有能反复使用的流程和 Skill。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54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86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Microsoft 在 2025 年提出 Agent Boss：员工将开始构建、分配和管理 Agent。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16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48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OpenAI 把 Agent 定义为能够代表用户完成工作流的系统，不只是聊天机器人。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8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Google 认为企业 Agent 要连接公司的数据、工具、记忆和运行环境，才能真正工作。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40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Anthropic 发现，人在实际协作中更多决定“做什么”，Agent 更多负责“怎么做”。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613" b="1">
                <a:solidFill>
                  <a:srgbClr val="070707"/>
                </a:solidFill>
              </a:rPr>
              <a:t>公司的运作效率，会随着AI Native程度拉开差距。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这些数字已经发生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Microsoft 2025 Work Trend Index 调查了 31 个国家的 31,000 名员工。81% 的受访领导者预计，未来 12—18 个月 Agent 会进入公司的 AI 战略。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100万+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2025 年公布，已有超过 100 万家企业客户在使用其产品。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2026 年的企业使用数据中，自 2 月以来，Codex 周活跃用户在法务部门增长 108 倍，在销售和招聘部门均增长 41 倍，在市场部门增长 26 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已经进入生产的公开案例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公布的客户资料显示，Codex 帮助其把代码评审时间缩短 50%，部分项目从数周缩短到数天。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其多 Agent 尽调系统的开发时间减少超过 50%，Agent 准确率提高 30%。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Google Cloud 客户案例称，其 AI 系统每年节省 5,390 万美元，客户问题解决速度提高 87%，30% 的来电由 AI 主动解决。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客户资料显示，Lowe’s 已在 1,700 多家门店为员工提供 AI 项目指导工具。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000" b="0">
                <a:solidFill>
                  <a:srgbClr val="070707"/>
                </a:solidFill>
              </a:rPr>
              <a:t>想要升级提效，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000" b="0">
                <a:solidFill>
                  <a:srgbClr val="070707"/>
                </a:solidFill>
              </a:rPr>
              <a:t>但不知道从哪里入手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很多企业已经试过 AI：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买过会员，员工偶尔问几个问题；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做过 Demo，演示时很好，上线后没人用；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看了很多案例，回到自己公司却套不上；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每个部门都说有需求，但排不出先后；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想建知识库，资料却散在微信、Excel、PDF、网盘和员工电脑里；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担心数据安全，也不知道 Agent 能开放多大权限。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AI 升级横跨了四件事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老板想要的结果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一线员工的工作流程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数据和系统在哪里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技术怎么做出来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959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少一层，项目就容易停住。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为什么自己做容易卡住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只听老板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方向很大，但找不到具体从哪项工作开始。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96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只听一线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3533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会得到很多零散需求，却不知道哪个最值得投入。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15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72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只找软件公司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7724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34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直接买标准产品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上线很快，但公司的流程不一定适合它。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534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10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一开始就建大平台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106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钱和时间先花出去了，业务价值还没有验证。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3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企业需要一个人把业务、产品和技术接在一起。这就是 FDE 的工作。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FDE 从模糊问题开始，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做到结果出来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FDE 先去现场看真实工作：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老板为什么想做 AI，一线每天怎么操作，数据放在哪里，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哪些地方最耗时间、最容易错、最影响客户。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问题看清后，再决定怎么做：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现成软件能解决，就直接用现成软件；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一个 Skill 能解决，就不做大系统；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需要连接原有系统，就做集成；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需要整理数据，就先建数据库或知识库；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一条流程适合 Agent，就把人和 Agent 的分工设计清楚。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从一个小工具，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到一次公司级 AI 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一个具体问题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企业专属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报价、录单、对账、报告自动化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文档、表格和图片处理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小型定制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适合：问题明确，希望尽快看到效果。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一条业务流程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访谈和流程整理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ERP、CRM、飞书、钉钉、企微等系统连接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进度、结果和操作记录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多角色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异常处理和人工确认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适合：工作跨多人、跨系统，靠人工反复传递。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一套数据基础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业务数据库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数据整理和统一命名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为 Agent 提供可信的数据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企业知识库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权限和使用范围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适合：资料很多，但找不到、用不准、无法共享。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一次公司级升级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找出各部门适合 AI 的工作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重新设计人和 Agent 的分工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建立权限、审批和责任记录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制定试点顺序和后续计划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培训企业自己的 Agent Boss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适合：老板希望系统推进，不想让各部门各自尝试。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先做一次诊断，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再决定要不要开发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我们会看员工实际使用的表格、文件、聊天工具和业务系统，也会看正常流程之外的各种例外。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不交一个演示，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交一套能验证的东西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根据项目范围，试点通常包括：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原来的工作流程图；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找到的问题和改造范围；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可以运行的原型或系统；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使用的数据和权限说明；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人和 Agent 各自负责什么；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哪些动作需要人工确认；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上线前后的对比方法；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继续做、调整或停止的建议。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我们会提前写清楚：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谁负责；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做到哪里算完成；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什么不在这次范围内；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怎么判断有没有效果。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这些项目，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已经在真实业务中落地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已交付项目｜覆盖跨境电商与家具制造，从现场问题到上线使用。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深受信赖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案例一｜跨境电商 / 商品上架运营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原来怎么做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运营人员从供应商 Excel、聊天记录和图片文件中整理商品资料，再逐项翻译、补齐属性并录入多个平台。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我们发现的问题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真正拖慢上新的不是“写文案”，而是商品属性不完整、资料版本混乱，以及多平台规则需要反复人工核对。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我们做了什么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建立商品资料库和上架工作流；Agent 负责整理、翻译与规则检查，运营人员只处理异常并最终确认。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上线后的变化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资料整理：分散查找 → 集中生成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人工步骤：逐项复制 → 异常处理与确认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错误返工：上架后发现 → 发布前检查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业务影响：新品上架节奏更稳定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案例二｜家具制造工厂 / 订单转生产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销售订单来自微信、Excel 和图纸。我们把尺寸、面料、五金与工艺要求结构化，连接订单库、BOM 和生产工单，并在投产前提示缺项、冲突和版本变化。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dd97c84fd04c3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19125" y="3048000"/>
            <a:ext cx="1257300" cy="419100"/>
          </a:xfrm>
          <a:prstGeom xmlns:a="http://schemas.openxmlformats.org/drawingml/2006/main" prst="rect">
            <a:avLst/>
          </a:prstGeom>
        </p:spPr>
      </p:pic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b88b5f8c0c42e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2425700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97805502bf499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4111625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50a8b73cc4488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797550" y="3067050"/>
            <a:ext cx="1016000" cy="381000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CCB9AC9-7836-443A-8794-A3F90203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12573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1c43ad1c927f4454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922EB84-9C49-4630-AFD8-08C7CCFA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3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801e965ff51c4dcd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BA99177-4D99-4D17-9249-A1AA7FD5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c9f4717106674b78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FE432F8-9908-4FAE-A84B-58693BEF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ff8ca294718341b1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7287B55-D09B-4E8D-B73C-E9670953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75234"/>
            <a:ext cx="1257300" cy="221933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204ff2a5f57b4c0d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D660FCD-43F4-4697-BC1E-25C9C48A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76650"/>
            <a:ext cx="4191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bbc67ec38aac429c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6A28B0D-6783-408E-902B-EE05F9BA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796284"/>
            <a:ext cx="1016032" cy="179832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bcb2791cd67b4054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8803CB5-0E17-496D-8BA9-36D1E520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795522"/>
            <a:ext cx="1016032" cy="18145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8988fee9b12444bf"/>
            <a:stretch/>
          </a:blip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系统上线了，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还要有人会带 Agent 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系统上线后，企业自己的管理者和员工要学会：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我们把这套培训叫做 Agent Boss。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它不是一门提示词课，也不是教员工多用几个 AI 工具。它教企业的人怎么管理一支由人和 Agent 组成的团队。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给 Agent 说清目标和完成标准；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判断哪些工作可以交出去；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检查 Agent 的过程和结果；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处理异常、退回修改或暂停任务；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管好数据、工具和权限；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把好用的方法做成团队共同使用的 Skill；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对最后的业务结果负责。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AgentBoss School 已开源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github.com/ElliottYip/agentboss-school
MIT · v0.7.1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先帮你找到第一步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163" b="0">
                <a:solidFill>
                  <a:srgbClr val="070707"/>
                </a:solidFill>
              </a:rPr>
              <a:t>展会期间，我们提供免费的企业 AI 诊断。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你会拿到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我们也可能直接告诉你：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目前最值得先看的 1—3 项工作；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这些工作适不适合用 AI；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需要哪些数据、系统和人员参与；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更适合买现成软件、做 Skill、定制 SaaS、建数据库，还是先改流程；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是否值得做一个小试点。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这个问题不需要 AI；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现在的数据条件还做不了；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先把流程理顺，再考虑开发；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买现成产品更划算。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免费诊断不承诺完整方案，也不接触未经授权的敏感数据。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你的企业，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最应该先改哪项工作？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288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每天限 10 家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展会两天，共 20 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43300"/>
            <a:ext cx="2667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339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[飞书二维码]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433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加我飞书好友，并发送：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24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企业和行业；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958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最想改善的一项工作；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67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现在怎么做；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388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29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谁负责这项业务；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0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00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方便沟通的时间。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96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扫码加飞书｜发送现状即可预约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1088" b="1">
                <a:solidFill>
                  <a:srgbClr val="070707"/>
                </a:solidFill>
              </a:rPr>
              <a:t>想做 AI 升级，就从一个看得清、做得完的问题开始。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2026-08-25T03:00:20.9310000Z</dcterms:created>
  <dcterms:modified xsi:type="dcterms:W3CDTF">2026-08-25T03:00:20.9310000Z</dcterms:modified>
</coreProperties>
</file>