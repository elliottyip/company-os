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7f1ff50934237" /><Relationship Type="http://schemas.openxmlformats.org/officeDocument/2006/relationships/extended-properties" Target="/docProps/app.xml" Id="Rc42e319b0b8f47a7" /><Relationship Type="http://schemas.openxmlformats.org/officeDocument/2006/relationships/officeDocument" Target="/ppt/presentation.xml" Id="R7860c81f2b0641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98cc5539141d9"/>
  </p:sldMasterIdLst>
  <p:notesMasterIdLst>
    <p:notesMasterId xmlns:r="http://schemas.openxmlformats.org/officeDocument/2006/relationships" r:id="R68b2531f1fc54633"/>
  </p:notesMasterIdLst>
  <p:sldIdLst>
    <p:sldId xmlns:r="http://schemas.openxmlformats.org/officeDocument/2006/relationships" id="256" r:id="R3d27fc4d8f5e4534"/>
    <p:sldId xmlns:r="http://schemas.openxmlformats.org/officeDocument/2006/relationships" id="257" r:id="Re668a5a95d2743fa"/>
    <p:sldId xmlns:r="http://schemas.openxmlformats.org/officeDocument/2006/relationships" id="258" r:id="Rd5fa5c49a7f24262"/>
    <p:sldId xmlns:r="http://schemas.openxmlformats.org/officeDocument/2006/relationships" id="259" r:id="R53c3c2af12f548d7"/>
    <p:sldId xmlns:r="http://schemas.openxmlformats.org/officeDocument/2006/relationships" id="260" r:id="Recc084dfeff24ac4"/>
    <p:sldId xmlns:r="http://schemas.openxmlformats.org/officeDocument/2006/relationships" id="261" r:id="R5630bde6b0b94dab"/>
    <p:sldId xmlns:r="http://schemas.openxmlformats.org/officeDocument/2006/relationships" id="262" r:id="R43c398eee9c7414c"/>
    <p:sldId xmlns:r="http://schemas.openxmlformats.org/officeDocument/2006/relationships" id="263" r:id="Rd24f283f892242d3"/>
    <p:sldId xmlns:r="http://schemas.openxmlformats.org/officeDocument/2006/relationships" id="264" r:id="R8d89769161e84833"/>
    <p:sldId xmlns:r="http://schemas.openxmlformats.org/officeDocument/2006/relationships" id="265" r:id="R42296a08d7f747f7"/>
    <p:sldId xmlns:r="http://schemas.openxmlformats.org/officeDocument/2006/relationships" id="266" r:id="Rad396834d9234cdb"/>
    <p:sldId xmlns:r="http://schemas.openxmlformats.org/officeDocument/2006/relationships" id="267" r:id="R595bb6ba9d7841e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acd18547664a73" /><Relationship Type="http://schemas.openxmlformats.org/officeDocument/2006/relationships/slideMaster" Target="/ppt/slideMasters/slideMaster1.xml" Id="Rb4b98cc5539141d9" /><Relationship Type="http://schemas.openxmlformats.org/officeDocument/2006/relationships/notesMaster" Target="/ppt/notesMasters/notesMaster1.xml" Id="R68b2531f1fc54633" /><Relationship Type="http://schemas.openxmlformats.org/officeDocument/2006/relationships/presProps" Target="/ppt/presProps.xml" Id="R012ee14105ca4b26" /><Relationship Type="http://schemas.openxmlformats.org/officeDocument/2006/relationships/tableStyles" Target="/ppt/tableStyles.xml" Id="R50a065bacc474c98" /><Relationship Type="http://schemas.openxmlformats.org/officeDocument/2006/relationships/slide" Target="/ppt/slides/slide1.xml" Id="R3d27fc4d8f5e4534" /><Relationship Type="http://schemas.openxmlformats.org/officeDocument/2006/relationships/slide" Target="/ppt/slides/slide2.xml" Id="Re668a5a95d2743fa" /><Relationship Type="http://schemas.openxmlformats.org/officeDocument/2006/relationships/slide" Target="/ppt/slides/slide3.xml" Id="Rd5fa5c49a7f24262" /><Relationship Type="http://schemas.openxmlformats.org/officeDocument/2006/relationships/slide" Target="/ppt/slides/slide4.xml" Id="R53c3c2af12f548d7" /><Relationship Type="http://schemas.openxmlformats.org/officeDocument/2006/relationships/slide" Target="/ppt/slides/slide5.xml" Id="Recc084dfeff24ac4" /><Relationship Type="http://schemas.openxmlformats.org/officeDocument/2006/relationships/slide" Target="/ppt/slides/slide6.xml" Id="R5630bde6b0b94dab" /><Relationship Type="http://schemas.openxmlformats.org/officeDocument/2006/relationships/slide" Target="/ppt/slides/slide7.xml" Id="R43c398eee9c7414c" /><Relationship Type="http://schemas.openxmlformats.org/officeDocument/2006/relationships/slide" Target="/ppt/slides/slide8.xml" Id="Rd24f283f892242d3" /><Relationship Type="http://schemas.openxmlformats.org/officeDocument/2006/relationships/slide" Target="/ppt/slides/slide9.xml" Id="R8d89769161e84833" /><Relationship Type="http://schemas.openxmlformats.org/officeDocument/2006/relationships/slide" Target="/ppt/slides/slide10.xml" Id="R42296a08d7f747f7" /><Relationship Type="http://schemas.openxmlformats.org/officeDocument/2006/relationships/slide" Target="/ppt/slides/slide11.xml" Id="Rad396834d9234cdb" /><Relationship Type="http://schemas.openxmlformats.org/officeDocument/2006/relationships/slide" Target="/ppt/slides/slide12.xml" Id="R595bb6ba9d7841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39c12aab2e44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a64e1768a142fa" /><Relationship Type="http://schemas.openxmlformats.org/officeDocument/2006/relationships/notesMaster" Target="/ppt/notesMasters/notesMaster1.xml" Id="Re74797b175cd4f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4f1718267a485b" /><Relationship Type="http://schemas.openxmlformats.org/officeDocument/2006/relationships/notesMaster" Target="/ppt/notesMasters/notesMaster1.xml" Id="Rcc1e8eead130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cdd1b44034615" /><Relationship Type="http://schemas.openxmlformats.org/officeDocument/2006/relationships/notesMaster" Target="/ppt/notesMasters/notesMaster1.xml" Id="R21518434ede6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9ad4218994aab" /><Relationship Type="http://schemas.openxmlformats.org/officeDocument/2006/relationships/notesMaster" Target="/ppt/notesMasters/notesMaster1.xml" Id="Rf1df5e420c40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55840daf4487a" /><Relationship Type="http://schemas.openxmlformats.org/officeDocument/2006/relationships/notesMaster" Target="/ppt/notesMasters/notesMaster1.xml" Id="Rcde6dd8e617d41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3dc00d94a4f3f" /><Relationship Type="http://schemas.openxmlformats.org/officeDocument/2006/relationships/notesMaster" Target="/ppt/notesMasters/notesMaster1.xml" Id="Rbc422a6919454e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cbae1f514f44aa" /><Relationship Type="http://schemas.openxmlformats.org/officeDocument/2006/relationships/notesMaster" Target="/ppt/notesMasters/notesMaster1.xml" Id="R4021165e8e1f49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1558bee9844096" /><Relationship Type="http://schemas.openxmlformats.org/officeDocument/2006/relationships/notesMaster" Target="/ppt/notesMasters/notesMaster1.xml" Id="Rb2670d1d953a46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c3c177915e4c7b" /><Relationship Type="http://schemas.openxmlformats.org/officeDocument/2006/relationships/notesMaster" Target="/ppt/notesMasters/notesMaster1.xml" Id="R15fe635eed5a49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df32c0c3a24a76" /><Relationship Type="http://schemas.openxmlformats.org/officeDocument/2006/relationships/notesMaster" Target="/ppt/notesMasters/notesMaster1.xml" Id="Rca41218697834c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bef9b4af8b434e" /><Relationship Type="http://schemas.openxmlformats.org/officeDocument/2006/relationships/notesMaster" Target="/ppt/notesMasters/notesMaster1.xml" Id="R4d7018774a234a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e3d075bc1d4bff" /><Relationship Type="http://schemas.openxmlformats.org/officeDocument/2006/relationships/notesMaster" Target="/ppt/notesMasters/notesMaster1.xml" Id="R3a2f752e098443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1c430a84743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3af0445c044de" /><Relationship Type="http://schemas.openxmlformats.org/officeDocument/2006/relationships/slideLayout" Target="/ppt/slideLayouts/slideLayout1.xml" Id="Rade4dd97ad3b45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e4dd97ad3b45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c32a5710d45ae" /><Relationship Type="http://schemas.openxmlformats.org/officeDocument/2006/relationships/image" Target="/ppt/media/image.png" Id="Rf20c7bc63e0344d1" /><Relationship Type="http://schemas.openxmlformats.org/officeDocument/2006/relationships/image" Target="/ppt/media/image2.png" Id="Rc0458aab8f7e4571" /><Relationship Type="http://schemas.openxmlformats.org/officeDocument/2006/relationships/notesSlide" Target="/ppt/notesSlides/notesSlide1.xml" Id="R7e156c3aeb9a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d63dd24234b67" /><Relationship Type="http://schemas.openxmlformats.org/officeDocument/2006/relationships/notesSlide" Target="/ppt/notesSlides/notesSlide2.xml" Id="Ra7c287e46c0c4f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66d534b44ffa" /><Relationship Type="http://schemas.openxmlformats.org/officeDocument/2006/relationships/notesSlide" Target="/ppt/notesSlides/notesSlide3.xml" Id="Rd45fc2588d5143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c26cb24114240" /><Relationship Type="http://schemas.openxmlformats.org/officeDocument/2006/relationships/notesSlide" Target="/ppt/notesSlides/notesSlide4.xml" Id="Rfd3a2fb077e6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a463023c64b36" /><Relationship Type="http://schemas.openxmlformats.org/officeDocument/2006/relationships/notesSlide" Target="/ppt/notesSlides/notesSlide5.xml" Id="R8188646046644f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9a8501cda4476" /><Relationship Type="http://schemas.openxmlformats.org/officeDocument/2006/relationships/notesSlide" Target="/ppt/notesSlides/notesSlide6.xml" Id="Reed855c8b9834c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6f06d53a4201" /><Relationship Type="http://schemas.openxmlformats.org/officeDocument/2006/relationships/notesSlide" Target="/ppt/notesSlides/notesSlide7.xml" Id="R114d54d9f24946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6d1ef7bf41be" /><Relationship Type="http://schemas.openxmlformats.org/officeDocument/2006/relationships/notesSlide" Target="/ppt/notesSlides/notesSlide8.xml" Id="R6ca177c6afa348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e493d36534d69" /><Relationship Type="http://schemas.openxmlformats.org/officeDocument/2006/relationships/image" Target="/ppt/media/image3.png" Id="R4d55346e63a744fb" /><Relationship Type="http://schemas.openxmlformats.org/officeDocument/2006/relationships/image" Target="/ppt/media/image4.png" Id="R8c6e6c14d3a1435f" /><Relationship Type="http://schemas.openxmlformats.org/officeDocument/2006/relationships/image" Target="/ppt/media/image5.png" Id="Rdb962a0487a94723" /><Relationship Type="http://schemas.openxmlformats.org/officeDocument/2006/relationships/image" Target="/ppt/media/image6.png" Id="Rac3c505b4e734c18" /><Relationship Type="http://schemas.openxmlformats.org/officeDocument/2006/relationships/image" Target="/ppt/media/image7.png" Id="R668ee4819df2474d" /><Relationship Type="http://schemas.openxmlformats.org/officeDocument/2006/relationships/image" Target="/ppt/media/image8.png" Id="R6617d255a98548a2" /><Relationship Type="http://schemas.openxmlformats.org/officeDocument/2006/relationships/image" Target="/ppt/media/image9.png" Id="Re308f39ecc144cea" /><Relationship Type="http://schemas.openxmlformats.org/officeDocument/2006/relationships/image" Target="/ppt/media/image10.png" Id="R0736dc07052b4467" /><Relationship Type="http://schemas.openxmlformats.org/officeDocument/2006/relationships/image" Target="/ppt/media/image11.png" Id="R700e2659b13f4189" /><Relationship Type="http://schemas.openxmlformats.org/officeDocument/2006/relationships/image" Target="/ppt/media/image12.png" Id="R399b3b798e26408a" /><Relationship Type="http://schemas.openxmlformats.org/officeDocument/2006/relationships/image" Target="/ppt/media/image13.png" Id="Re771415f4be446ba" /><Relationship Type="http://schemas.openxmlformats.org/officeDocument/2006/relationships/image" Target="/ppt/media/image14.png" Id="Ra5f9aee5c7d44a82" /><Relationship Type="http://schemas.openxmlformats.org/officeDocument/2006/relationships/notesSlide" Target="/ppt/notesSlides/notesSlide9.xml" Id="Ree7e7405214149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cb1501c6c49a2" /><Relationship Type="http://schemas.openxmlformats.org/officeDocument/2006/relationships/notesSlide" Target="/ppt/notesSlides/notesSlide10.xml" Id="R98be27ccf80e44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30bae09f94920" /><Relationship Type="http://schemas.openxmlformats.org/officeDocument/2006/relationships/notesSlide" Target="/ppt/notesSlides/notesSlide11.xml" Id="R126472079d2848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14a40a4d84c10" /><Relationship Type="http://schemas.openxmlformats.org/officeDocument/2006/relationships/notesSlide" Target="/ppt/notesSlides/notesSlide12.xml" Id="R918f167d50e4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c7bc63e0344d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58aab8f7e4571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已交付项目｜覆盖跨境电商与家具制造，从现场问题到上线使用。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5346e63a744f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e6c14d3a1435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62a0487a947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c505b4e734c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68ee4819df2474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617d255a98548a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308f39ecc144ce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736dc07052b446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00e2659b13f418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99b3b798e26408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771415f4be446b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5f9aee5c7d44a82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2026-08-25T03:12:56.6640000Z</dcterms:created>
  <dcterms:modified xsi:type="dcterms:W3CDTF">2026-08-25T03:12:56.6640000Z</dcterms:modified>
</coreProperties>
</file>