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e6863635d64fda" /><Relationship Type="http://schemas.openxmlformats.org/officeDocument/2006/relationships/extended-properties" Target="/docProps/app.xml" Id="R81fdcab2c7fe4f24" /><Relationship Type="http://schemas.openxmlformats.org/officeDocument/2006/relationships/officeDocument" Target="/ppt/presentation.xml" Id="R233dd1b96e3042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d90cd63e6f4183"/>
  </p:sldMasterIdLst>
  <p:notesMasterIdLst>
    <p:notesMasterId xmlns:r="http://schemas.openxmlformats.org/officeDocument/2006/relationships" r:id="Raea09c63fb3f4325"/>
  </p:notesMasterIdLst>
  <p:sldIdLst>
    <p:sldId xmlns:r="http://schemas.openxmlformats.org/officeDocument/2006/relationships" id="256" r:id="R49ab9c2451084feb"/>
    <p:sldId xmlns:r="http://schemas.openxmlformats.org/officeDocument/2006/relationships" id="257" r:id="Re9d14fa88051408c"/>
    <p:sldId xmlns:r="http://schemas.openxmlformats.org/officeDocument/2006/relationships" id="258" r:id="R62b24544432b430b"/>
    <p:sldId xmlns:r="http://schemas.openxmlformats.org/officeDocument/2006/relationships" id="259" r:id="R92de6c1c5b204e20"/>
    <p:sldId xmlns:r="http://schemas.openxmlformats.org/officeDocument/2006/relationships" id="260" r:id="R8a3f42cbcdb84521"/>
    <p:sldId xmlns:r="http://schemas.openxmlformats.org/officeDocument/2006/relationships" id="261" r:id="R431a14e0f0804c54"/>
    <p:sldId xmlns:r="http://schemas.openxmlformats.org/officeDocument/2006/relationships" id="262" r:id="Redf4d55cb8de48e5"/>
    <p:sldId xmlns:r="http://schemas.openxmlformats.org/officeDocument/2006/relationships" id="263" r:id="Rf84a7394262d4399"/>
    <p:sldId xmlns:r="http://schemas.openxmlformats.org/officeDocument/2006/relationships" id="264" r:id="R33dbf0a45753447f"/>
    <p:sldId xmlns:r="http://schemas.openxmlformats.org/officeDocument/2006/relationships" id="265" r:id="R5ba1dcd1f3f34211"/>
    <p:sldId xmlns:r="http://schemas.openxmlformats.org/officeDocument/2006/relationships" id="266" r:id="R6101c17ee19c423d"/>
    <p:sldId xmlns:r="http://schemas.openxmlformats.org/officeDocument/2006/relationships" id="267" r:id="Racb80f984fe54106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7ee98349b44c2d" /><Relationship Type="http://schemas.openxmlformats.org/officeDocument/2006/relationships/slideMaster" Target="/ppt/slideMasters/slideMaster1.xml" Id="R83d90cd63e6f4183" /><Relationship Type="http://schemas.openxmlformats.org/officeDocument/2006/relationships/notesMaster" Target="/ppt/notesMasters/notesMaster1.xml" Id="Raea09c63fb3f4325" /><Relationship Type="http://schemas.openxmlformats.org/officeDocument/2006/relationships/presProps" Target="/ppt/presProps.xml" Id="R797e4ec300dd4349" /><Relationship Type="http://schemas.openxmlformats.org/officeDocument/2006/relationships/tableStyles" Target="/ppt/tableStyles.xml" Id="Rf6b8d789602f42e8" /><Relationship Type="http://schemas.openxmlformats.org/officeDocument/2006/relationships/slide" Target="/ppt/slides/slide1.xml" Id="R49ab9c2451084feb" /><Relationship Type="http://schemas.openxmlformats.org/officeDocument/2006/relationships/slide" Target="/ppt/slides/slide2.xml" Id="Re9d14fa88051408c" /><Relationship Type="http://schemas.openxmlformats.org/officeDocument/2006/relationships/slide" Target="/ppt/slides/slide3.xml" Id="R62b24544432b430b" /><Relationship Type="http://schemas.openxmlformats.org/officeDocument/2006/relationships/slide" Target="/ppt/slides/slide4.xml" Id="R92de6c1c5b204e20" /><Relationship Type="http://schemas.openxmlformats.org/officeDocument/2006/relationships/slide" Target="/ppt/slides/slide5.xml" Id="R8a3f42cbcdb84521" /><Relationship Type="http://schemas.openxmlformats.org/officeDocument/2006/relationships/slide" Target="/ppt/slides/slide6.xml" Id="R431a14e0f0804c54" /><Relationship Type="http://schemas.openxmlformats.org/officeDocument/2006/relationships/slide" Target="/ppt/slides/slide7.xml" Id="Redf4d55cb8de48e5" /><Relationship Type="http://schemas.openxmlformats.org/officeDocument/2006/relationships/slide" Target="/ppt/slides/slide8.xml" Id="Rf84a7394262d4399" /><Relationship Type="http://schemas.openxmlformats.org/officeDocument/2006/relationships/slide" Target="/ppt/slides/slide9.xml" Id="R33dbf0a45753447f" /><Relationship Type="http://schemas.openxmlformats.org/officeDocument/2006/relationships/slide" Target="/ppt/slides/slide10.xml" Id="R5ba1dcd1f3f34211" /><Relationship Type="http://schemas.openxmlformats.org/officeDocument/2006/relationships/slide" Target="/ppt/slides/slide11.xml" Id="R6101c17ee19c423d" /><Relationship Type="http://schemas.openxmlformats.org/officeDocument/2006/relationships/slide" Target="/ppt/slides/slide12.xml" Id="Racb80f984fe541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d0d8e90c5742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9d0eb91df74bc1" /><Relationship Type="http://schemas.openxmlformats.org/officeDocument/2006/relationships/notesMaster" Target="/ppt/notesMasters/notesMaster1.xml" Id="R7e28652f227246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c83c2970c44d4a" /><Relationship Type="http://schemas.openxmlformats.org/officeDocument/2006/relationships/notesMaster" Target="/ppt/notesMasters/notesMaster1.xml" Id="Rda5136e759ed4e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1c832ab85a4e67" /><Relationship Type="http://schemas.openxmlformats.org/officeDocument/2006/relationships/notesMaster" Target="/ppt/notesMasters/notesMaster1.xml" Id="Raee9abbc56b749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bcd9e0ad8e4ab2" /><Relationship Type="http://schemas.openxmlformats.org/officeDocument/2006/relationships/notesMaster" Target="/ppt/notesMasters/notesMaster1.xml" Id="R80267971b8ba40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d314c7e30c4159" /><Relationship Type="http://schemas.openxmlformats.org/officeDocument/2006/relationships/notesMaster" Target="/ppt/notesMasters/notesMaster1.xml" Id="Re2225e3e948e40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aa526a693c4115" /><Relationship Type="http://schemas.openxmlformats.org/officeDocument/2006/relationships/notesMaster" Target="/ppt/notesMasters/notesMaster1.xml" Id="R069ddaf8116649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1219abb14b4c99" /><Relationship Type="http://schemas.openxmlformats.org/officeDocument/2006/relationships/notesMaster" Target="/ppt/notesMasters/notesMaster1.xml" Id="R5eca0d16749f4d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973a42270c429e" /><Relationship Type="http://schemas.openxmlformats.org/officeDocument/2006/relationships/notesMaster" Target="/ppt/notesMasters/notesMaster1.xml" Id="R5357da9562fe4f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c0ff86f0854f7e" /><Relationship Type="http://schemas.openxmlformats.org/officeDocument/2006/relationships/notesMaster" Target="/ppt/notesMasters/notesMaster1.xml" Id="Ra25e53d5143447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40b763639945a1" /><Relationship Type="http://schemas.openxmlformats.org/officeDocument/2006/relationships/notesMaster" Target="/ppt/notesMasters/notesMaster1.xml" Id="R865d20927b214a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6f477ce310446a" /><Relationship Type="http://schemas.openxmlformats.org/officeDocument/2006/relationships/notesMaster" Target="/ppt/notesMasters/notesMaster1.xml" Id="Rf21010c505c447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e633834070f4441" /><Relationship Type="http://schemas.openxmlformats.org/officeDocument/2006/relationships/notesMaster" Target="/ppt/notesMasters/notesMaster1.xml" Id="R24a6bf44390a4c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User-provided and approved orange abstract cover visual: /Users/elliottye/Desktop/exec-eaa585b7-6630-4b2c-bcab-341d9bb5e79c.png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0f85b968074a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682fbdf9af4efe" /><Relationship Type="http://schemas.openxmlformats.org/officeDocument/2006/relationships/slideLayout" Target="/ppt/slideLayouts/slideLayout1.xml" Id="R21bb5e44772440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bb5e44772440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aa1a916434c0d" /><Relationship Type="http://schemas.openxmlformats.org/officeDocument/2006/relationships/image" Target="/ppt/media/image.png" Id="R08f0d89261a24fc6" /><Relationship Type="http://schemas.openxmlformats.org/officeDocument/2006/relationships/image" Target="/ppt/media/image2.png" Id="R92981dc7008a4ea7" /><Relationship Type="http://schemas.openxmlformats.org/officeDocument/2006/relationships/notesSlide" Target="/ppt/notesSlides/notesSlide1.xml" Id="R12bafff485f246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de2f4de8b46f2" /><Relationship Type="http://schemas.openxmlformats.org/officeDocument/2006/relationships/notesSlide" Target="/ppt/notesSlides/notesSlide2.xml" Id="R3e82d2994fdd48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4e39bed8a4a37" /><Relationship Type="http://schemas.openxmlformats.org/officeDocument/2006/relationships/notesSlide" Target="/ppt/notesSlides/notesSlide3.xml" Id="R16a17aef18f643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677b62efc4e7b" /><Relationship Type="http://schemas.openxmlformats.org/officeDocument/2006/relationships/notesSlide" Target="/ppt/notesSlides/notesSlide4.xml" Id="Rc1c84fc35d3743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c6dd266104de7" /><Relationship Type="http://schemas.openxmlformats.org/officeDocument/2006/relationships/notesSlide" Target="/ppt/notesSlides/notesSlide5.xml" Id="Rdfa6b53771dd4b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88e2933f442fa" /><Relationship Type="http://schemas.openxmlformats.org/officeDocument/2006/relationships/notesSlide" Target="/ppt/notesSlides/notesSlide6.xml" Id="R19f6901c91b844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1b79a515c4f29" /><Relationship Type="http://schemas.openxmlformats.org/officeDocument/2006/relationships/notesSlide" Target="/ppt/notesSlides/notesSlide7.xml" Id="R57872d987c8a4d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21a0648794014" /><Relationship Type="http://schemas.openxmlformats.org/officeDocument/2006/relationships/notesSlide" Target="/ppt/notesSlides/notesSlide8.xml" Id="Rf95e3d5237a944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17782a9294aae" /><Relationship Type="http://schemas.openxmlformats.org/officeDocument/2006/relationships/image" Target="/ppt/media/image3.png" Id="R6b2f0bc1c65845e4" /><Relationship Type="http://schemas.openxmlformats.org/officeDocument/2006/relationships/image" Target="/ppt/media/image4.png" Id="R6d4cd80498444136" /><Relationship Type="http://schemas.openxmlformats.org/officeDocument/2006/relationships/image" Target="/ppt/media/image5.png" Id="R0ec2cd1254fa4f5f" /><Relationship Type="http://schemas.openxmlformats.org/officeDocument/2006/relationships/image" Target="/ppt/media/image6.png" Id="R921a1e89d52a4326" /><Relationship Type="http://schemas.openxmlformats.org/officeDocument/2006/relationships/image" Target="/ppt/media/image7.png" Id="R79d983e8b5a943e6" /><Relationship Type="http://schemas.openxmlformats.org/officeDocument/2006/relationships/image" Target="/ppt/media/image8.png" Id="Rda241e9f038545be" /><Relationship Type="http://schemas.openxmlformats.org/officeDocument/2006/relationships/notesSlide" Target="/ppt/notesSlides/notesSlide9.xml" Id="R79ce9a91ccd94e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aeeddbeae404c" /><Relationship Type="http://schemas.openxmlformats.org/officeDocument/2006/relationships/notesSlide" Target="/ppt/notesSlides/notesSlide10.xml" Id="R99d309f844b94a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1b6011222418a" /><Relationship Type="http://schemas.openxmlformats.org/officeDocument/2006/relationships/notesSlide" Target="/ppt/notesSlides/notesSlide11.xml" Id="Reb23f758eb5645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4c254bb6f4b76" /><Relationship Type="http://schemas.openxmlformats.org/officeDocument/2006/relationships/notesSlide" Target="/ppt/notesSlides/notesSlide12.xml" Id="R492c5af312d24a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0d89261a24fc6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981dc7008a4ea7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73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1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14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8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16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0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73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05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5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67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97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59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91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58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老板为什么想做 AI，一线每天怎么操作，数据放在哪里，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这些项目，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已经在真实业务中落地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以下是 FDE 已完成的两个项目：跨境电商商品上架、家具制造订单转生产。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深受信赖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案例一｜跨境电商 / 商品上架运营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运营人员从供应商 Excel、聊天记录和图片文件中整理商品资料，再逐项翻译、补齐属性并录入多个平台。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真正拖慢上新的不是“写文案”，而是商品属性不完整、资料版本混乱，以及多平台规则需要反复人工核对。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建立商品资料库和上架工作流；Agent 负责整理、翻译与规则检查，运营人员只处理异常并最终确认。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资料整理：分散查找 → 集中生成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人工步骤：逐项复制 → 异常处理与确认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错误返工：上架后发现 → 发布前检查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业务影响：新品上架节奏更稳定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案例二｜家具制造工厂 / 订单转生产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销售订单来自微信、Excel 和图纸。我们把尺寸、面料、五金与工艺要求结构化，连接订单库、BOM 和生产工单，并在投产前提示缺项、冲突和版本变化。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f0bc1c65845e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42963" y="3052763"/>
            <a:ext cx="1409700" cy="469868"/>
          </a:xfrm>
          <a:prstGeom xmlns:a="http://schemas.openxmlformats.org/drawingml/2006/main" prst="rect">
            <a:avLst/>
          </a:prstGeom>
        </p:spPr>
      </p:pic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cd8049844413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3133725" y="3043238"/>
            <a:ext cx="1295400" cy="485775"/>
          </a:xfrm>
          <a:prstGeom xmlns:a="http://schemas.openxmlformats.org/drawingml/2006/main" prst="rect">
            <a:avLst/>
          </a:prstGeom>
        </p:spPr>
      </p:pic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2cd1254fa4f5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310188" y="3000375"/>
            <a:ext cx="1524000" cy="571500"/>
          </a:xfrm>
          <a:prstGeom xmlns:a="http://schemas.openxmlformats.org/drawingml/2006/main" prst="rect">
            <a:avLst/>
          </a:prstGeom>
        </p:spPr>
      </p:pic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a1e89d52a432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919163" y="3719513"/>
            <a:ext cx="1257300" cy="471488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28B0D-6783-408E-902B-EE05F9B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810000"/>
            <a:ext cx="1600200" cy="283274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79d983e8b5a943e6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803CB5-0E17-496D-8BA9-36D1E52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12381"/>
            <a:ext cx="1571625" cy="280607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da241e9f038545be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已开源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288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43300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339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[飞书二维码]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24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95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67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38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00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96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2026-08-25T03:25:09.1060000Z</dcterms:created>
  <dcterms:modified xsi:type="dcterms:W3CDTF">2026-08-25T03:25:09.1060000Z</dcterms:modified>
</coreProperties>
</file>