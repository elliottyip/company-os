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355d9c8c14fe8" /><Relationship Type="http://schemas.openxmlformats.org/officeDocument/2006/relationships/extended-properties" Target="/docProps/app.xml" Id="R7a104c4cc2ad461c" /><Relationship Type="http://schemas.openxmlformats.org/officeDocument/2006/relationships/officeDocument" Target="/ppt/presentation.xml" Id="R495663707342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9b2d10d5a4766"/>
  </p:sldMasterIdLst>
  <p:notesMasterIdLst>
    <p:notesMasterId xmlns:r="http://schemas.openxmlformats.org/officeDocument/2006/relationships" r:id="Rfcde3c98906f48f3"/>
  </p:notesMasterIdLst>
  <p:sldIdLst>
    <p:sldId xmlns:r="http://schemas.openxmlformats.org/officeDocument/2006/relationships" id="256" r:id="R289684aef2e943c9"/>
    <p:sldId xmlns:r="http://schemas.openxmlformats.org/officeDocument/2006/relationships" id="257" r:id="R1f488cb162a2430a"/>
    <p:sldId xmlns:r="http://schemas.openxmlformats.org/officeDocument/2006/relationships" id="258" r:id="R1e2c1e4cb9844e7c"/>
    <p:sldId xmlns:r="http://schemas.openxmlformats.org/officeDocument/2006/relationships" id="259" r:id="R729bbcd8f0b34552"/>
    <p:sldId xmlns:r="http://schemas.openxmlformats.org/officeDocument/2006/relationships" id="260" r:id="Rd945ce41f4504886"/>
    <p:sldId xmlns:r="http://schemas.openxmlformats.org/officeDocument/2006/relationships" id="261" r:id="Rf8c4781ff79b4530"/>
    <p:sldId xmlns:r="http://schemas.openxmlformats.org/officeDocument/2006/relationships" id="262" r:id="R52bbc561afb54784"/>
    <p:sldId xmlns:r="http://schemas.openxmlformats.org/officeDocument/2006/relationships" id="263" r:id="Rb3dab673aba24805"/>
    <p:sldId xmlns:r="http://schemas.openxmlformats.org/officeDocument/2006/relationships" id="264" r:id="Re714e7833ef74b68"/>
    <p:sldId xmlns:r="http://schemas.openxmlformats.org/officeDocument/2006/relationships" id="265" r:id="Rc06ddad00f06484c"/>
    <p:sldId xmlns:r="http://schemas.openxmlformats.org/officeDocument/2006/relationships" id="266" r:id="R2ff8b993cf7b44ca"/>
    <p:sldId xmlns:r="http://schemas.openxmlformats.org/officeDocument/2006/relationships" id="267" r:id="Rb35c91b8fe81443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8892d989f4786" /><Relationship Type="http://schemas.openxmlformats.org/officeDocument/2006/relationships/slideMaster" Target="/ppt/slideMasters/slideMaster1.xml" Id="R73d9b2d10d5a4766" /><Relationship Type="http://schemas.openxmlformats.org/officeDocument/2006/relationships/notesMaster" Target="/ppt/notesMasters/notesMaster1.xml" Id="Rfcde3c98906f48f3" /><Relationship Type="http://schemas.openxmlformats.org/officeDocument/2006/relationships/presProps" Target="/ppt/presProps.xml" Id="Rd36d2c93646a4490" /><Relationship Type="http://schemas.openxmlformats.org/officeDocument/2006/relationships/tableStyles" Target="/ppt/tableStyles.xml" Id="Rbfe158cac0a14926" /><Relationship Type="http://schemas.openxmlformats.org/officeDocument/2006/relationships/slide" Target="/ppt/slides/slide1.xml" Id="R289684aef2e943c9" /><Relationship Type="http://schemas.openxmlformats.org/officeDocument/2006/relationships/slide" Target="/ppt/slides/slide2.xml" Id="R1f488cb162a2430a" /><Relationship Type="http://schemas.openxmlformats.org/officeDocument/2006/relationships/slide" Target="/ppt/slides/slide3.xml" Id="R1e2c1e4cb9844e7c" /><Relationship Type="http://schemas.openxmlformats.org/officeDocument/2006/relationships/slide" Target="/ppt/slides/slide4.xml" Id="R729bbcd8f0b34552" /><Relationship Type="http://schemas.openxmlformats.org/officeDocument/2006/relationships/slide" Target="/ppt/slides/slide5.xml" Id="Rd945ce41f4504886" /><Relationship Type="http://schemas.openxmlformats.org/officeDocument/2006/relationships/slide" Target="/ppt/slides/slide6.xml" Id="Rf8c4781ff79b4530" /><Relationship Type="http://schemas.openxmlformats.org/officeDocument/2006/relationships/slide" Target="/ppt/slides/slide7.xml" Id="R52bbc561afb54784" /><Relationship Type="http://schemas.openxmlformats.org/officeDocument/2006/relationships/slide" Target="/ppt/slides/slide8.xml" Id="Rb3dab673aba24805" /><Relationship Type="http://schemas.openxmlformats.org/officeDocument/2006/relationships/slide" Target="/ppt/slides/slide9.xml" Id="Re714e7833ef74b68" /><Relationship Type="http://schemas.openxmlformats.org/officeDocument/2006/relationships/slide" Target="/ppt/slides/slide10.xml" Id="Rc06ddad00f06484c" /><Relationship Type="http://schemas.openxmlformats.org/officeDocument/2006/relationships/slide" Target="/ppt/slides/slide11.xml" Id="R2ff8b993cf7b44ca" /><Relationship Type="http://schemas.openxmlformats.org/officeDocument/2006/relationships/slide" Target="/ppt/slides/slide12.xml" Id="Rb35c91b8fe81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7376989dc4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14a8f7e66c40f0" /><Relationship Type="http://schemas.openxmlformats.org/officeDocument/2006/relationships/notesMaster" Target="/ppt/notesMasters/notesMaster1.xml" Id="R9a3c46d20c3c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74b18c9dd44e0" /><Relationship Type="http://schemas.openxmlformats.org/officeDocument/2006/relationships/notesMaster" Target="/ppt/notesMasters/notesMaster1.xml" Id="Ra34ddd720bb841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77f12594543d5" /><Relationship Type="http://schemas.openxmlformats.org/officeDocument/2006/relationships/notesMaster" Target="/ppt/notesMasters/notesMaster1.xml" Id="R870cc5c177b1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0ab6cb4b1c4ad4" /><Relationship Type="http://schemas.openxmlformats.org/officeDocument/2006/relationships/notesMaster" Target="/ppt/notesMasters/notesMaster1.xml" Id="R39f6aa49086248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281776cdfb4e9e" /><Relationship Type="http://schemas.openxmlformats.org/officeDocument/2006/relationships/notesMaster" Target="/ppt/notesMasters/notesMaster1.xml" Id="R81b0d5e6255a43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b0f744ef63408a" /><Relationship Type="http://schemas.openxmlformats.org/officeDocument/2006/relationships/notesMaster" Target="/ppt/notesMasters/notesMaster1.xml" Id="Rdaa01b274de6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beb5d8f1b847da" /><Relationship Type="http://schemas.openxmlformats.org/officeDocument/2006/relationships/notesMaster" Target="/ppt/notesMasters/notesMaster1.xml" Id="R37f590b5654b4e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bce8b63c184dd4" /><Relationship Type="http://schemas.openxmlformats.org/officeDocument/2006/relationships/notesMaster" Target="/ppt/notesMasters/notesMaster1.xml" Id="Ra8f5d4ed5a8f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929b234d148e8" /><Relationship Type="http://schemas.openxmlformats.org/officeDocument/2006/relationships/notesMaster" Target="/ppt/notesMasters/notesMaster1.xml" Id="Rc053ee5bcb1d48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ff9a480dbd43aa" /><Relationship Type="http://schemas.openxmlformats.org/officeDocument/2006/relationships/notesMaster" Target="/ppt/notesMasters/notesMaster1.xml" Id="R8e0c7cd3773048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da1e724bd34876" /><Relationship Type="http://schemas.openxmlformats.org/officeDocument/2006/relationships/notesMaster" Target="/ppt/notesMasters/notesMaster1.xml" Id="R152b4082af5c49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e44ab51eb941f9" /><Relationship Type="http://schemas.openxmlformats.org/officeDocument/2006/relationships/notesMaster" Target="/ppt/notesMasters/notesMaster1.xml" Id="R0054b2e80eba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12371fcdd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59ca6d5a2493f" /><Relationship Type="http://schemas.openxmlformats.org/officeDocument/2006/relationships/slideLayout" Target="/ppt/slideLayouts/slideLayout1.xml" Id="R1b3f742bb190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3f742bb190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799cd0f154ca8" /><Relationship Type="http://schemas.openxmlformats.org/officeDocument/2006/relationships/image" Target="/ppt/media/image.png" Id="R08348d2d7aec404b" /><Relationship Type="http://schemas.openxmlformats.org/officeDocument/2006/relationships/notesSlide" Target="/ppt/notesSlides/notesSlide1.xml" Id="R88f72f8f309e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2d0f99af34ac5" /><Relationship Type="http://schemas.openxmlformats.org/officeDocument/2006/relationships/notesSlide" Target="/ppt/notesSlides/notesSlide2.xml" Id="R781039828f114e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3698894a54e16" /><Relationship Type="http://schemas.openxmlformats.org/officeDocument/2006/relationships/notesSlide" Target="/ppt/notesSlides/notesSlide3.xml" Id="R8a3b9dd42ce646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12b61efa040a7" /><Relationship Type="http://schemas.openxmlformats.org/officeDocument/2006/relationships/notesSlide" Target="/ppt/notesSlides/notesSlide4.xml" Id="R89afb5be9042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4dc3e19104eff" /><Relationship Type="http://schemas.openxmlformats.org/officeDocument/2006/relationships/notesSlide" Target="/ppt/notesSlides/notesSlide5.xml" Id="Rd872363f102944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609fb1907470b" /><Relationship Type="http://schemas.openxmlformats.org/officeDocument/2006/relationships/notesSlide" Target="/ppt/notesSlides/notesSlide6.xml" Id="Ra6465927501c44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8558becfa4119" /><Relationship Type="http://schemas.openxmlformats.org/officeDocument/2006/relationships/notesSlide" Target="/ppt/notesSlides/notesSlide7.xml" Id="Rdbd8c8685b674b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baea8d42d4bfe" /><Relationship Type="http://schemas.openxmlformats.org/officeDocument/2006/relationships/notesSlide" Target="/ppt/notesSlides/notesSlide8.xml" Id="R4c8baf1966074c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09bc3401b4c50" /><Relationship Type="http://schemas.openxmlformats.org/officeDocument/2006/relationships/notesSlide" Target="/ppt/notesSlides/notesSlide9.xml" Id="R9f77f7ed334b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df0d3d31e42de" /><Relationship Type="http://schemas.openxmlformats.org/officeDocument/2006/relationships/notesSlide" Target="/ppt/notesSlides/notesSlide10.xml" Id="Rf62b6dfd394b43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0f8356cbb43e5" /><Relationship Type="http://schemas.openxmlformats.org/officeDocument/2006/relationships/notesSlide" Target="/ppt/notesSlides/notesSlide11.xml" Id="R7d7e8f918fba4e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892c04a8341d0" /><Relationship Type="http://schemas.openxmlformats.org/officeDocument/2006/relationships/notesSlide" Target="/ppt/notesSlides/notesSlide12.xml" Id="R1f39d2964b6e41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48d2d7aec404b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93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62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2026-08-24T07:39:23.9100000Z</dcterms:created>
  <dcterms:modified xsi:type="dcterms:W3CDTF">2026-08-24T07:39:23.9100000Z</dcterms:modified>
</coreProperties>
</file>