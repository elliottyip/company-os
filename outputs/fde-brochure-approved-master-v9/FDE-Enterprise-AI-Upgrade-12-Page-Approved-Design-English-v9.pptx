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c1fb4118b743e1" /><Relationship Type="http://schemas.openxmlformats.org/officeDocument/2006/relationships/extended-properties" Target="/docProps/app.xml" Id="R82b71a07e1734774" /><Relationship Type="http://schemas.openxmlformats.org/officeDocument/2006/relationships/officeDocument" Target="/ppt/presentation.xml" Id="Raac9f07025ce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c678996c5d40c1"/>
  </p:sldMasterIdLst>
  <p:notesMasterIdLst>
    <p:notesMasterId xmlns:r="http://schemas.openxmlformats.org/officeDocument/2006/relationships" r:id="R8a1e64391fd0473d"/>
  </p:notesMasterIdLst>
  <p:sldIdLst>
    <p:sldId xmlns:r="http://schemas.openxmlformats.org/officeDocument/2006/relationships" id="256" r:id="Rf187fbc426d74213"/>
    <p:sldId xmlns:r="http://schemas.openxmlformats.org/officeDocument/2006/relationships" id="257" r:id="Rc6d5c3e80b674005"/>
    <p:sldId xmlns:r="http://schemas.openxmlformats.org/officeDocument/2006/relationships" id="258" r:id="R5b00948674a6447b"/>
    <p:sldId xmlns:r="http://schemas.openxmlformats.org/officeDocument/2006/relationships" id="259" r:id="Rdb648f4e20504109"/>
    <p:sldId xmlns:r="http://schemas.openxmlformats.org/officeDocument/2006/relationships" id="260" r:id="R59718b13d32449d3"/>
    <p:sldId xmlns:r="http://schemas.openxmlformats.org/officeDocument/2006/relationships" id="261" r:id="R5938ccf6ba8d422f"/>
    <p:sldId xmlns:r="http://schemas.openxmlformats.org/officeDocument/2006/relationships" id="262" r:id="R542dddb82fe44b4d"/>
    <p:sldId xmlns:r="http://schemas.openxmlformats.org/officeDocument/2006/relationships" id="263" r:id="R6dfb0294d0c4451f"/>
    <p:sldId xmlns:r="http://schemas.openxmlformats.org/officeDocument/2006/relationships" id="264" r:id="R4e01c82b25d94255"/>
    <p:sldId xmlns:r="http://schemas.openxmlformats.org/officeDocument/2006/relationships" id="265" r:id="Rc0c53361017a4233"/>
    <p:sldId xmlns:r="http://schemas.openxmlformats.org/officeDocument/2006/relationships" id="266" r:id="Rbd6b39170e60467d"/>
    <p:sldId xmlns:r="http://schemas.openxmlformats.org/officeDocument/2006/relationships" id="267" r:id="R7e85b391aec64027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2d5369ee014166" /><Relationship Type="http://schemas.openxmlformats.org/officeDocument/2006/relationships/slideMaster" Target="/ppt/slideMasters/slideMaster1.xml" Id="R97c678996c5d40c1" /><Relationship Type="http://schemas.openxmlformats.org/officeDocument/2006/relationships/notesMaster" Target="/ppt/notesMasters/notesMaster1.xml" Id="R8a1e64391fd0473d" /><Relationship Type="http://schemas.openxmlformats.org/officeDocument/2006/relationships/presProps" Target="/ppt/presProps.xml" Id="Raf027f85440f4b2c" /><Relationship Type="http://schemas.openxmlformats.org/officeDocument/2006/relationships/tableStyles" Target="/ppt/tableStyles.xml" Id="R830f91517cac4916" /><Relationship Type="http://schemas.openxmlformats.org/officeDocument/2006/relationships/slide" Target="/ppt/slides/slide1.xml" Id="Rf187fbc426d74213" /><Relationship Type="http://schemas.openxmlformats.org/officeDocument/2006/relationships/slide" Target="/ppt/slides/slide2.xml" Id="Rc6d5c3e80b674005" /><Relationship Type="http://schemas.openxmlformats.org/officeDocument/2006/relationships/slide" Target="/ppt/slides/slide3.xml" Id="R5b00948674a6447b" /><Relationship Type="http://schemas.openxmlformats.org/officeDocument/2006/relationships/slide" Target="/ppt/slides/slide4.xml" Id="Rdb648f4e20504109" /><Relationship Type="http://schemas.openxmlformats.org/officeDocument/2006/relationships/slide" Target="/ppt/slides/slide5.xml" Id="R59718b13d32449d3" /><Relationship Type="http://schemas.openxmlformats.org/officeDocument/2006/relationships/slide" Target="/ppt/slides/slide6.xml" Id="R5938ccf6ba8d422f" /><Relationship Type="http://schemas.openxmlformats.org/officeDocument/2006/relationships/slide" Target="/ppt/slides/slide7.xml" Id="R542dddb82fe44b4d" /><Relationship Type="http://schemas.openxmlformats.org/officeDocument/2006/relationships/slide" Target="/ppt/slides/slide8.xml" Id="R6dfb0294d0c4451f" /><Relationship Type="http://schemas.openxmlformats.org/officeDocument/2006/relationships/slide" Target="/ppt/slides/slide9.xml" Id="R4e01c82b25d94255" /><Relationship Type="http://schemas.openxmlformats.org/officeDocument/2006/relationships/slide" Target="/ppt/slides/slide10.xml" Id="Rc0c53361017a4233" /><Relationship Type="http://schemas.openxmlformats.org/officeDocument/2006/relationships/slide" Target="/ppt/slides/slide11.xml" Id="Rbd6b39170e60467d" /><Relationship Type="http://schemas.openxmlformats.org/officeDocument/2006/relationships/slide" Target="/ppt/slides/slide12.xml" Id="R7e85b391aec640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3a44c6ede743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929359f3d4749" /><Relationship Type="http://schemas.openxmlformats.org/officeDocument/2006/relationships/notesMaster" Target="/ppt/notesMasters/notesMaster1.xml" Id="R2eab220a7a79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a28ada57104726" /><Relationship Type="http://schemas.openxmlformats.org/officeDocument/2006/relationships/notesMaster" Target="/ppt/notesMasters/notesMaster1.xml" Id="R51e8b20401b8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7a625812cd4d8c" /><Relationship Type="http://schemas.openxmlformats.org/officeDocument/2006/relationships/notesMaster" Target="/ppt/notesMasters/notesMaster1.xml" Id="Re48fdab6d3f2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5a859f3d3e40b4" /><Relationship Type="http://schemas.openxmlformats.org/officeDocument/2006/relationships/notesMaster" Target="/ppt/notesMasters/notesMaster1.xml" Id="Rd26ea14ed8734a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a8fb22abb9407c" /><Relationship Type="http://schemas.openxmlformats.org/officeDocument/2006/relationships/notesMaster" Target="/ppt/notesMasters/notesMaster1.xml" Id="R0f4b5d98adfe4d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47c71ec2e04d20" /><Relationship Type="http://schemas.openxmlformats.org/officeDocument/2006/relationships/notesMaster" Target="/ppt/notesMasters/notesMaster1.xml" Id="R0cb91d5bc35c4a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174a126cc64e3a" /><Relationship Type="http://schemas.openxmlformats.org/officeDocument/2006/relationships/notesMaster" Target="/ppt/notesMasters/notesMaster1.xml" Id="R5663c30c6c9943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0406ff7e9845d5" /><Relationship Type="http://schemas.openxmlformats.org/officeDocument/2006/relationships/notesMaster" Target="/ppt/notesMasters/notesMaster1.xml" Id="R25d6108f57ab43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0ed81b1f99444b" /><Relationship Type="http://schemas.openxmlformats.org/officeDocument/2006/relationships/notesMaster" Target="/ppt/notesMasters/notesMaster1.xml" Id="R842bc789cd9445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d158b065054688" /><Relationship Type="http://schemas.openxmlformats.org/officeDocument/2006/relationships/notesMaster" Target="/ppt/notesMasters/notesMaster1.xml" Id="R7c32064f919748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121e4565ea4074" /><Relationship Type="http://schemas.openxmlformats.org/officeDocument/2006/relationships/notesMaster" Target="/ppt/notesMasters/notesMaster1.xml" Id="Rc0142ab00baf4b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2e3ad5c4c440ed" /><Relationship Type="http://schemas.openxmlformats.org/officeDocument/2006/relationships/notesMaster" Target="/ppt/notesMasters/notesMaster1.xml" Id="Rb79634793dda44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f17a622d2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ae24694f444b8e" /><Relationship Type="http://schemas.openxmlformats.org/officeDocument/2006/relationships/slideLayout" Target="/ppt/slideLayouts/slideLayout1.xml" Id="R889a29ac0d62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9a29ac0d62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4b165ec4f4723" /><Relationship Type="http://schemas.openxmlformats.org/officeDocument/2006/relationships/image" Target="/ppt/media/image.png" Id="Rd9222ff6e60e4421" /><Relationship Type="http://schemas.openxmlformats.org/officeDocument/2006/relationships/notesSlide" Target="/ppt/notesSlides/notesSlide1.xml" Id="R321376f94636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b7f3b9e7f4fef" /><Relationship Type="http://schemas.openxmlformats.org/officeDocument/2006/relationships/notesSlide" Target="/ppt/notesSlides/notesSlide2.xml" Id="Rca0612420bfe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5e853f3884f81" /><Relationship Type="http://schemas.openxmlformats.org/officeDocument/2006/relationships/notesSlide" Target="/ppt/notesSlides/notesSlide3.xml" Id="Rb00eeeb78ac646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f89ca677244bd" /><Relationship Type="http://schemas.openxmlformats.org/officeDocument/2006/relationships/notesSlide" Target="/ppt/notesSlides/notesSlide4.xml" Id="R9514e72cfafa4d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a0c8d9dbe41e3" /><Relationship Type="http://schemas.openxmlformats.org/officeDocument/2006/relationships/notesSlide" Target="/ppt/notesSlides/notesSlide5.xml" Id="R939820afd0a14c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233fbf4474c24" /><Relationship Type="http://schemas.openxmlformats.org/officeDocument/2006/relationships/notesSlide" Target="/ppt/notesSlides/notesSlide6.xml" Id="R21dfa506288e4d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49dbab4924ee7" /><Relationship Type="http://schemas.openxmlformats.org/officeDocument/2006/relationships/notesSlide" Target="/ppt/notesSlides/notesSlide7.xml" Id="R0ed0cff60bbe47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7f16dc9c34697" /><Relationship Type="http://schemas.openxmlformats.org/officeDocument/2006/relationships/notesSlide" Target="/ppt/notesSlides/notesSlide8.xml" Id="Rcd46e4dc542f48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38d5c10e941e3" /><Relationship Type="http://schemas.openxmlformats.org/officeDocument/2006/relationships/notesSlide" Target="/ppt/notesSlides/notesSlide9.xml" Id="Rb70cd7c028bb4d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8e7d162e945aa" /><Relationship Type="http://schemas.openxmlformats.org/officeDocument/2006/relationships/notesSlide" Target="/ppt/notesSlides/notesSlide10.xml" Id="R52944809914a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98c97542a40ae" /><Relationship Type="http://schemas.openxmlformats.org/officeDocument/2006/relationships/notesSlide" Target="/ppt/notesSlides/notesSlide11.xml" Id="R118967a34e3846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fddfd0aa04ae4" /><Relationship Type="http://schemas.openxmlformats.org/officeDocument/2006/relationships/notesSlide" Target="/ppt/notesSlides/notesSlide12.xml" Id="R270c803467d34a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22ff6e60e4421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67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436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3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38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72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34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5342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76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229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24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924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53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2026-08-24T07:39:24.6630000Z</dcterms:created>
  <dcterms:modified xsi:type="dcterms:W3CDTF">2026-08-24T07:39:24.6630000Z</dcterms:modified>
</coreProperties>
</file>