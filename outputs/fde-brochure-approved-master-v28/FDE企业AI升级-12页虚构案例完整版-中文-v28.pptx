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39b8b2941244e7" /><Relationship Type="http://schemas.openxmlformats.org/officeDocument/2006/relationships/extended-properties" Target="/docProps/app.xml" Id="R2209bee8aa064380" /><Relationship Type="http://schemas.openxmlformats.org/officeDocument/2006/relationships/officeDocument" Target="/ppt/presentation.xml" Id="R965561468c614f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04fb69212b45b0"/>
  </p:sldMasterIdLst>
  <p:notesMasterIdLst>
    <p:notesMasterId xmlns:r="http://schemas.openxmlformats.org/officeDocument/2006/relationships" r:id="R41fc44e5040b499c"/>
  </p:notesMasterIdLst>
  <p:sldIdLst>
    <p:sldId xmlns:r="http://schemas.openxmlformats.org/officeDocument/2006/relationships" id="256" r:id="Rcb70a92ca23342da"/>
    <p:sldId xmlns:r="http://schemas.openxmlformats.org/officeDocument/2006/relationships" id="257" r:id="Rb4622a11552e4a42"/>
    <p:sldId xmlns:r="http://schemas.openxmlformats.org/officeDocument/2006/relationships" id="258" r:id="Ra1df204a115c453c"/>
    <p:sldId xmlns:r="http://schemas.openxmlformats.org/officeDocument/2006/relationships" id="259" r:id="R0bbc6bd97fe240a4"/>
    <p:sldId xmlns:r="http://schemas.openxmlformats.org/officeDocument/2006/relationships" id="260" r:id="R2fb9ae5381e94415"/>
    <p:sldId xmlns:r="http://schemas.openxmlformats.org/officeDocument/2006/relationships" id="261" r:id="R43cc9ebbe13a4780"/>
    <p:sldId xmlns:r="http://schemas.openxmlformats.org/officeDocument/2006/relationships" id="262" r:id="R8c9e2cba74d84cea"/>
    <p:sldId xmlns:r="http://schemas.openxmlformats.org/officeDocument/2006/relationships" id="263" r:id="R7c50ff741b0244fc"/>
    <p:sldId xmlns:r="http://schemas.openxmlformats.org/officeDocument/2006/relationships" id="264" r:id="R2af7bfa31c0441e7"/>
    <p:sldId xmlns:r="http://schemas.openxmlformats.org/officeDocument/2006/relationships" id="265" r:id="R83f138c79603448d"/>
    <p:sldId xmlns:r="http://schemas.openxmlformats.org/officeDocument/2006/relationships" id="266" r:id="R46509579f0144f3c"/>
    <p:sldId xmlns:r="http://schemas.openxmlformats.org/officeDocument/2006/relationships" id="267" r:id="R8efaa6a3f429466e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bef35818c243c9" /><Relationship Type="http://schemas.openxmlformats.org/officeDocument/2006/relationships/slideMaster" Target="/ppt/slideMasters/slideMaster1.xml" Id="R1f04fb69212b45b0" /><Relationship Type="http://schemas.openxmlformats.org/officeDocument/2006/relationships/notesMaster" Target="/ppt/notesMasters/notesMaster1.xml" Id="R41fc44e5040b499c" /><Relationship Type="http://schemas.openxmlformats.org/officeDocument/2006/relationships/presProps" Target="/ppt/presProps.xml" Id="Rae0cbf92ead24087" /><Relationship Type="http://schemas.openxmlformats.org/officeDocument/2006/relationships/tableStyles" Target="/ppt/tableStyles.xml" Id="R541f491f4eee4850" /><Relationship Type="http://schemas.openxmlformats.org/officeDocument/2006/relationships/slide" Target="/ppt/slides/slide1.xml" Id="Rcb70a92ca23342da" /><Relationship Type="http://schemas.openxmlformats.org/officeDocument/2006/relationships/slide" Target="/ppt/slides/slide2.xml" Id="Rb4622a11552e4a42" /><Relationship Type="http://schemas.openxmlformats.org/officeDocument/2006/relationships/slide" Target="/ppt/slides/slide3.xml" Id="Ra1df204a115c453c" /><Relationship Type="http://schemas.openxmlformats.org/officeDocument/2006/relationships/slide" Target="/ppt/slides/slide4.xml" Id="R0bbc6bd97fe240a4" /><Relationship Type="http://schemas.openxmlformats.org/officeDocument/2006/relationships/slide" Target="/ppt/slides/slide5.xml" Id="R2fb9ae5381e94415" /><Relationship Type="http://schemas.openxmlformats.org/officeDocument/2006/relationships/slide" Target="/ppt/slides/slide6.xml" Id="R43cc9ebbe13a4780" /><Relationship Type="http://schemas.openxmlformats.org/officeDocument/2006/relationships/slide" Target="/ppt/slides/slide7.xml" Id="R8c9e2cba74d84cea" /><Relationship Type="http://schemas.openxmlformats.org/officeDocument/2006/relationships/slide" Target="/ppt/slides/slide8.xml" Id="R7c50ff741b0244fc" /><Relationship Type="http://schemas.openxmlformats.org/officeDocument/2006/relationships/slide" Target="/ppt/slides/slide9.xml" Id="R2af7bfa31c0441e7" /><Relationship Type="http://schemas.openxmlformats.org/officeDocument/2006/relationships/slide" Target="/ppt/slides/slide10.xml" Id="R83f138c79603448d" /><Relationship Type="http://schemas.openxmlformats.org/officeDocument/2006/relationships/slide" Target="/ppt/slides/slide11.xml" Id="R46509579f0144f3c" /><Relationship Type="http://schemas.openxmlformats.org/officeDocument/2006/relationships/slide" Target="/ppt/slides/slide12.xml" Id="R8efaa6a3f42946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fa8ace16004b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1cfe77271a4c41" /><Relationship Type="http://schemas.openxmlformats.org/officeDocument/2006/relationships/notesMaster" Target="/ppt/notesMasters/notesMaster1.xml" Id="R6f55e55f01d94d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533582afe24adf" /><Relationship Type="http://schemas.openxmlformats.org/officeDocument/2006/relationships/notesMaster" Target="/ppt/notesMasters/notesMaster1.xml" Id="Ree60396e360745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68aef8b5fb4109" /><Relationship Type="http://schemas.openxmlformats.org/officeDocument/2006/relationships/notesMaster" Target="/ppt/notesMasters/notesMaster1.xml" Id="R3bd0972f2ecc40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05f307278445a3" /><Relationship Type="http://schemas.openxmlformats.org/officeDocument/2006/relationships/notesMaster" Target="/ppt/notesMasters/notesMaster1.xml" Id="Rcbd3ce6abfa549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5bc427f6d84656" /><Relationship Type="http://schemas.openxmlformats.org/officeDocument/2006/relationships/notesMaster" Target="/ppt/notesMasters/notesMaster1.xml" Id="R96b0f4fd395c44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87292c99584d09" /><Relationship Type="http://schemas.openxmlformats.org/officeDocument/2006/relationships/notesMaster" Target="/ppt/notesMasters/notesMaster1.xml" Id="Rd038b856387149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ee0ba2731d484d" /><Relationship Type="http://schemas.openxmlformats.org/officeDocument/2006/relationships/notesMaster" Target="/ppt/notesMasters/notesMaster1.xml" Id="R71f1fcd1a1a540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12f05165e9482e" /><Relationship Type="http://schemas.openxmlformats.org/officeDocument/2006/relationships/notesMaster" Target="/ppt/notesMasters/notesMaster1.xml" Id="R87c34849040745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ced900251a4ea3" /><Relationship Type="http://schemas.openxmlformats.org/officeDocument/2006/relationships/notesMaster" Target="/ppt/notesMasters/notesMaster1.xml" Id="R9de201d8de6949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a8a7af43cc4bc5" /><Relationship Type="http://schemas.openxmlformats.org/officeDocument/2006/relationships/notesMaster" Target="/ppt/notesMasters/notesMaster1.xml" Id="R3ddf2d22c8b94e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564ca84afe4c41" /><Relationship Type="http://schemas.openxmlformats.org/officeDocument/2006/relationships/notesMaster" Target="/ppt/notesMasters/notesMaster1.xml" Id="R1b6a55a0a3ed47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8441c8696b4d73" /><Relationship Type="http://schemas.openxmlformats.org/officeDocument/2006/relationships/notesMaster" Target="/ppt/notesMasters/notesMaster1.xml" Id="R09027ca1abe74c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Project-owned blue cover asset preserved from the approved v21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Four fictional logo assets generated for this brochure; project files: /Users/elliottye/Documents/ChatGPT/os/work/fde-brochure-v27-fictional-logos-zh/assets/velmora.png, /Users/elliottye/Documents/ChatGPT/os/work/fde-brochure-v27-fictional-logos-zh/assets/jiangheng.png, /Users/elliottye/Documents/ChatGPT/os/work/fde-brochure-v27-fictional-logos-zh/assets/chengchuan.png, /Users/elliottye/Documents/ChatGPT/os/work/fde-brochure-v27-fictional-logos-zh/assets/yunling.png
[/Sources]</a:t>
            </a:r>
          </a:p>
          <a:p xmlns:a="http://schemas.openxmlformats.org/drawingml/2006/main">
            <a:r>
              <a:t>
[Sources]
- Both case studies are explicitly fictional illustrative scenarios authored for this brochure; they contain no real client identity, measured result, or external evidence.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6138b6b6f24d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f82f6add584b96" /><Relationship Type="http://schemas.openxmlformats.org/officeDocument/2006/relationships/slideLayout" Target="/ppt/slideLayouts/slideLayout1.xml" Id="Ra40c53008ef54b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0c53008ef54b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b7ab1a1a543f2" /><Relationship Type="http://schemas.openxmlformats.org/officeDocument/2006/relationships/image" Target="/ppt/media/image.png" Id="Rc866c5a61b04475d" /><Relationship Type="http://schemas.openxmlformats.org/officeDocument/2006/relationships/image" Target="/ppt/media/image2.png" Id="Rfe4a93366a5a499d" /><Relationship Type="http://schemas.openxmlformats.org/officeDocument/2006/relationships/notesSlide" Target="/ppt/notesSlides/notesSlide1.xml" Id="Re3b2ceb99e4947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77160b3a54b28" /><Relationship Type="http://schemas.openxmlformats.org/officeDocument/2006/relationships/notesSlide" Target="/ppt/notesSlides/notesSlide2.xml" Id="Ra7348461216749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89274b9d54008" /><Relationship Type="http://schemas.openxmlformats.org/officeDocument/2006/relationships/notesSlide" Target="/ppt/notesSlides/notesSlide3.xml" Id="Ra00a43c124e84b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c3bbfbbc14170" /><Relationship Type="http://schemas.openxmlformats.org/officeDocument/2006/relationships/notesSlide" Target="/ppt/notesSlides/notesSlide4.xml" Id="R0b0073116f4b4c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2a379c53a48f9" /><Relationship Type="http://schemas.openxmlformats.org/officeDocument/2006/relationships/notesSlide" Target="/ppt/notesSlides/notesSlide5.xml" Id="R09c1fa6e7fd44b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c1a1dd7274481" /><Relationship Type="http://schemas.openxmlformats.org/officeDocument/2006/relationships/notesSlide" Target="/ppt/notesSlides/notesSlide6.xml" Id="Raef4772025f840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46c4703e140b0" /><Relationship Type="http://schemas.openxmlformats.org/officeDocument/2006/relationships/notesSlide" Target="/ppt/notesSlides/notesSlide7.xml" Id="R08df5a8165d04c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5e692fc354f77" /><Relationship Type="http://schemas.openxmlformats.org/officeDocument/2006/relationships/notesSlide" Target="/ppt/notesSlides/notesSlide8.xml" Id="R72d00ecd58f642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ad415968f4d68" /><Relationship Type="http://schemas.openxmlformats.org/officeDocument/2006/relationships/image" Target="/ppt/media/image3.png" Id="Rd03394e7919f4b5f" /><Relationship Type="http://schemas.openxmlformats.org/officeDocument/2006/relationships/image" Target="/ppt/media/image4.png" Id="R8d9aaa97d6b64b64" /><Relationship Type="http://schemas.openxmlformats.org/officeDocument/2006/relationships/image" Target="/ppt/media/image5.png" Id="Re77d1e78f2eb4a94" /><Relationship Type="http://schemas.openxmlformats.org/officeDocument/2006/relationships/image" Target="/ppt/media/image6.png" Id="R981b352374d747ec" /><Relationship Type="http://schemas.openxmlformats.org/officeDocument/2006/relationships/notesSlide" Target="/ppt/notesSlides/notesSlide9.xml" Id="R59bac681015049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51bc4c8384533" /><Relationship Type="http://schemas.openxmlformats.org/officeDocument/2006/relationships/notesSlide" Target="/ppt/notesSlides/notesSlide10.xml" Id="R7b112edec26e48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bcfb1095b4683" /><Relationship Type="http://schemas.openxmlformats.org/officeDocument/2006/relationships/notesSlide" Target="/ppt/notesSlides/notesSlide11.xml" Id="R5ffba58cab584f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c4fdb2ee54eb6" /><Relationship Type="http://schemas.openxmlformats.org/officeDocument/2006/relationships/notesSlide" Target="/ppt/notesSlides/notesSlide12.xml" Id="R8cfc7f1b6a2147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c866c5a61b04475d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展会限定：免费企业 AI 诊断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每天 10 家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a93366a5a499d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10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4104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295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86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8867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58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62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3629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20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839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678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先去现场看真实工作：老板为什么想做 AI，一线每天怎么操作，数据放在哪里，哪些地方最耗时间、最容易错、最影响客户。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我们不只展示系统，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以下 Logo 均为虚构品牌标识，用于匿名化展示案例结构，不代表真实客户背书。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匿名化案例品牌（示意）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示意品牌构成：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1 家海外大型企业｜3 家中国中型企业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品牌名称与 Logo 均为虚构，仅用于展示大型海外企业与中型中国企业的案例层级；具体项目内容仍以客户授权与可核对信息为准。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案例一（虚构示意）｜跨境电商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运营人员从供应商 Excel、聊天记录和图片文件中整理商品资料，再逐项翻译、补齐属性并录入多个平台。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建立商品资料库和上架工作流；Agent 负责整理、翻译与规则检查，运营人员只处理异常并最终确认。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案例二（虚构示意）｜家具制造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销售订单来自微信、Excel 和图纸。我们把尺寸、面料、五金与工艺要求结构化，连接订单库、BOM 和生产工单，并在投产前提示缺项、冲突和版本变化。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394e7919f4b5f"/>
          <a:stretch xmlns:a="http://schemas.openxmlformats.org/drawingml/2006/main"/>
        </p:blipFill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9aaa97d6b64b64"/>
          <a:stretch xmlns:a="http://schemas.openxmlformats.org/drawingml/2006/main"/>
        </p:blipFill>
        <p:spPr>
          <a:xfrm xmlns:a="http://schemas.openxmlformats.org/drawingml/2006/main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7d1e78f2eb4a94"/>
          <a:stretch xmlns:a="http://schemas.openxmlformats.org/drawingml/2006/main"/>
        </p:blipFill>
        <p:spPr>
          <a:xfrm xmlns:a="http://schemas.openxmlformats.org/drawingml/2006/main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b352374d747ec"/>
          <a:stretch xmlns:a="http://schemas.openxmlformats.org/drawingml/2006/main"/>
        </p:blipFill>
        <p:spPr>
          <a:xfrm xmlns:a="http://schemas.openxmlformats.org/drawingml/2006/main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[飞书二维码]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2026-08-25T01:12:37.8730000Z</dcterms:created>
  <dcterms:modified xsi:type="dcterms:W3CDTF">2026-08-25T01:12:37.8730000Z</dcterms:modified>
</coreProperties>
</file>