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2f2a59b3674489" /><Relationship Type="http://schemas.openxmlformats.org/officeDocument/2006/relationships/extended-properties" Target="/docProps/app.xml" Id="Rd9793ae076b94feb" /><Relationship Type="http://schemas.openxmlformats.org/officeDocument/2006/relationships/officeDocument" Target="/ppt/presentation.xml" Id="R6fc09c789ccd44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572e2a2a8a4f4e"/>
  </p:sldMasterIdLst>
  <p:notesMasterIdLst>
    <p:notesMasterId xmlns:r="http://schemas.openxmlformats.org/officeDocument/2006/relationships" r:id="Rb8cbc91451324ea1"/>
  </p:notesMasterIdLst>
  <p:sldIdLst>
    <p:sldId xmlns:r="http://schemas.openxmlformats.org/officeDocument/2006/relationships" id="256" r:id="R6910752e74cc43e4"/>
    <p:sldId xmlns:r="http://schemas.openxmlformats.org/officeDocument/2006/relationships" id="257" r:id="R349559ff82c24652"/>
    <p:sldId xmlns:r="http://schemas.openxmlformats.org/officeDocument/2006/relationships" id="258" r:id="Rf3e0d80f724f4cda"/>
    <p:sldId xmlns:r="http://schemas.openxmlformats.org/officeDocument/2006/relationships" id="259" r:id="R8bdc3632892e440a"/>
    <p:sldId xmlns:r="http://schemas.openxmlformats.org/officeDocument/2006/relationships" id="260" r:id="R3c8e74e65a5c4fc3"/>
    <p:sldId xmlns:r="http://schemas.openxmlformats.org/officeDocument/2006/relationships" id="261" r:id="R488051c4e33143ac"/>
    <p:sldId xmlns:r="http://schemas.openxmlformats.org/officeDocument/2006/relationships" id="262" r:id="Rc66092aac11a4705"/>
    <p:sldId xmlns:r="http://schemas.openxmlformats.org/officeDocument/2006/relationships" id="263" r:id="R9f497bc9b8524609"/>
    <p:sldId xmlns:r="http://schemas.openxmlformats.org/officeDocument/2006/relationships" id="264" r:id="Rb049db10e70e418f"/>
    <p:sldId xmlns:r="http://schemas.openxmlformats.org/officeDocument/2006/relationships" id="265" r:id="R8904b33c68a2431a"/>
    <p:sldId xmlns:r="http://schemas.openxmlformats.org/officeDocument/2006/relationships" id="266" r:id="R68f2f7e090554944"/>
    <p:sldId xmlns:r="http://schemas.openxmlformats.org/officeDocument/2006/relationships" id="267" r:id="Rafd8688da946477d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6f02bec438448c" /><Relationship Type="http://schemas.openxmlformats.org/officeDocument/2006/relationships/slideMaster" Target="/ppt/slideMasters/slideMaster1.xml" Id="R86572e2a2a8a4f4e" /><Relationship Type="http://schemas.openxmlformats.org/officeDocument/2006/relationships/notesMaster" Target="/ppt/notesMasters/notesMaster1.xml" Id="Rb8cbc91451324ea1" /><Relationship Type="http://schemas.openxmlformats.org/officeDocument/2006/relationships/presProps" Target="/ppt/presProps.xml" Id="R46e315ed1a084c20" /><Relationship Type="http://schemas.openxmlformats.org/officeDocument/2006/relationships/tableStyles" Target="/ppt/tableStyles.xml" Id="R0c38008ef9ff4f0b" /><Relationship Type="http://schemas.openxmlformats.org/officeDocument/2006/relationships/slide" Target="/ppt/slides/slide1.xml" Id="R6910752e74cc43e4" /><Relationship Type="http://schemas.openxmlformats.org/officeDocument/2006/relationships/slide" Target="/ppt/slides/slide2.xml" Id="R349559ff82c24652" /><Relationship Type="http://schemas.openxmlformats.org/officeDocument/2006/relationships/slide" Target="/ppt/slides/slide3.xml" Id="Rf3e0d80f724f4cda" /><Relationship Type="http://schemas.openxmlformats.org/officeDocument/2006/relationships/slide" Target="/ppt/slides/slide4.xml" Id="R8bdc3632892e440a" /><Relationship Type="http://schemas.openxmlformats.org/officeDocument/2006/relationships/slide" Target="/ppt/slides/slide5.xml" Id="R3c8e74e65a5c4fc3" /><Relationship Type="http://schemas.openxmlformats.org/officeDocument/2006/relationships/slide" Target="/ppt/slides/slide6.xml" Id="R488051c4e33143ac" /><Relationship Type="http://schemas.openxmlformats.org/officeDocument/2006/relationships/slide" Target="/ppt/slides/slide7.xml" Id="Rc66092aac11a4705" /><Relationship Type="http://schemas.openxmlformats.org/officeDocument/2006/relationships/slide" Target="/ppt/slides/slide8.xml" Id="R9f497bc9b8524609" /><Relationship Type="http://schemas.openxmlformats.org/officeDocument/2006/relationships/slide" Target="/ppt/slides/slide9.xml" Id="Rb049db10e70e418f" /><Relationship Type="http://schemas.openxmlformats.org/officeDocument/2006/relationships/slide" Target="/ppt/slides/slide10.xml" Id="R8904b33c68a2431a" /><Relationship Type="http://schemas.openxmlformats.org/officeDocument/2006/relationships/slide" Target="/ppt/slides/slide11.xml" Id="R68f2f7e090554944" /><Relationship Type="http://schemas.openxmlformats.org/officeDocument/2006/relationships/slide" Target="/ppt/slides/slide12.xml" Id="Rafd8688da94647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d372335bdc45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1873b6f54d4237" /><Relationship Type="http://schemas.openxmlformats.org/officeDocument/2006/relationships/notesMaster" Target="/ppt/notesMasters/notesMaster1.xml" Id="R3be57e1575464a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687c30eb89449e" /><Relationship Type="http://schemas.openxmlformats.org/officeDocument/2006/relationships/notesMaster" Target="/ppt/notesMasters/notesMaster1.xml" Id="R1ac852338c9c49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a8d815f8c44dfd" /><Relationship Type="http://schemas.openxmlformats.org/officeDocument/2006/relationships/notesMaster" Target="/ppt/notesMasters/notesMaster1.xml" Id="R4fea270359e94e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8213cc8dde4865" /><Relationship Type="http://schemas.openxmlformats.org/officeDocument/2006/relationships/notesMaster" Target="/ppt/notesMasters/notesMaster1.xml" Id="R3f09999dc12b40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2db1f99320466f" /><Relationship Type="http://schemas.openxmlformats.org/officeDocument/2006/relationships/notesMaster" Target="/ppt/notesMasters/notesMaster1.xml" Id="Ra7ac01bc1e6646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7d1549591f4bff" /><Relationship Type="http://schemas.openxmlformats.org/officeDocument/2006/relationships/notesMaster" Target="/ppt/notesMasters/notesMaster1.xml" Id="R2420b925a7f547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fca862fa63478a" /><Relationship Type="http://schemas.openxmlformats.org/officeDocument/2006/relationships/notesMaster" Target="/ppt/notesMasters/notesMaster1.xml" Id="R7b457692a2c041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e0825e737442f9" /><Relationship Type="http://schemas.openxmlformats.org/officeDocument/2006/relationships/notesMaster" Target="/ppt/notesMasters/notesMaster1.xml" Id="R4c2cb010e7034d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876be9266d4536" /><Relationship Type="http://schemas.openxmlformats.org/officeDocument/2006/relationships/notesMaster" Target="/ppt/notesMasters/notesMaster1.xml" Id="R8b538d160b1548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650a45ea21401d" /><Relationship Type="http://schemas.openxmlformats.org/officeDocument/2006/relationships/notesMaster" Target="/ppt/notesMasters/notesMaster1.xml" Id="R4ef8d8ed54344b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5586cb346441c6" /><Relationship Type="http://schemas.openxmlformats.org/officeDocument/2006/relationships/notesMaster" Target="/ppt/notesMasters/notesMaster1.xml" Id="R3f959e14f24b4b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762212197c4a67" /><Relationship Type="http://schemas.openxmlformats.org/officeDocument/2006/relationships/notesMaster" Target="/ppt/notesMasters/notesMaster1.xml" Id="Rab41112421f148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Four fictional logo assets generated for this brochure; project files: /Users/elliottye/Documents/ChatGPT/os/work/fde-brochure-v27-fictional-logos-zh/assets/velmora.png, /Users/elliottye/Documents/ChatGPT/os/work/fde-brochure-v27-fictional-logos-zh/assets/jiangheng.png, /Users/elliottye/Documents/ChatGPT/os/work/fde-brochure-v27-fictional-logos-zh/assets/chengchuan.png, /Users/elliottye/Documents/ChatGPT/os/work/fde-brochure-v27-fictional-logos-zh/assets/yunling.png
[/Sources]</a:t>
            </a:r>
          </a:p>
          <a:p xmlns:a="http://schemas.openxmlformats.org/drawingml/2006/main">
            <a:r>
              <a:t>
[Sources]
- Both case studies are explicitly fictional illustrative scenarios authored for this brochure; they contain no real client identity, measured result, or external evidence.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5424a50a841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3b114d9d514ede" /><Relationship Type="http://schemas.openxmlformats.org/officeDocument/2006/relationships/slideLayout" Target="/ppt/slideLayouts/slideLayout1.xml" Id="R5f6dde7e20224d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6dde7e20224d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abdbad83d4c09" /><Relationship Type="http://schemas.openxmlformats.org/officeDocument/2006/relationships/image" Target="/ppt/media/image.png" Id="R6f72b123e72a48f7" /><Relationship Type="http://schemas.openxmlformats.org/officeDocument/2006/relationships/image" Target="/ppt/media/image2.png" Id="Rd574f3631e2e42df" /><Relationship Type="http://schemas.openxmlformats.org/officeDocument/2006/relationships/notesSlide" Target="/ppt/notesSlides/notesSlide1.xml" Id="R7492c9e4701148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a0d2977d8499f" /><Relationship Type="http://schemas.openxmlformats.org/officeDocument/2006/relationships/notesSlide" Target="/ppt/notesSlides/notesSlide2.xml" Id="R34bc9156b26c46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954d29057408f" /><Relationship Type="http://schemas.openxmlformats.org/officeDocument/2006/relationships/notesSlide" Target="/ppt/notesSlides/notesSlide3.xml" Id="Rd983019d81494a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0d8813ccf4a20" /><Relationship Type="http://schemas.openxmlformats.org/officeDocument/2006/relationships/notesSlide" Target="/ppt/notesSlides/notesSlide4.xml" Id="R22348ce2287d47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f9174f7c04459" /><Relationship Type="http://schemas.openxmlformats.org/officeDocument/2006/relationships/notesSlide" Target="/ppt/notesSlides/notesSlide5.xml" Id="Ra4b53d3a98014e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f3696fffc458f" /><Relationship Type="http://schemas.openxmlformats.org/officeDocument/2006/relationships/notesSlide" Target="/ppt/notesSlides/notesSlide6.xml" Id="R8cd4baa6d13247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8e88d827c4d35" /><Relationship Type="http://schemas.openxmlformats.org/officeDocument/2006/relationships/notesSlide" Target="/ppt/notesSlides/notesSlide7.xml" Id="Rae42fb66163f4d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9cbe6a66b4093" /><Relationship Type="http://schemas.openxmlformats.org/officeDocument/2006/relationships/notesSlide" Target="/ppt/notesSlides/notesSlide8.xml" Id="R9b24709cdc4649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b546e040a44c6" /><Relationship Type="http://schemas.openxmlformats.org/officeDocument/2006/relationships/image" Target="/ppt/media/image3.png" Id="Rcf6af69d5e6e4f54" /><Relationship Type="http://schemas.openxmlformats.org/officeDocument/2006/relationships/image" Target="/ppt/media/image4.png" Id="Rb45b8d2df7014d3f" /><Relationship Type="http://schemas.openxmlformats.org/officeDocument/2006/relationships/image" Target="/ppt/media/image5.png" Id="Rf2bf360823cf46e5" /><Relationship Type="http://schemas.openxmlformats.org/officeDocument/2006/relationships/image" Target="/ppt/media/image6.png" Id="R500bbd07e9e94ad5" /><Relationship Type="http://schemas.openxmlformats.org/officeDocument/2006/relationships/notesSlide" Target="/ppt/notesSlides/notesSlide9.xml" Id="R321b721f533847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39f605d9643c6" /><Relationship Type="http://schemas.openxmlformats.org/officeDocument/2006/relationships/notesSlide" Target="/ppt/notesSlides/notesSlide10.xml" Id="R1913b27c1eac48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85d4158784efb" /><Relationship Type="http://schemas.openxmlformats.org/officeDocument/2006/relationships/notesSlide" Target="/ppt/notesSlides/notesSlide11.xml" Id="R91c885f219d846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5d6c8115b4eee" /><Relationship Type="http://schemas.openxmlformats.org/officeDocument/2006/relationships/notesSlide" Target="/ppt/notesSlides/notesSlide12.xml" Id="Rf571d28709f549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f72b123e72a48f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4f3631e2e42df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All four logos below are fictional identities used to illustrate anonymized case structure. They do not represent real client endorsements.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ANONYMIZED CASE BRANDS (ILLUSTRATIVE)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ILLUSTRATIVE MIX: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1 LARGE INTERNATIONAL ENTERPRISE | 3 MID-SIZED CHINESE COMPANIES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names and logos are fictional. They communicate the intended mix of one large international enterprise and three mid-sized Chinese companies; project details still require client approval and verifiable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ILLUSTRATIVE 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Operators assembled product details from supplier spreadsheets, chat messages, and image folders, then translated, normalized, and entered each listing across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bottleneck was incomplete attributes, conflicting source files, and repeated manual checks against marketplace rules—not copywriting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A product-data hub and listing workflow. Agents organize, translate, and check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Product data: scattered files → one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work: copy each field → review exceptions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Rework: after publishing → checks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impact: a steadier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2 | FURNITURE FACTORY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Orders arrived through chat, spreadsheets, and drawings. We structured dimensions, fabrics, hardware, and processes; connected orders, BOMs, and work orders; and flagged missing or conflicting data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af69d5e6e4f54"/>
          <a:stretch xmlns:a="http://schemas.openxmlformats.org/drawingml/2006/main"/>
        </p:blipFill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b8d2df7014d3f"/>
          <a:stretch xmlns:a="http://schemas.openxmlformats.org/drawingml/2006/main"/>
        </p:blipFill>
        <p:spPr>
          <a:xfrm xmlns:a="http://schemas.openxmlformats.org/drawingml/2006/main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f360823cf46e5"/>
          <a:stretch xmlns:a="http://schemas.openxmlformats.org/drawingml/2006/main"/>
        </p:blipFill>
        <p:spPr>
          <a:xfrm xmlns:a="http://schemas.openxmlformats.org/drawingml/2006/main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bbd07e9e94ad5"/>
          <a:stretch xmlns:a="http://schemas.openxmlformats.org/drawingml/2006/main"/>
        </p:blipFill>
        <p:spPr>
          <a:xfrm xmlns:a="http://schemas.openxmlformats.org/drawingml/2006/main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2026-08-25T01:13:07.0270000Z</dcterms:created>
  <dcterms:modified xsi:type="dcterms:W3CDTF">2026-08-25T01:13:07.0270000Z</dcterms:modified>
</coreProperties>
</file>