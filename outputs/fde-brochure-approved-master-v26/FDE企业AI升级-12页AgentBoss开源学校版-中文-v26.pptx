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32e7a0e1fb41e6" /><Relationship Type="http://schemas.openxmlformats.org/officeDocument/2006/relationships/extended-properties" Target="/docProps/app.xml" Id="Rd10d6bf8e97a4edc" /><Relationship Type="http://schemas.openxmlformats.org/officeDocument/2006/relationships/officeDocument" Target="/ppt/presentation.xml" Id="Rfbff5e77b36046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ee439ebb54154"/>
  </p:sldMasterIdLst>
  <p:notesMasterIdLst>
    <p:notesMasterId xmlns:r="http://schemas.openxmlformats.org/officeDocument/2006/relationships" r:id="Rf0002250145c4034"/>
  </p:notesMasterIdLst>
  <p:sldIdLst>
    <p:sldId xmlns:r="http://schemas.openxmlformats.org/officeDocument/2006/relationships" id="256" r:id="Rafbc8396a4aa4da2"/>
    <p:sldId xmlns:r="http://schemas.openxmlformats.org/officeDocument/2006/relationships" id="257" r:id="R951f500c3ce3496d"/>
    <p:sldId xmlns:r="http://schemas.openxmlformats.org/officeDocument/2006/relationships" id="258" r:id="Rf7c439e327964b51"/>
    <p:sldId xmlns:r="http://schemas.openxmlformats.org/officeDocument/2006/relationships" id="259" r:id="R3c248dd6519b40c0"/>
    <p:sldId xmlns:r="http://schemas.openxmlformats.org/officeDocument/2006/relationships" id="260" r:id="R36124f5c1e1c4871"/>
    <p:sldId xmlns:r="http://schemas.openxmlformats.org/officeDocument/2006/relationships" id="261" r:id="R0617b23739504523"/>
    <p:sldId xmlns:r="http://schemas.openxmlformats.org/officeDocument/2006/relationships" id="262" r:id="R234dbb0413a84873"/>
    <p:sldId xmlns:r="http://schemas.openxmlformats.org/officeDocument/2006/relationships" id="263" r:id="R59a5cd35a5604fcc"/>
    <p:sldId xmlns:r="http://schemas.openxmlformats.org/officeDocument/2006/relationships" id="264" r:id="Rd65a34088be94e8b"/>
    <p:sldId xmlns:r="http://schemas.openxmlformats.org/officeDocument/2006/relationships" id="265" r:id="R60aee891085449be"/>
    <p:sldId xmlns:r="http://schemas.openxmlformats.org/officeDocument/2006/relationships" id="266" r:id="R01919c2ca2524707"/>
    <p:sldId xmlns:r="http://schemas.openxmlformats.org/officeDocument/2006/relationships" id="267" r:id="Rd186f4572c0b4858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e015d2bf554272" /><Relationship Type="http://schemas.openxmlformats.org/officeDocument/2006/relationships/slideMaster" Target="/ppt/slideMasters/slideMaster1.xml" Id="R348ee439ebb54154" /><Relationship Type="http://schemas.openxmlformats.org/officeDocument/2006/relationships/notesMaster" Target="/ppt/notesMasters/notesMaster1.xml" Id="Rf0002250145c4034" /><Relationship Type="http://schemas.openxmlformats.org/officeDocument/2006/relationships/presProps" Target="/ppt/presProps.xml" Id="Rbe0b4c07335f4a7f" /><Relationship Type="http://schemas.openxmlformats.org/officeDocument/2006/relationships/tableStyles" Target="/ppt/tableStyles.xml" Id="R50f3c69f84504463" /><Relationship Type="http://schemas.openxmlformats.org/officeDocument/2006/relationships/slide" Target="/ppt/slides/slide1.xml" Id="Rafbc8396a4aa4da2" /><Relationship Type="http://schemas.openxmlformats.org/officeDocument/2006/relationships/slide" Target="/ppt/slides/slide2.xml" Id="R951f500c3ce3496d" /><Relationship Type="http://schemas.openxmlformats.org/officeDocument/2006/relationships/slide" Target="/ppt/slides/slide3.xml" Id="Rf7c439e327964b51" /><Relationship Type="http://schemas.openxmlformats.org/officeDocument/2006/relationships/slide" Target="/ppt/slides/slide4.xml" Id="R3c248dd6519b40c0" /><Relationship Type="http://schemas.openxmlformats.org/officeDocument/2006/relationships/slide" Target="/ppt/slides/slide5.xml" Id="R36124f5c1e1c4871" /><Relationship Type="http://schemas.openxmlformats.org/officeDocument/2006/relationships/slide" Target="/ppt/slides/slide6.xml" Id="R0617b23739504523" /><Relationship Type="http://schemas.openxmlformats.org/officeDocument/2006/relationships/slide" Target="/ppt/slides/slide7.xml" Id="R234dbb0413a84873" /><Relationship Type="http://schemas.openxmlformats.org/officeDocument/2006/relationships/slide" Target="/ppt/slides/slide8.xml" Id="R59a5cd35a5604fcc" /><Relationship Type="http://schemas.openxmlformats.org/officeDocument/2006/relationships/slide" Target="/ppt/slides/slide9.xml" Id="Rd65a34088be94e8b" /><Relationship Type="http://schemas.openxmlformats.org/officeDocument/2006/relationships/slide" Target="/ppt/slides/slide10.xml" Id="R60aee891085449be" /><Relationship Type="http://schemas.openxmlformats.org/officeDocument/2006/relationships/slide" Target="/ppt/slides/slide11.xml" Id="R01919c2ca2524707" /><Relationship Type="http://schemas.openxmlformats.org/officeDocument/2006/relationships/slide" Target="/ppt/slides/slide12.xml" Id="Rd186f4572c0b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2ac91bfca3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f0c9a9b2b4828" /><Relationship Type="http://schemas.openxmlformats.org/officeDocument/2006/relationships/notesMaster" Target="/ppt/notesMasters/notesMaster1.xml" Id="Rb27a5f106cb945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8aa88c34742a9" /><Relationship Type="http://schemas.openxmlformats.org/officeDocument/2006/relationships/notesMaster" Target="/ppt/notesMasters/notesMaster1.xml" Id="Recec57d9fb4348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eab4341cd48ea" /><Relationship Type="http://schemas.openxmlformats.org/officeDocument/2006/relationships/notesMaster" Target="/ppt/notesMasters/notesMaster1.xml" Id="R47f982e56b1246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b934d26e44756" /><Relationship Type="http://schemas.openxmlformats.org/officeDocument/2006/relationships/notesMaster" Target="/ppt/notesMasters/notesMaster1.xml" Id="R6dbaa094d725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8564f3b218427b" /><Relationship Type="http://schemas.openxmlformats.org/officeDocument/2006/relationships/notesMaster" Target="/ppt/notesMasters/notesMaster1.xml" Id="R149f1e16048141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041784121549ba" /><Relationship Type="http://schemas.openxmlformats.org/officeDocument/2006/relationships/notesMaster" Target="/ppt/notesMasters/notesMaster1.xml" Id="Rd728d5b155ac4a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ce187bfb0343f4" /><Relationship Type="http://schemas.openxmlformats.org/officeDocument/2006/relationships/notesMaster" Target="/ppt/notesMasters/notesMaster1.xml" Id="R8bd015ea5c434e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a8a19c902648eb" /><Relationship Type="http://schemas.openxmlformats.org/officeDocument/2006/relationships/notesMaster" Target="/ppt/notesMasters/notesMaster1.xml" Id="R3e3683c654d54b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5ca9e039f941a9" /><Relationship Type="http://schemas.openxmlformats.org/officeDocument/2006/relationships/notesMaster" Target="/ppt/notesMasters/notesMaster1.xml" Id="R8e226e2f3bf94e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b0f9feaf7343ab" /><Relationship Type="http://schemas.openxmlformats.org/officeDocument/2006/relationships/notesMaster" Target="/ppt/notesMasters/notesMaster1.xml" Id="Rf5544044833341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2f6acf770c416b" /><Relationship Type="http://schemas.openxmlformats.org/officeDocument/2006/relationships/notesMaster" Target="/ppt/notesMasters/notesMaster1.xml" Id="R1e3bec7327144f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598a8426e5427d" /><Relationship Type="http://schemas.openxmlformats.org/officeDocument/2006/relationships/notesMaster" Target="/ppt/notesMasters/notesMaster1.xml" Id="R8ebb4648186a4e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8fcbd3c4a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f4e969c72d40f5" /><Relationship Type="http://schemas.openxmlformats.org/officeDocument/2006/relationships/slideLayout" Target="/ppt/slideLayouts/slideLayout1.xml" Id="R51874f1b1bff4a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74f1b1bff4a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20de82a6e48b1" /><Relationship Type="http://schemas.openxmlformats.org/officeDocument/2006/relationships/image" Target="/ppt/media/image.png" Id="Re509ecc76bb84364" /><Relationship Type="http://schemas.openxmlformats.org/officeDocument/2006/relationships/image" Target="/ppt/media/image2.png" Id="R62e613a293e04be9" /><Relationship Type="http://schemas.openxmlformats.org/officeDocument/2006/relationships/notesSlide" Target="/ppt/notesSlides/notesSlide1.xml" Id="Rd3aeee9209f84a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40f6214a477c" /><Relationship Type="http://schemas.openxmlformats.org/officeDocument/2006/relationships/notesSlide" Target="/ppt/notesSlides/notesSlide2.xml" Id="R81394359a7984f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b813052da496a" /><Relationship Type="http://schemas.openxmlformats.org/officeDocument/2006/relationships/notesSlide" Target="/ppt/notesSlides/notesSlide3.xml" Id="Rcb4a7cdbfeee49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ac634cf1446e8" /><Relationship Type="http://schemas.openxmlformats.org/officeDocument/2006/relationships/notesSlide" Target="/ppt/notesSlides/notesSlide4.xml" Id="R7c43dd0221b9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e722b461641af" /><Relationship Type="http://schemas.openxmlformats.org/officeDocument/2006/relationships/notesSlide" Target="/ppt/notesSlides/notesSlide5.xml" Id="R78fc9fb6b2e744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335fdb1cd46b2" /><Relationship Type="http://schemas.openxmlformats.org/officeDocument/2006/relationships/notesSlide" Target="/ppt/notesSlides/notesSlide6.xml" Id="R26483ac21d75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97a5694934068" /><Relationship Type="http://schemas.openxmlformats.org/officeDocument/2006/relationships/notesSlide" Target="/ppt/notesSlides/notesSlide7.xml" Id="R342a04ee1afb40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95d2888a642d8" /><Relationship Type="http://schemas.openxmlformats.org/officeDocument/2006/relationships/notesSlide" Target="/ppt/notesSlides/notesSlide8.xml" Id="R98df0877c919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82176323242d9" /><Relationship Type="http://schemas.openxmlformats.org/officeDocument/2006/relationships/notesSlide" Target="/ppt/notesSlides/notesSlide9.xml" Id="R23164097267947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0a5586e545ae" /><Relationship Type="http://schemas.openxmlformats.org/officeDocument/2006/relationships/notesSlide" Target="/ppt/notesSlides/notesSlide10.xml" Id="R754e3992152c42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56a9090cc4e85" /><Relationship Type="http://schemas.openxmlformats.org/officeDocument/2006/relationships/notesSlide" Target="/ppt/notesSlides/notesSlide11.xml" Id="R13adff0b87c649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b900d5c5748c5" /><Relationship Type="http://schemas.openxmlformats.org/officeDocument/2006/relationships/notesSlide" Target="/ppt/notesSlides/notesSlide12.xml" Id="Rf0ee3931ac63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509ecc76bb8436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613a293e04be9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2026-08-25T01:03:48.5150000Z</dcterms:created>
  <dcterms:modified xsi:type="dcterms:W3CDTF">2026-08-25T01:03:48.5150000Z</dcterms:modified>
</coreProperties>
</file>