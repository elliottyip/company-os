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510fd2b7b6406b" /><Relationship Type="http://schemas.openxmlformats.org/officeDocument/2006/relationships/extended-properties" Target="/docProps/app.xml" Id="R9f05602f7cba4c3c" /><Relationship Type="http://schemas.openxmlformats.org/officeDocument/2006/relationships/officeDocument" Target="/ppt/presentation.xml" Id="Rae1f09aac6d54b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f4f380227842e8"/>
  </p:sldMasterIdLst>
  <p:notesMasterIdLst>
    <p:notesMasterId xmlns:r="http://schemas.openxmlformats.org/officeDocument/2006/relationships" r:id="Rea25883610554e42"/>
  </p:notesMasterIdLst>
  <p:sldIdLst>
    <p:sldId xmlns:r="http://schemas.openxmlformats.org/officeDocument/2006/relationships" id="256" r:id="R7673e8d896074fcc"/>
    <p:sldId xmlns:r="http://schemas.openxmlformats.org/officeDocument/2006/relationships" id="257" r:id="Rd38edeb1d3ce4acb"/>
    <p:sldId xmlns:r="http://schemas.openxmlformats.org/officeDocument/2006/relationships" id="258" r:id="R718c44b9888b421a"/>
    <p:sldId xmlns:r="http://schemas.openxmlformats.org/officeDocument/2006/relationships" id="259" r:id="R4bcf1b389db844dc"/>
    <p:sldId xmlns:r="http://schemas.openxmlformats.org/officeDocument/2006/relationships" id="260" r:id="R67bb41a468f4469d"/>
    <p:sldId xmlns:r="http://schemas.openxmlformats.org/officeDocument/2006/relationships" id="261" r:id="R290c4447d0ff4b88"/>
    <p:sldId xmlns:r="http://schemas.openxmlformats.org/officeDocument/2006/relationships" id="262" r:id="R1a0ebd1882e84bda"/>
    <p:sldId xmlns:r="http://schemas.openxmlformats.org/officeDocument/2006/relationships" id="263" r:id="Rbc36dfdfdee64735"/>
    <p:sldId xmlns:r="http://schemas.openxmlformats.org/officeDocument/2006/relationships" id="264" r:id="Rf5b7344064224555"/>
    <p:sldId xmlns:r="http://schemas.openxmlformats.org/officeDocument/2006/relationships" id="265" r:id="Rf48599b5abbd4601"/>
    <p:sldId xmlns:r="http://schemas.openxmlformats.org/officeDocument/2006/relationships" id="266" r:id="Raf3632c32a5742b4"/>
    <p:sldId xmlns:r="http://schemas.openxmlformats.org/officeDocument/2006/relationships" id="267" r:id="R12af3cea201e4395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2e8e1424374147" /><Relationship Type="http://schemas.openxmlformats.org/officeDocument/2006/relationships/slideMaster" Target="/ppt/slideMasters/slideMaster1.xml" Id="R76f4f380227842e8" /><Relationship Type="http://schemas.openxmlformats.org/officeDocument/2006/relationships/notesMaster" Target="/ppt/notesMasters/notesMaster1.xml" Id="Rea25883610554e42" /><Relationship Type="http://schemas.openxmlformats.org/officeDocument/2006/relationships/presProps" Target="/ppt/presProps.xml" Id="Ra410481d7caf40d5" /><Relationship Type="http://schemas.openxmlformats.org/officeDocument/2006/relationships/tableStyles" Target="/ppt/tableStyles.xml" Id="Rcd5692abe0074405" /><Relationship Type="http://schemas.openxmlformats.org/officeDocument/2006/relationships/slide" Target="/ppt/slides/slide1.xml" Id="R7673e8d896074fcc" /><Relationship Type="http://schemas.openxmlformats.org/officeDocument/2006/relationships/slide" Target="/ppt/slides/slide2.xml" Id="Rd38edeb1d3ce4acb" /><Relationship Type="http://schemas.openxmlformats.org/officeDocument/2006/relationships/slide" Target="/ppt/slides/slide3.xml" Id="R718c44b9888b421a" /><Relationship Type="http://schemas.openxmlformats.org/officeDocument/2006/relationships/slide" Target="/ppt/slides/slide4.xml" Id="R4bcf1b389db844dc" /><Relationship Type="http://schemas.openxmlformats.org/officeDocument/2006/relationships/slide" Target="/ppt/slides/slide5.xml" Id="R67bb41a468f4469d" /><Relationship Type="http://schemas.openxmlformats.org/officeDocument/2006/relationships/slide" Target="/ppt/slides/slide6.xml" Id="R290c4447d0ff4b88" /><Relationship Type="http://schemas.openxmlformats.org/officeDocument/2006/relationships/slide" Target="/ppt/slides/slide7.xml" Id="R1a0ebd1882e84bda" /><Relationship Type="http://schemas.openxmlformats.org/officeDocument/2006/relationships/slide" Target="/ppt/slides/slide8.xml" Id="Rbc36dfdfdee64735" /><Relationship Type="http://schemas.openxmlformats.org/officeDocument/2006/relationships/slide" Target="/ppt/slides/slide9.xml" Id="Rf5b7344064224555" /><Relationship Type="http://schemas.openxmlformats.org/officeDocument/2006/relationships/slide" Target="/ppt/slides/slide10.xml" Id="Rf48599b5abbd4601" /><Relationship Type="http://schemas.openxmlformats.org/officeDocument/2006/relationships/slide" Target="/ppt/slides/slide11.xml" Id="Raf3632c32a5742b4" /><Relationship Type="http://schemas.openxmlformats.org/officeDocument/2006/relationships/slide" Target="/ppt/slides/slide12.xml" Id="R12af3cea201e43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a4f10d23da4b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395147baa14925" /><Relationship Type="http://schemas.openxmlformats.org/officeDocument/2006/relationships/notesMaster" Target="/ppt/notesMasters/notesMaster1.xml" Id="R00f0eb6808ef45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af33927b0e45b3" /><Relationship Type="http://schemas.openxmlformats.org/officeDocument/2006/relationships/notesMaster" Target="/ppt/notesMasters/notesMaster1.xml" Id="R43fcf5d6bc3a43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41db42e0374fa4" /><Relationship Type="http://schemas.openxmlformats.org/officeDocument/2006/relationships/notesMaster" Target="/ppt/notesMasters/notesMaster1.xml" Id="R87989d87cd6149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095a1fbe7d4711" /><Relationship Type="http://schemas.openxmlformats.org/officeDocument/2006/relationships/notesMaster" Target="/ppt/notesMasters/notesMaster1.xml" Id="Re13ab28f836140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f4fa0985cb4baa" /><Relationship Type="http://schemas.openxmlformats.org/officeDocument/2006/relationships/notesMaster" Target="/ppt/notesMasters/notesMaster1.xml" Id="R54285f6f3bb846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8bc70a7230472c" /><Relationship Type="http://schemas.openxmlformats.org/officeDocument/2006/relationships/notesMaster" Target="/ppt/notesMasters/notesMaster1.xml" Id="R28ab628a56a64c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b3f8d506d847d3" /><Relationship Type="http://schemas.openxmlformats.org/officeDocument/2006/relationships/notesMaster" Target="/ppt/notesMasters/notesMaster1.xml" Id="Ra36ed0b7b20448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817b41ba4749ce" /><Relationship Type="http://schemas.openxmlformats.org/officeDocument/2006/relationships/notesMaster" Target="/ppt/notesMasters/notesMaster1.xml" Id="R38f88ea3980f46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a4384130c54419" /><Relationship Type="http://schemas.openxmlformats.org/officeDocument/2006/relationships/notesMaster" Target="/ppt/notesMasters/notesMaster1.xml" Id="R01268ad30e9941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0a35063c0d41c1" /><Relationship Type="http://schemas.openxmlformats.org/officeDocument/2006/relationships/notesMaster" Target="/ppt/notesMasters/notesMaster1.xml" Id="Rc364e16df2c04e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f675ba6db8492a" /><Relationship Type="http://schemas.openxmlformats.org/officeDocument/2006/relationships/notesMaster" Target="/ppt/notesMasters/notesMaster1.xml" Id="R97782b2965d94a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02dc7395c34194" /><Relationship Type="http://schemas.openxmlformats.org/officeDocument/2006/relationships/notesMaster" Target="/ppt/notesMasters/notesMaster1.xml" Id="Rd6e575f2c29346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dc9fe393146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68c5a735e64ed0" /><Relationship Type="http://schemas.openxmlformats.org/officeDocument/2006/relationships/slideLayout" Target="/ppt/slideLayouts/slideLayout1.xml" Id="R25a069d2237242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a069d2237242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ee29f54b74c5f" /><Relationship Type="http://schemas.openxmlformats.org/officeDocument/2006/relationships/image" Target="/ppt/media/image.png" Id="R0e8009a4d761443f" /><Relationship Type="http://schemas.openxmlformats.org/officeDocument/2006/relationships/image" Target="/ppt/media/image2.png" Id="Rac249124b0e94538" /><Relationship Type="http://schemas.openxmlformats.org/officeDocument/2006/relationships/notesSlide" Target="/ppt/notesSlides/notesSlide1.xml" Id="R523142c3238446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e64a263334faa" /><Relationship Type="http://schemas.openxmlformats.org/officeDocument/2006/relationships/notesSlide" Target="/ppt/notesSlides/notesSlide2.xml" Id="R012c7a704f8f4a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e2586bbe14cfb" /><Relationship Type="http://schemas.openxmlformats.org/officeDocument/2006/relationships/notesSlide" Target="/ppt/notesSlides/notesSlide3.xml" Id="R51f0925f1d2e45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cc2cc3fd740f0" /><Relationship Type="http://schemas.openxmlformats.org/officeDocument/2006/relationships/notesSlide" Target="/ppt/notesSlides/notesSlide4.xml" Id="R121836bee03c43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ee874210344be" /><Relationship Type="http://schemas.openxmlformats.org/officeDocument/2006/relationships/notesSlide" Target="/ppt/notesSlides/notesSlide5.xml" Id="R52167e497f0644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1f165a1f243ca" /><Relationship Type="http://schemas.openxmlformats.org/officeDocument/2006/relationships/notesSlide" Target="/ppt/notesSlides/notesSlide6.xml" Id="R21aaca0871364f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57907c7fb4875" /><Relationship Type="http://schemas.openxmlformats.org/officeDocument/2006/relationships/notesSlide" Target="/ppt/notesSlides/notesSlide7.xml" Id="R89397ab55fe948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a0f981084417c" /><Relationship Type="http://schemas.openxmlformats.org/officeDocument/2006/relationships/notesSlide" Target="/ppt/notesSlides/notesSlide8.xml" Id="Reba6c9ad64e14e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2e2b37f97485a" /><Relationship Type="http://schemas.openxmlformats.org/officeDocument/2006/relationships/notesSlide" Target="/ppt/notesSlides/notesSlide9.xml" Id="R094557b58fa64e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981c72eb14d33" /><Relationship Type="http://schemas.openxmlformats.org/officeDocument/2006/relationships/notesSlide" Target="/ppt/notesSlides/notesSlide10.xml" Id="R5027112135e645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ddb33b6d44a16" /><Relationship Type="http://schemas.openxmlformats.org/officeDocument/2006/relationships/notesSlide" Target="/ppt/notesSlides/notesSlide11.xml" Id="R7aed8bd1bc0340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e829243ee4f3c" /><Relationship Type="http://schemas.openxmlformats.org/officeDocument/2006/relationships/notesSlide" Target="/ppt/notesSlides/notesSlide12.xml" Id="R8191bda75f6842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e8009a4d761443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49124b0e94538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2026-08-25T01:03:50.5150000Z</dcterms:created>
  <dcterms:modified xsi:type="dcterms:W3CDTF">2026-08-25T01:03:50.5150000Z</dcterms:modified>
</coreProperties>
</file>