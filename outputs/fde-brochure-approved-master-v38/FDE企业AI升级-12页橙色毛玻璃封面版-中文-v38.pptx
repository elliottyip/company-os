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8ff597c2d4a3b" /><Relationship Type="http://schemas.openxmlformats.org/officeDocument/2006/relationships/extended-properties" Target="/docProps/app.xml" Id="R6c7253ce941842da" /><Relationship Type="http://schemas.openxmlformats.org/officeDocument/2006/relationships/officeDocument" Target="/ppt/presentation.xml" Id="R03a744bc0634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dc3d1c15643a7"/>
  </p:sldMasterIdLst>
  <p:notesMasterIdLst>
    <p:notesMasterId xmlns:r="http://schemas.openxmlformats.org/officeDocument/2006/relationships" r:id="Rdf1ec72f036b4ae4"/>
  </p:notesMasterIdLst>
  <p:sldIdLst>
    <p:sldId xmlns:r="http://schemas.openxmlformats.org/officeDocument/2006/relationships" id="256" r:id="R6f0bee6323884c90"/>
    <p:sldId xmlns:r="http://schemas.openxmlformats.org/officeDocument/2006/relationships" id="257" r:id="R2ab550cbe51a4d06"/>
    <p:sldId xmlns:r="http://schemas.openxmlformats.org/officeDocument/2006/relationships" id="258" r:id="Re566a3d5f3194faf"/>
    <p:sldId xmlns:r="http://schemas.openxmlformats.org/officeDocument/2006/relationships" id="259" r:id="Rf36014319808490e"/>
    <p:sldId xmlns:r="http://schemas.openxmlformats.org/officeDocument/2006/relationships" id="260" r:id="R14fd759f349a486d"/>
    <p:sldId xmlns:r="http://schemas.openxmlformats.org/officeDocument/2006/relationships" id="261" r:id="Rfbbda5e462994ab3"/>
    <p:sldId xmlns:r="http://schemas.openxmlformats.org/officeDocument/2006/relationships" id="262" r:id="R5172ab7abc80435f"/>
    <p:sldId xmlns:r="http://schemas.openxmlformats.org/officeDocument/2006/relationships" id="263" r:id="R0f07c313953142f6"/>
    <p:sldId xmlns:r="http://schemas.openxmlformats.org/officeDocument/2006/relationships" id="264" r:id="R8e901f216a454418"/>
    <p:sldId xmlns:r="http://schemas.openxmlformats.org/officeDocument/2006/relationships" id="265" r:id="R218ff1c4c01f4e87"/>
    <p:sldId xmlns:r="http://schemas.openxmlformats.org/officeDocument/2006/relationships" id="266" r:id="Rfbe2871eaf8d474e"/>
    <p:sldId xmlns:r="http://schemas.openxmlformats.org/officeDocument/2006/relationships" id="267" r:id="R14ebe17f82dd449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3c25853ef4015" /><Relationship Type="http://schemas.openxmlformats.org/officeDocument/2006/relationships/slideMaster" Target="/ppt/slideMasters/slideMaster1.xml" Id="R806dc3d1c15643a7" /><Relationship Type="http://schemas.openxmlformats.org/officeDocument/2006/relationships/notesMaster" Target="/ppt/notesMasters/notesMaster1.xml" Id="Rdf1ec72f036b4ae4" /><Relationship Type="http://schemas.openxmlformats.org/officeDocument/2006/relationships/presProps" Target="/ppt/presProps.xml" Id="Re780e83e9b4d4d1c" /><Relationship Type="http://schemas.openxmlformats.org/officeDocument/2006/relationships/tableStyles" Target="/ppt/tableStyles.xml" Id="Re26c494fbdab46bc" /><Relationship Type="http://schemas.openxmlformats.org/officeDocument/2006/relationships/slide" Target="/ppt/slides/slide1.xml" Id="R6f0bee6323884c90" /><Relationship Type="http://schemas.openxmlformats.org/officeDocument/2006/relationships/slide" Target="/ppt/slides/slide2.xml" Id="R2ab550cbe51a4d06" /><Relationship Type="http://schemas.openxmlformats.org/officeDocument/2006/relationships/slide" Target="/ppt/slides/slide3.xml" Id="Re566a3d5f3194faf" /><Relationship Type="http://schemas.openxmlformats.org/officeDocument/2006/relationships/slide" Target="/ppt/slides/slide4.xml" Id="Rf36014319808490e" /><Relationship Type="http://schemas.openxmlformats.org/officeDocument/2006/relationships/slide" Target="/ppt/slides/slide5.xml" Id="R14fd759f349a486d" /><Relationship Type="http://schemas.openxmlformats.org/officeDocument/2006/relationships/slide" Target="/ppt/slides/slide6.xml" Id="Rfbbda5e462994ab3" /><Relationship Type="http://schemas.openxmlformats.org/officeDocument/2006/relationships/slide" Target="/ppt/slides/slide7.xml" Id="R5172ab7abc80435f" /><Relationship Type="http://schemas.openxmlformats.org/officeDocument/2006/relationships/slide" Target="/ppt/slides/slide8.xml" Id="R0f07c313953142f6" /><Relationship Type="http://schemas.openxmlformats.org/officeDocument/2006/relationships/slide" Target="/ppt/slides/slide9.xml" Id="R8e901f216a454418" /><Relationship Type="http://schemas.openxmlformats.org/officeDocument/2006/relationships/slide" Target="/ppt/slides/slide10.xml" Id="R218ff1c4c01f4e87" /><Relationship Type="http://schemas.openxmlformats.org/officeDocument/2006/relationships/slide" Target="/ppt/slides/slide11.xml" Id="Rfbe2871eaf8d474e" /><Relationship Type="http://schemas.openxmlformats.org/officeDocument/2006/relationships/slide" Target="/ppt/slides/slide12.xml" Id="R14ebe17f82dd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737b5c454647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f86e43ab274097" /><Relationship Type="http://schemas.openxmlformats.org/officeDocument/2006/relationships/notesMaster" Target="/ppt/notesMasters/notesMaster1.xml" Id="R12d21000f32c46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9c2aa5d1f4e37" /><Relationship Type="http://schemas.openxmlformats.org/officeDocument/2006/relationships/notesMaster" Target="/ppt/notesMasters/notesMaster1.xml" Id="Re4bc4056d741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840eff83694d53" /><Relationship Type="http://schemas.openxmlformats.org/officeDocument/2006/relationships/notesMaster" Target="/ppt/notesMasters/notesMaster1.xml" Id="Rdbd08dd1a5a540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32e380d7fa458d" /><Relationship Type="http://schemas.openxmlformats.org/officeDocument/2006/relationships/notesMaster" Target="/ppt/notesMasters/notesMaster1.xml" Id="R770fbe1f78624c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f196453ba49ed" /><Relationship Type="http://schemas.openxmlformats.org/officeDocument/2006/relationships/notesMaster" Target="/ppt/notesMasters/notesMaster1.xml" Id="R18b2d99b93804f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0675cfa2ac44f4" /><Relationship Type="http://schemas.openxmlformats.org/officeDocument/2006/relationships/notesMaster" Target="/ppt/notesMasters/notesMaster1.xml" Id="Rbc67136dd8334d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a5ab6728c4550" /><Relationship Type="http://schemas.openxmlformats.org/officeDocument/2006/relationships/notesMaster" Target="/ppt/notesMasters/notesMaster1.xml" Id="R1d716b06f083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979b847904629" /><Relationship Type="http://schemas.openxmlformats.org/officeDocument/2006/relationships/notesMaster" Target="/ppt/notesMasters/notesMaster1.xml" Id="R2acb3ef5764d41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07a92a7eca447a" /><Relationship Type="http://schemas.openxmlformats.org/officeDocument/2006/relationships/notesMaster" Target="/ppt/notesMasters/notesMaster1.xml" Id="Rfde41798136242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0e1c07c2d4c5d" /><Relationship Type="http://schemas.openxmlformats.org/officeDocument/2006/relationships/notesMaster" Target="/ppt/notesMasters/notesMaster1.xml" Id="Rcbc39949f9934d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424725b94455f" /><Relationship Type="http://schemas.openxmlformats.org/officeDocument/2006/relationships/notesMaster" Target="/ppt/notesMasters/notesMaster1.xml" Id="R12a9467f8cc24b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e0a01a6afe4201" /><Relationship Type="http://schemas.openxmlformats.org/officeDocument/2006/relationships/notesMaster" Target="/ppt/notesMasters/notesMaster1.xml" Id="R8ddbbd77740845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4a881c90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df60e5c304bf7" /><Relationship Type="http://schemas.openxmlformats.org/officeDocument/2006/relationships/slideLayout" Target="/ppt/slideLayouts/slideLayout1.xml" Id="R3367680acf68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7680acf68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d40192c4d43c3" /><Relationship Type="http://schemas.openxmlformats.org/officeDocument/2006/relationships/image" Target="/ppt/media/image.png" Id="R5d51e672c5804c91" /><Relationship Type="http://schemas.openxmlformats.org/officeDocument/2006/relationships/image" Target="/ppt/media/image2.png" Id="R27f10494ab584a67" /><Relationship Type="http://schemas.openxmlformats.org/officeDocument/2006/relationships/notesSlide" Target="/ppt/notesSlides/notesSlide1.xml" Id="R9fbfc67088b747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7ee8a370b45e5" /><Relationship Type="http://schemas.openxmlformats.org/officeDocument/2006/relationships/notesSlide" Target="/ppt/notesSlides/notesSlide2.xml" Id="Rddcc49f2f64b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9eb2495a04ea5" /><Relationship Type="http://schemas.openxmlformats.org/officeDocument/2006/relationships/notesSlide" Target="/ppt/notesSlides/notesSlide3.xml" Id="Rc10c746310b944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84828c9b04190" /><Relationship Type="http://schemas.openxmlformats.org/officeDocument/2006/relationships/notesSlide" Target="/ppt/notesSlides/notesSlide4.xml" Id="Rc596445f9c0b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e5aaf541e415f" /><Relationship Type="http://schemas.openxmlformats.org/officeDocument/2006/relationships/notesSlide" Target="/ppt/notesSlides/notesSlide5.xml" Id="Rd796f14129fa41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33fd0ae48489c" /><Relationship Type="http://schemas.openxmlformats.org/officeDocument/2006/relationships/notesSlide" Target="/ppt/notesSlides/notesSlide6.xml" Id="R24d36670075b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86794bde34c6b" /><Relationship Type="http://schemas.openxmlformats.org/officeDocument/2006/relationships/notesSlide" Target="/ppt/notesSlides/notesSlide7.xml" Id="R9a0c2ae34d89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513b18c6648b6" /><Relationship Type="http://schemas.openxmlformats.org/officeDocument/2006/relationships/notesSlide" Target="/ppt/notesSlides/notesSlide8.xml" Id="Red0b0e30ea7f42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1a3fcfe03435a" /><Relationship Type="http://schemas.openxmlformats.org/officeDocument/2006/relationships/image" Target="/ppt/media/image3.png" Id="Rb00ff2b3cedb43a0" /><Relationship Type="http://schemas.openxmlformats.org/officeDocument/2006/relationships/image" Target="/ppt/media/image4.png" Id="Rcaff2dc739074e47" /><Relationship Type="http://schemas.openxmlformats.org/officeDocument/2006/relationships/image" Target="/ppt/media/image5.png" Id="R227ac08a902f47d0" /><Relationship Type="http://schemas.openxmlformats.org/officeDocument/2006/relationships/image" Target="/ppt/media/image6.png" Id="Rf32617a31d48429c" /><Relationship Type="http://schemas.openxmlformats.org/officeDocument/2006/relationships/image" Target="/ppt/media/image7.png" Id="Ra61a6312cad24aca" /><Relationship Type="http://schemas.openxmlformats.org/officeDocument/2006/relationships/image" Target="/ppt/media/image8.png" Id="R0dafa99d332c4d12" /><Relationship Type="http://schemas.openxmlformats.org/officeDocument/2006/relationships/image" Target="/ppt/media/image9.png" Id="Ra890b9abdc4a4c96" /><Relationship Type="http://schemas.openxmlformats.org/officeDocument/2006/relationships/image" Target="/ppt/media/image10.png" Id="R425afea1bb464f86" /><Relationship Type="http://schemas.openxmlformats.org/officeDocument/2006/relationships/image" Target="/ppt/media/image11.png" Id="R5367e4a2ecbc4c55" /><Relationship Type="http://schemas.openxmlformats.org/officeDocument/2006/relationships/image" Target="/ppt/media/image12.png" Id="R74c115bdd42f41c2" /><Relationship Type="http://schemas.openxmlformats.org/officeDocument/2006/relationships/image" Target="/ppt/media/image13.png" Id="Ra3ef7a7481084467" /><Relationship Type="http://schemas.openxmlformats.org/officeDocument/2006/relationships/image" Target="/ppt/media/image14.png" Id="R4d85d0902f9f4641" /><Relationship Type="http://schemas.openxmlformats.org/officeDocument/2006/relationships/notesSlide" Target="/ppt/notesSlides/notesSlide9.xml" Id="Rd382bce3dba2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ecbb801e74ced" /><Relationship Type="http://schemas.openxmlformats.org/officeDocument/2006/relationships/notesSlide" Target="/ppt/notesSlides/notesSlide10.xml" Id="R2ec436bc0dda41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85bfcbff84a36" /><Relationship Type="http://schemas.openxmlformats.org/officeDocument/2006/relationships/notesSlide" Target="/ppt/notesSlides/notesSlide11.xml" Id="R2d155781f711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4e14dd1bf4d17" /><Relationship Type="http://schemas.openxmlformats.org/officeDocument/2006/relationships/notesSlide" Target="/ppt/notesSlides/notesSlide12.xml" Id="Rf0bdc00edeb6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1e672c5804c9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10494ab584a67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ff2b3cedb43a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f2dc739074e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ac08a902f47d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617a31d4842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61a6312cad24ac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dafa99d332c4d1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890b9abdc4a4c9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25afea1bb464f8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367e4a2ecbc4c5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4c115bdd42f41c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3ef7a748108446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d85d0902f9f464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2026-08-25T02:46:24.7380000Z</dcterms:created>
  <dcterms:modified xsi:type="dcterms:W3CDTF">2026-08-25T02:46:24.7380000Z</dcterms:modified>
</coreProperties>
</file>