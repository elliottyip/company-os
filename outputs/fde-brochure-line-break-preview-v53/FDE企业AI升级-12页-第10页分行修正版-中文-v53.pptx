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634fdf252941a5" /><Relationship Type="http://schemas.openxmlformats.org/officeDocument/2006/relationships/extended-properties" Target="/docProps/app.xml" Id="R3b3d682817314d13" /><Relationship Type="http://schemas.openxmlformats.org/officeDocument/2006/relationships/officeDocument" Target="/ppt/presentation.xml" Id="Ra0d1ccf0869f41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98fb4fff6e41fe"/>
  </p:sldMasterIdLst>
  <p:notesMasterIdLst>
    <p:notesMasterId xmlns:r="http://schemas.openxmlformats.org/officeDocument/2006/relationships" r:id="R7929d8b70ba840b8"/>
  </p:notesMasterIdLst>
  <p:sldIdLst>
    <p:sldId xmlns:r="http://schemas.openxmlformats.org/officeDocument/2006/relationships" id="256" r:id="Re09565a966f34226"/>
    <p:sldId xmlns:r="http://schemas.openxmlformats.org/officeDocument/2006/relationships" id="257" r:id="R6809cbd4624b48d8"/>
    <p:sldId xmlns:r="http://schemas.openxmlformats.org/officeDocument/2006/relationships" id="258" r:id="R6f4109bfe3a64806"/>
    <p:sldId xmlns:r="http://schemas.openxmlformats.org/officeDocument/2006/relationships" id="259" r:id="Rd6337f76afcd4d72"/>
    <p:sldId xmlns:r="http://schemas.openxmlformats.org/officeDocument/2006/relationships" id="260" r:id="R8497cbe8e60b43cb"/>
    <p:sldId xmlns:r="http://schemas.openxmlformats.org/officeDocument/2006/relationships" id="261" r:id="Ra992cd6ffb55453b"/>
    <p:sldId xmlns:r="http://schemas.openxmlformats.org/officeDocument/2006/relationships" id="262" r:id="R114cc4b26dc9425e"/>
    <p:sldId xmlns:r="http://schemas.openxmlformats.org/officeDocument/2006/relationships" id="263" r:id="Rdab55e2702aa43c4"/>
    <p:sldId xmlns:r="http://schemas.openxmlformats.org/officeDocument/2006/relationships" id="264" r:id="R228eec482e7947a1"/>
    <p:sldId xmlns:r="http://schemas.openxmlformats.org/officeDocument/2006/relationships" id="265" r:id="Re87504c3f1854c71"/>
    <p:sldId xmlns:r="http://schemas.openxmlformats.org/officeDocument/2006/relationships" id="266" r:id="R7217a5a8259f4185"/>
    <p:sldId xmlns:r="http://schemas.openxmlformats.org/officeDocument/2006/relationships" id="267" r:id="R16150dc8cb91421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b72d98c6049db" /><Relationship Type="http://schemas.openxmlformats.org/officeDocument/2006/relationships/slideMaster" Target="/ppt/slideMasters/slideMaster1.xml" Id="R8d98fb4fff6e41fe" /><Relationship Type="http://schemas.openxmlformats.org/officeDocument/2006/relationships/notesMaster" Target="/ppt/notesMasters/notesMaster1.xml" Id="R7929d8b70ba840b8" /><Relationship Type="http://schemas.openxmlformats.org/officeDocument/2006/relationships/presProps" Target="/ppt/presProps.xml" Id="R01db2f3b06114680" /><Relationship Type="http://schemas.openxmlformats.org/officeDocument/2006/relationships/tableStyles" Target="/ppt/tableStyles.xml" Id="R2b4fb9f1c41243de" /><Relationship Type="http://schemas.openxmlformats.org/officeDocument/2006/relationships/slide" Target="/ppt/slides/slide1.xml" Id="Re09565a966f34226" /><Relationship Type="http://schemas.openxmlformats.org/officeDocument/2006/relationships/slide" Target="/ppt/slides/slide2.xml" Id="R6809cbd4624b48d8" /><Relationship Type="http://schemas.openxmlformats.org/officeDocument/2006/relationships/slide" Target="/ppt/slides/slide3.xml" Id="R6f4109bfe3a64806" /><Relationship Type="http://schemas.openxmlformats.org/officeDocument/2006/relationships/slide" Target="/ppt/slides/slide4.xml" Id="Rd6337f76afcd4d72" /><Relationship Type="http://schemas.openxmlformats.org/officeDocument/2006/relationships/slide" Target="/ppt/slides/slide5.xml" Id="R8497cbe8e60b43cb" /><Relationship Type="http://schemas.openxmlformats.org/officeDocument/2006/relationships/slide" Target="/ppt/slides/slide6.xml" Id="Ra992cd6ffb55453b" /><Relationship Type="http://schemas.openxmlformats.org/officeDocument/2006/relationships/slide" Target="/ppt/slides/slide7.xml" Id="R114cc4b26dc9425e" /><Relationship Type="http://schemas.openxmlformats.org/officeDocument/2006/relationships/slide" Target="/ppt/slides/slide8.xml" Id="Rdab55e2702aa43c4" /><Relationship Type="http://schemas.openxmlformats.org/officeDocument/2006/relationships/slide" Target="/ppt/slides/slide9.xml" Id="R228eec482e7947a1" /><Relationship Type="http://schemas.openxmlformats.org/officeDocument/2006/relationships/slide" Target="/ppt/slides/slide10.xml" Id="Re87504c3f1854c71" /><Relationship Type="http://schemas.openxmlformats.org/officeDocument/2006/relationships/slide" Target="/ppt/slides/slide11.xml" Id="R7217a5a8259f4185" /><Relationship Type="http://schemas.openxmlformats.org/officeDocument/2006/relationships/slide" Target="/ppt/slides/slide12.xml" Id="R16150dc8cb9142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e4f5e630a41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0026b2eeb341e2" /><Relationship Type="http://schemas.openxmlformats.org/officeDocument/2006/relationships/notesMaster" Target="/ppt/notesMasters/notesMaster1.xml" Id="Rf8c22e94f22644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fc2271b3e40a5" /><Relationship Type="http://schemas.openxmlformats.org/officeDocument/2006/relationships/notesMaster" Target="/ppt/notesMasters/notesMaster1.xml" Id="R9d31421f608e44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8cc62586074845" /><Relationship Type="http://schemas.openxmlformats.org/officeDocument/2006/relationships/notesMaster" Target="/ppt/notesMasters/notesMaster1.xml" Id="R937782403d6144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cf05babf84405a" /><Relationship Type="http://schemas.openxmlformats.org/officeDocument/2006/relationships/notesMaster" Target="/ppt/notesMasters/notesMaster1.xml" Id="Rbde2a3ff8dd0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c290fa52d34831" /><Relationship Type="http://schemas.openxmlformats.org/officeDocument/2006/relationships/notesMaster" Target="/ppt/notesMasters/notesMaster1.xml" Id="R23d89d64b4c64b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cf0207e194df0" /><Relationship Type="http://schemas.openxmlformats.org/officeDocument/2006/relationships/notesMaster" Target="/ppt/notesMasters/notesMaster1.xml" Id="R12b4194968174e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d1580ed077414a" /><Relationship Type="http://schemas.openxmlformats.org/officeDocument/2006/relationships/notesMaster" Target="/ppt/notesMasters/notesMaster1.xml" Id="Rfb650fbbe899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7c3ecaf054e15" /><Relationship Type="http://schemas.openxmlformats.org/officeDocument/2006/relationships/notesMaster" Target="/ppt/notesMasters/notesMaster1.xml" Id="R6dd2d1995a8246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fb18831930439c" /><Relationship Type="http://schemas.openxmlformats.org/officeDocument/2006/relationships/notesMaster" Target="/ppt/notesMasters/notesMaster1.xml" Id="R780b8ef502cd4b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9299250be64992" /><Relationship Type="http://schemas.openxmlformats.org/officeDocument/2006/relationships/notesMaster" Target="/ppt/notesMasters/notesMaster1.xml" Id="Rc2aad60ba82e45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27b2a6d8c84e23" /><Relationship Type="http://schemas.openxmlformats.org/officeDocument/2006/relationships/notesMaster" Target="/ppt/notesMasters/notesMaster1.xml" Id="Rbf69be535f4945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6e8003f3ca493c" /><Relationship Type="http://schemas.openxmlformats.org/officeDocument/2006/relationships/notesMaster" Target="/ppt/notesMasters/notesMaster1.xml" Id="Rca1cd95e8f18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ce33e55d444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2d693174564b18" /><Relationship Type="http://schemas.openxmlformats.org/officeDocument/2006/relationships/slideLayout" Target="/ppt/slideLayouts/slideLayout1.xml" Id="Re890090b09a5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90090b09a5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f1fd5e3fe4f71" /><Relationship Type="http://schemas.openxmlformats.org/officeDocument/2006/relationships/image" Target="/ppt/media/image.png" Id="R1e7079290f344490" /><Relationship Type="http://schemas.openxmlformats.org/officeDocument/2006/relationships/image" Target="/ppt/media/image2.png" Id="R7670e191ce1b41af" /><Relationship Type="http://schemas.openxmlformats.org/officeDocument/2006/relationships/notesSlide" Target="/ppt/notesSlides/notesSlide1.xml" Id="R8aec6d87b8f141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1b95585364eef" /><Relationship Type="http://schemas.openxmlformats.org/officeDocument/2006/relationships/notesSlide" Target="/ppt/notesSlides/notesSlide2.xml" Id="R7a8a521ae8df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36eb536a74165" /><Relationship Type="http://schemas.openxmlformats.org/officeDocument/2006/relationships/notesSlide" Target="/ppt/notesSlides/notesSlide3.xml" Id="R9d103afbfb15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5236965ef42e4" /><Relationship Type="http://schemas.openxmlformats.org/officeDocument/2006/relationships/notesSlide" Target="/ppt/notesSlides/notesSlide4.xml" Id="R93ff2234aa5c49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8760c08414f50" /><Relationship Type="http://schemas.openxmlformats.org/officeDocument/2006/relationships/notesSlide" Target="/ppt/notesSlides/notesSlide5.xml" Id="R28ca9ca99f184f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852025bbb444b" /><Relationship Type="http://schemas.openxmlformats.org/officeDocument/2006/relationships/notesSlide" Target="/ppt/notesSlides/notesSlide6.xml" Id="R2261b204c2604d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0f482a7c84ac9" /><Relationship Type="http://schemas.openxmlformats.org/officeDocument/2006/relationships/notesSlide" Target="/ppt/notesSlides/notesSlide7.xml" Id="Rcc03e10cedf042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d625683be4248" /><Relationship Type="http://schemas.openxmlformats.org/officeDocument/2006/relationships/notesSlide" Target="/ppt/notesSlides/notesSlide8.xml" Id="R30fc4db6448a4a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8629e4e754c52" /><Relationship Type="http://schemas.openxmlformats.org/officeDocument/2006/relationships/image" Target="/ppt/media/image3.png" Id="R8b774232cb8d4b68" /><Relationship Type="http://schemas.openxmlformats.org/officeDocument/2006/relationships/image" Target="/ppt/media/image4.png" Id="R1660eaea6c764263" /><Relationship Type="http://schemas.openxmlformats.org/officeDocument/2006/relationships/image" Target="/ppt/media/image5.png" Id="R6724b7380ff94e0e" /><Relationship Type="http://schemas.openxmlformats.org/officeDocument/2006/relationships/image" Target="/ppt/media/image6.png" Id="R68af747a34884ac2" /><Relationship Type="http://schemas.openxmlformats.org/officeDocument/2006/relationships/image" Target="/ppt/media/image7.png" Id="R8b605b9d65004ca5" /><Relationship Type="http://schemas.openxmlformats.org/officeDocument/2006/relationships/image" Target="/ppt/media/image8.png" Id="R439959f3424d4e97" /><Relationship Type="http://schemas.openxmlformats.org/officeDocument/2006/relationships/notesSlide" Target="/ppt/notesSlides/notesSlide9.xml" Id="Rf1c2ee2d45734b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9dad3caf7496c" /><Relationship Type="http://schemas.openxmlformats.org/officeDocument/2006/relationships/notesSlide" Target="/ppt/notesSlides/notesSlide10.xml" Id="R7c837ac0474c4e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afa05513b4c13" /><Relationship Type="http://schemas.openxmlformats.org/officeDocument/2006/relationships/notesSlide" Target="/ppt/notesSlides/notesSlide11.xml" Id="R97b26fc5944b49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38ef56096492c" /><Relationship Type="http://schemas.openxmlformats.org/officeDocument/2006/relationships/image" Target="/ppt/media/image9.png" Id="R065d6894cad34b60" /><Relationship Type="http://schemas.openxmlformats.org/officeDocument/2006/relationships/notesSlide" Target="/ppt/notesSlides/notesSlide12.xml" Id="Rb44e2c6dbde04f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079290f344490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0e191ce1b41af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74232cb8d4b6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0eaea6c76426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4b7380ff94e0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f747a34884a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b605b9d65004ca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39959f3424d4e97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教员工多用几个 AI 工具。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它教企业的人怎么管理一支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d6894cad34b60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2026-08-25T05:58:22.7860000Z</dcterms:created>
  <dcterms:modified xsi:type="dcterms:W3CDTF">2026-08-25T05:58:22.7860000Z</dcterms:modified>
</coreProperties>
</file>