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e6d7c0f78c4975" /><Relationship Type="http://schemas.openxmlformats.org/officeDocument/2006/relationships/extended-properties" Target="/docProps/app.xml" Id="R89041baa02364c54" /><Relationship Type="http://schemas.openxmlformats.org/officeDocument/2006/relationships/officeDocument" Target="/ppt/presentation.xml" Id="Ra84f1a9e312b48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794d02c0a54c27"/>
  </p:sldMasterIdLst>
  <p:notesMasterIdLst>
    <p:notesMasterId xmlns:r="http://schemas.openxmlformats.org/officeDocument/2006/relationships" r:id="Rb7caba177f7b404d"/>
  </p:notesMasterIdLst>
  <p:sldIdLst>
    <p:sldId xmlns:r="http://schemas.openxmlformats.org/officeDocument/2006/relationships" id="256" r:id="Rcc4ad85e61fa4127"/>
    <p:sldId xmlns:r="http://schemas.openxmlformats.org/officeDocument/2006/relationships" id="257" r:id="Rbf0b7032556c484e"/>
    <p:sldId xmlns:r="http://schemas.openxmlformats.org/officeDocument/2006/relationships" id="258" r:id="R6f4f44e028b34b18"/>
    <p:sldId xmlns:r="http://schemas.openxmlformats.org/officeDocument/2006/relationships" id="259" r:id="Rfd75d49889e04a7e"/>
    <p:sldId xmlns:r="http://schemas.openxmlformats.org/officeDocument/2006/relationships" id="260" r:id="R500e3460b06745a8"/>
    <p:sldId xmlns:r="http://schemas.openxmlformats.org/officeDocument/2006/relationships" id="261" r:id="R2ca6c2bb72fc4eb2"/>
    <p:sldId xmlns:r="http://schemas.openxmlformats.org/officeDocument/2006/relationships" id="262" r:id="Rae4cee218f8f4e8e"/>
    <p:sldId xmlns:r="http://schemas.openxmlformats.org/officeDocument/2006/relationships" id="263" r:id="Rbeebadc507024c09"/>
    <p:sldId xmlns:r="http://schemas.openxmlformats.org/officeDocument/2006/relationships" id="264" r:id="Radc5286c44f147c6"/>
    <p:sldId xmlns:r="http://schemas.openxmlformats.org/officeDocument/2006/relationships" id="265" r:id="Raad2f41235a54d7f"/>
    <p:sldId xmlns:r="http://schemas.openxmlformats.org/officeDocument/2006/relationships" id="266" r:id="R4159c5ad16834474"/>
    <p:sldId xmlns:r="http://schemas.openxmlformats.org/officeDocument/2006/relationships" id="267" r:id="Rda6fcd06c7444031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0b89cc04384337" /><Relationship Type="http://schemas.openxmlformats.org/officeDocument/2006/relationships/slideMaster" Target="/ppt/slideMasters/slideMaster1.xml" Id="Re0794d02c0a54c27" /><Relationship Type="http://schemas.openxmlformats.org/officeDocument/2006/relationships/notesMaster" Target="/ppt/notesMasters/notesMaster1.xml" Id="Rb7caba177f7b404d" /><Relationship Type="http://schemas.openxmlformats.org/officeDocument/2006/relationships/presProps" Target="/ppt/presProps.xml" Id="R425b2c8588e84a48" /><Relationship Type="http://schemas.openxmlformats.org/officeDocument/2006/relationships/tableStyles" Target="/ppt/tableStyles.xml" Id="R47a0faf0a5b54bc5" /><Relationship Type="http://schemas.openxmlformats.org/officeDocument/2006/relationships/slide" Target="/ppt/slides/slide1.xml" Id="Rcc4ad85e61fa4127" /><Relationship Type="http://schemas.openxmlformats.org/officeDocument/2006/relationships/slide" Target="/ppt/slides/slide2.xml" Id="Rbf0b7032556c484e" /><Relationship Type="http://schemas.openxmlformats.org/officeDocument/2006/relationships/slide" Target="/ppt/slides/slide3.xml" Id="R6f4f44e028b34b18" /><Relationship Type="http://schemas.openxmlformats.org/officeDocument/2006/relationships/slide" Target="/ppt/slides/slide4.xml" Id="Rfd75d49889e04a7e" /><Relationship Type="http://schemas.openxmlformats.org/officeDocument/2006/relationships/slide" Target="/ppt/slides/slide5.xml" Id="R500e3460b06745a8" /><Relationship Type="http://schemas.openxmlformats.org/officeDocument/2006/relationships/slide" Target="/ppt/slides/slide6.xml" Id="R2ca6c2bb72fc4eb2" /><Relationship Type="http://schemas.openxmlformats.org/officeDocument/2006/relationships/slide" Target="/ppt/slides/slide7.xml" Id="Rae4cee218f8f4e8e" /><Relationship Type="http://schemas.openxmlformats.org/officeDocument/2006/relationships/slide" Target="/ppt/slides/slide8.xml" Id="Rbeebadc507024c09" /><Relationship Type="http://schemas.openxmlformats.org/officeDocument/2006/relationships/slide" Target="/ppt/slides/slide9.xml" Id="Radc5286c44f147c6" /><Relationship Type="http://schemas.openxmlformats.org/officeDocument/2006/relationships/slide" Target="/ppt/slides/slide10.xml" Id="Raad2f41235a54d7f" /><Relationship Type="http://schemas.openxmlformats.org/officeDocument/2006/relationships/slide" Target="/ppt/slides/slide11.xml" Id="R4159c5ad16834474" /><Relationship Type="http://schemas.openxmlformats.org/officeDocument/2006/relationships/slide" Target="/ppt/slides/slide12.xml" Id="Rda6fcd06c74440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e9e1455d364e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ac50462ad54ef9" /><Relationship Type="http://schemas.openxmlformats.org/officeDocument/2006/relationships/notesMaster" Target="/ppt/notesMasters/notesMaster1.xml" Id="R1d833ec31e3746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d1b2229b124a42" /><Relationship Type="http://schemas.openxmlformats.org/officeDocument/2006/relationships/notesMaster" Target="/ppt/notesMasters/notesMaster1.xml" Id="Ree747842e17049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a79838e9a04775" /><Relationship Type="http://schemas.openxmlformats.org/officeDocument/2006/relationships/notesMaster" Target="/ppt/notesMasters/notesMaster1.xml" Id="R56107f2651cf42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c4fd707b4a4a5d" /><Relationship Type="http://schemas.openxmlformats.org/officeDocument/2006/relationships/notesMaster" Target="/ppt/notesMasters/notesMaster1.xml" Id="R3d53ff5ac65448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18c7c09c624cb0" /><Relationship Type="http://schemas.openxmlformats.org/officeDocument/2006/relationships/notesMaster" Target="/ppt/notesMasters/notesMaster1.xml" Id="R85add3fab3004e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9b2106f8a74454" /><Relationship Type="http://schemas.openxmlformats.org/officeDocument/2006/relationships/notesMaster" Target="/ppt/notesMasters/notesMaster1.xml" Id="R51768b99d66a4b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7477f40b2c4369" /><Relationship Type="http://schemas.openxmlformats.org/officeDocument/2006/relationships/notesMaster" Target="/ppt/notesMasters/notesMaster1.xml" Id="Rf659605beff94f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e982af3d954aa3" /><Relationship Type="http://schemas.openxmlformats.org/officeDocument/2006/relationships/notesMaster" Target="/ppt/notesMasters/notesMaster1.xml" Id="R23a59d89484245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7c18a0d14a4f9b" /><Relationship Type="http://schemas.openxmlformats.org/officeDocument/2006/relationships/notesMaster" Target="/ppt/notesMasters/notesMaster1.xml" Id="R81bcbfe350ed46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a54539485f41b9" /><Relationship Type="http://schemas.openxmlformats.org/officeDocument/2006/relationships/notesMaster" Target="/ppt/notesMasters/notesMaster1.xml" Id="R69e1ddf82a504f5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e6131db68e4d4e" /><Relationship Type="http://schemas.openxmlformats.org/officeDocument/2006/relationships/notesMaster" Target="/ppt/notesMasters/notesMaster1.xml" Id="R2588a0b05a534a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e2864b5c7324306" /><Relationship Type="http://schemas.openxmlformats.org/officeDocument/2006/relationships/notesMaster" Target="/ppt/notesMasters/notesMaster1.xml" Id="R0449ec9e102445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docs/marketing/assets/fde-tech-light-path-v1.png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d23211835c45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23658feed4478a" /><Relationship Type="http://schemas.openxmlformats.org/officeDocument/2006/relationships/slideLayout" Target="/ppt/slideLayouts/slideLayout1.xml" Id="R898676fafd3f41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8676fafd3f41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34e1cdea444eb" /><Relationship Type="http://schemas.openxmlformats.org/officeDocument/2006/relationships/image" Target="/ppt/media/image.png" Id="R4b57031c68d84585" /><Relationship Type="http://schemas.openxmlformats.org/officeDocument/2006/relationships/notesSlide" Target="/ppt/notesSlides/notesSlide1.xml" Id="R9e5d3bfd9fec47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2bdd895bc4ae5" /><Relationship Type="http://schemas.openxmlformats.org/officeDocument/2006/relationships/notesSlide" Target="/ppt/notesSlides/notesSlide2.xml" Id="R6389f99e96e040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4b74b4de0463d" /><Relationship Type="http://schemas.openxmlformats.org/officeDocument/2006/relationships/notesSlide" Target="/ppt/notesSlides/notesSlide3.xml" Id="R73abc708ba2643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42f6b344a49b0" /><Relationship Type="http://schemas.openxmlformats.org/officeDocument/2006/relationships/notesSlide" Target="/ppt/notesSlides/notesSlide4.xml" Id="R4f663828c6014b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ca614ca064731" /><Relationship Type="http://schemas.openxmlformats.org/officeDocument/2006/relationships/notesSlide" Target="/ppt/notesSlides/notesSlide5.xml" Id="R687157e56cfb43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1fb63d82b5486a" /><Relationship Type="http://schemas.openxmlformats.org/officeDocument/2006/relationships/notesSlide" Target="/ppt/notesSlides/notesSlide6.xml" Id="Rf64364bcc09441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97c6d8f2d463a" /><Relationship Type="http://schemas.openxmlformats.org/officeDocument/2006/relationships/notesSlide" Target="/ppt/notesSlides/notesSlide7.xml" Id="Recc899e5abd044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67fa50fab4f52" /><Relationship Type="http://schemas.openxmlformats.org/officeDocument/2006/relationships/notesSlide" Target="/ppt/notesSlides/notesSlide8.xml" Id="R2807e569dd294a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2fa8ede2ce4448" /><Relationship Type="http://schemas.openxmlformats.org/officeDocument/2006/relationships/notesSlide" Target="/ppt/notesSlides/notesSlide9.xml" Id="Ref2f154e3da8420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59123ab7342cf" /><Relationship Type="http://schemas.openxmlformats.org/officeDocument/2006/relationships/notesSlide" Target="/ppt/notesSlides/notesSlide10.xml" Id="R073e877554c745a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46be36c35e4145" /><Relationship Type="http://schemas.openxmlformats.org/officeDocument/2006/relationships/notesSlide" Target="/ppt/notesSlides/notesSlide11.xml" Id="R453093d165d44ab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596f08c8d44bb" /><Relationship Type="http://schemas.openxmlformats.org/officeDocument/2006/relationships/notesSlide" Target="/ppt/notesSlides/notesSlide12.xml" Id="Rf8e071dae5b54f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788B6D-A050-45EA-AB9C-FDF45782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FDE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E74B44-41A0-459A-B8B8-4D785E81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企业想做 AI 升级，</a:t>
            </a:r>
          </a:p>
          <a:p xmlns:a="http://schemas.openxmlformats.org/drawingml/2006/main">
            <a:pPr algn="l">
              <a:buNone/>
              <a:defRPr sz="3900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第一步从哪里开始？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A6456-BEBB-4906-8974-927188EC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13" b="0">
                <a:solidFill>
                  <a:srgbClr val="070707"/>
                </a:solidFill>
              </a:defRPr>
            </a:pPr>
            <a:r>
              <a:rPr sz="1313" b="0">
                <a:solidFill>
                  <a:srgbClr val="070707"/>
                </a:solidFill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313" b="0">
                <a:solidFill>
                  <a:srgbClr val="070707"/>
                </a:solidFill>
              </a:defRPr>
            </a:pPr>
            <a:r>
              <a:rPr sz="1313" b="0">
                <a:solidFill>
                  <a:srgbClr val="070707"/>
                </a:solidFill>
              </a:rPr>
              <a:t>再把它做成有人用、看得到结果的系统。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57031c68d84585"/>
          <a:srcRect xmlns:a="http://schemas.openxmlformats.org/drawingml/2006/main" l="612" t="0" r="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B5AB65-134C-4E96-8685-CF5D5A0F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</a:defRPr>
            </a:pPr>
            <a:r>
              <a:rPr sz="915" b="1">
                <a:solidFill>
                  <a:srgbClr val="070707"/>
                </a:solidFill>
              </a:rPr>
              <a:t>业务诊断｜流程改造｜Skill｜定制 SaaS｜数据库｜Agent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941A71-5A4A-4BF7-8AD6-8B1DA1CB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</a:defRPr>
            </a:pPr>
            <a:r>
              <a:rPr sz="870" b="1">
                <a:solidFill>
                  <a:srgbClr val="070707"/>
                </a:solidFill>
              </a:rPr>
              <a:t>展会限定：免费企业 AI 诊断</a:t>
            </a:r>
          </a:p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</a:defRPr>
            </a:pPr>
            <a:r>
              <a:rPr sz="870" b="1">
                <a:solidFill>
                  <a:srgbClr val="070707"/>
                </a:solidFill>
              </a:rPr>
              <a:t>每天 10 家</a:t>
            </a:r>
          </a:p>
        </p:txBody>
      </p:sp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D9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33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81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293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628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247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867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48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13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30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289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242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38475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194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576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005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05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434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863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91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05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7056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532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009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2009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485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96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6962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438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391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86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868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53550"/>
            <a:ext cx="653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1028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先去现场看真实工作：老板为什么想做 AI，一线每天怎么操作，数据放在哪里，哪些地方最耗时间、最容易错、最影响客户。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960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628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295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963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099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8145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14775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6099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54330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98145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91477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6740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00725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388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035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43675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86740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580072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62388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617220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9132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43725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58150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49630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29625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677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801100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812482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805815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849630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842962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4875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0115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6247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30542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04837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79132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53427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6289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09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609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910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5910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721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5721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152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79152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391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6391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我们不只展示系统，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更要说清业务发生了什么变化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本页等待真实案例。方括号内容必须用客户确认过的信息替换。没有客户授权，不放企业名称和 Logo；没有数据，不写百分比。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我们服务过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A7C27-ECC5-4346-ABC4-619B38AB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F5B9E-CB7D-44A8-9996-7DC67160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2]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6B6FC-3965-479E-81B3-86D6297B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3]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8AD5C6-1067-4607-9B8E-DCC52B4D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4]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55807-E9FE-4079-9785-BE2223C5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每个 Logo 下只写一行：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83609-653E-43F9-B333-AC7D528B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14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[公司或行业]｜我们帮助其完成了[一句话服务内容]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只有满足以下条件才放入：确实提供过服务、客户名称和 Logo 已获公开授权、服务内容能够核对。不能把接触过、提过方案或厂商公开案例写成“我们服务过”。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案例一｜[工厂类型 / 业务部门]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[哪个岗位]每天从[微信 / Excel / PDF / ERP / 邮件]里完成[具体工作]。这项工作每天发生[次数]，需要[人数或时间]，经常出现[具体问题]。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表面需求是[客户最初的说法]，现场看完以后，真正影响业务的是[最后确认的问题]。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[Skill / 定制 SaaS / 自动化 / 数据库 / Agent 工作流]，连接了[已有系统或数据]。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286625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处理时间：[原来] → [现在]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658100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人工步骤：[原来] → [现在]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029575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错误或返工：[原来] → [现在]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401050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对业务的影响：[客户确认的结果]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案例二｜[工厂类型 / 业务部门]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采用相同结构。建议一个案例讲小工具，一个案例讲完整流程，一个案例讲数据库或公司级升级。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193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194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195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9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6197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198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2199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FDE：把系统做出来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Agent Boss：教团队接过去，继续用、继续改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163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28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529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768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更适合买现成软件、做 Skill、定制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247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28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529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768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6008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D9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075CFF"/>
                </a:solidFill>
              </a:rPr>
              <a:t>每天限 10 家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075CFF"/>
                </a:solidFill>
              </a:rPr>
              <a:t>展会两天，共 20 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[二维码]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扫码填写：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联系方式和方便沟通的时间。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扫码预约｜约满为止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17CD9D-47BC-4030-8CB2-3FDF648B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820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[品牌名]</a:t>
            </a:r>
          </a:p>
          <a:p xmlns:a="http://schemas.openxmlformats.org/drawingml/2006/main">
            <a:pPr algn="r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[姓名 / 电话 / 微信 / 网站]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088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2026-08-24T07:47:46.5410000Z</dcterms:created>
  <dcterms:modified xsi:type="dcterms:W3CDTF">2026-08-24T07:47:46.5410000Z</dcterms:modified>
</coreProperties>
</file>