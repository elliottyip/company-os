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d7738b283b459b" /><Relationship Type="http://schemas.openxmlformats.org/officeDocument/2006/relationships/extended-properties" Target="/docProps/app.xml" Id="R065b5867097947aa" /><Relationship Type="http://schemas.openxmlformats.org/officeDocument/2006/relationships/officeDocument" Target="/ppt/presentation.xml" Id="R74fc1379e05c49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1a309ecdd74a13"/>
  </p:sldMasterIdLst>
  <p:notesMasterIdLst>
    <p:notesMasterId xmlns:r="http://schemas.openxmlformats.org/officeDocument/2006/relationships" r:id="R53d00a61ecfb4a2a"/>
  </p:notesMasterIdLst>
  <p:sldIdLst>
    <p:sldId xmlns:r="http://schemas.openxmlformats.org/officeDocument/2006/relationships" id="256" r:id="Rd664b5c9e24240dc"/>
    <p:sldId xmlns:r="http://schemas.openxmlformats.org/officeDocument/2006/relationships" id="257" r:id="Red5baf65e48a4c7c"/>
    <p:sldId xmlns:r="http://schemas.openxmlformats.org/officeDocument/2006/relationships" id="258" r:id="R9d1ba6f302ba4321"/>
    <p:sldId xmlns:r="http://schemas.openxmlformats.org/officeDocument/2006/relationships" id="259" r:id="R22860c2d0eb84f5c"/>
    <p:sldId xmlns:r="http://schemas.openxmlformats.org/officeDocument/2006/relationships" id="260" r:id="R1a9d2a96a3e94c68"/>
    <p:sldId xmlns:r="http://schemas.openxmlformats.org/officeDocument/2006/relationships" id="261" r:id="R8ce6ebad3d8c4ad5"/>
    <p:sldId xmlns:r="http://schemas.openxmlformats.org/officeDocument/2006/relationships" id="262" r:id="R04ccc358ccf04864"/>
    <p:sldId xmlns:r="http://schemas.openxmlformats.org/officeDocument/2006/relationships" id="263" r:id="R6d5940e5d1104d49"/>
    <p:sldId xmlns:r="http://schemas.openxmlformats.org/officeDocument/2006/relationships" id="264" r:id="R91b5c7f391e94281"/>
    <p:sldId xmlns:r="http://schemas.openxmlformats.org/officeDocument/2006/relationships" id="265" r:id="R521afb6cbfd3409d"/>
    <p:sldId xmlns:r="http://schemas.openxmlformats.org/officeDocument/2006/relationships" id="266" r:id="R2f279538d8dd4f13"/>
    <p:sldId xmlns:r="http://schemas.openxmlformats.org/officeDocument/2006/relationships" id="267" r:id="Re80c7b862e594805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deba5ab1bd4374" /><Relationship Type="http://schemas.openxmlformats.org/officeDocument/2006/relationships/slideMaster" Target="/ppt/slideMasters/slideMaster1.xml" Id="R861a309ecdd74a13" /><Relationship Type="http://schemas.openxmlformats.org/officeDocument/2006/relationships/notesMaster" Target="/ppt/notesMasters/notesMaster1.xml" Id="R53d00a61ecfb4a2a" /><Relationship Type="http://schemas.openxmlformats.org/officeDocument/2006/relationships/presProps" Target="/ppt/presProps.xml" Id="R0b572a9bae4447db" /><Relationship Type="http://schemas.openxmlformats.org/officeDocument/2006/relationships/tableStyles" Target="/ppt/tableStyles.xml" Id="Raf3ca629a4e54016" /><Relationship Type="http://schemas.openxmlformats.org/officeDocument/2006/relationships/slide" Target="/ppt/slides/slide1.xml" Id="Rd664b5c9e24240dc" /><Relationship Type="http://schemas.openxmlformats.org/officeDocument/2006/relationships/slide" Target="/ppt/slides/slide2.xml" Id="Red5baf65e48a4c7c" /><Relationship Type="http://schemas.openxmlformats.org/officeDocument/2006/relationships/slide" Target="/ppt/slides/slide3.xml" Id="R9d1ba6f302ba4321" /><Relationship Type="http://schemas.openxmlformats.org/officeDocument/2006/relationships/slide" Target="/ppt/slides/slide4.xml" Id="R22860c2d0eb84f5c" /><Relationship Type="http://schemas.openxmlformats.org/officeDocument/2006/relationships/slide" Target="/ppt/slides/slide5.xml" Id="R1a9d2a96a3e94c68" /><Relationship Type="http://schemas.openxmlformats.org/officeDocument/2006/relationships/slide" Target="/ppt/slides/slide6.xml" Id="R8ce6ebad3d8c4ad5" /><Relationship Type="http://schemas.openxmlformats.org/officeDocument/2006/relationships/slide" Target="/ppt/slides/slide7.xml" Id="R04ccc358ccf04864" /><Relationship Type="http://schemas.openxmlformats.org/officeDocument/2006/relationships/slide" Target="/ppt/slides/slide8.xml" Id="R6d5940e5d1104d49" /><Relationship Type="http://schemas.openxmlformats.org/officeDocument/2006/relationships/slide" Target="/ppt/slides/slide9.xml" Id="R91b5c7f391e94281" /><Relationship Type="http://schemas.openxmlformats.org/officeDocument/2006/relationships/slide" Target="/ppt/slides/slide10.xml" Id="R521afb6cbfd3409d" /><Relationship Type="http://schemas.openxmlformats.org/officeDocument/2006/relationships/slide" Target="/ppt/slides/slide11.xml" Id="R2f279538d8dd4f13" /><Relationship Type="http://schemas.openxmlformats.org/officeDocument/2006/relationships/slide" Target="/ppt/slides/slide12.xml" Id="Re80c7b862e5948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ce265b8e6b4c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9fda4231fa40cf" /><Relationship Type="http://schemas.openxmlformats.org/officeDocument/2006/relationships/notesMaster" Target="/ppt/notesMasters/notesMaster1.xml" Id="R76c2443d6ad846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4825d6c63542df" /><Relationship Type="http://schemas.openxmlformats.org/officeDocument/2006/relationships/notesMaster" Target="/ppt/notesMasters/notesMaster1.xml" Id="R3f87c048c91f4d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3bf262a3bb4c90" /><Relationship Type="http://schemas.openxmlformats.org/officeDocument/2006/relationships/notesMaster" Target="/ppt/notesMasters/notesMaster1.xml" Id="Ra04ad71b466349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604a76482440e3" /><Relationship Type="http://schemas.openxmlformats.org/officeDocument/2006/relationships/notesMaster" Target="/ppt/notesMasters/notesMaster1.xml" Id="R6e6f1002ffac4e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0484ed2fa34074" /><Relationship Type="http://schemas.openxmlformats.org/officeDocument/2006/relationships/notesMaster" Target="/ppt/notesMasters/notesMaster1.xml" Id="R867e4774231b41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ccc35a1cd746dc" /><Relationship Type="http://schemas.openxmlformats.org/officeDocument/2006/relationships/notesMaster" Target="/ppt/notesMasters/notesMaster1.xml" Id="R34443fba317d4e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9e36e20d134934" /><Relationship Type="http://schemas.openxmlformats.org/officeDocument/2006/relationships/notesMaster" Target="/ppt/notesMasters/notesMaster1.xml" Id="R1c9c4dd45c0c48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d643ea8a414976" /><Relationship Type="http://schemas.openxmlformats.org/officeDocument/2006/relationships/notesMaster" Target="/ppt/notesMasters/notesMaster1.xml" Id="R12646c027e4d45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bbe9a7ef9a48eb" /><Relationship Type="http://schemas.openxmlformats.org/officeDocument/2006/relationships/notesMaster" Target="/ppt/notesMasters/notesMaster1.xml" Id="R7e8b9f8982904c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d85068c8be4ce3" /><Relationship Type="http://schemas.openxmlformats.org/officeDocument/2006/relationships/notesMaster" Target="/ppt/notesMasters/notesMaster1.xml" Id="R91d2c66b064c4b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763a2c32ec4fed" /><Relationship Type="http://schemas.openxmlformats.org/officeDocument/2006/relationships/notesMaster" Target="/ppt/notesMasters/notesMaster1.xml" Id="Rd1b1db9fc8e644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5ceec7cbb644b1" /><Relationship Type="http://schemas.openxmlformats.org/officeDocument/2006/relationships/notesMaster" Target="/ppt/notesMasters/notesMaster1.xml" Id="R7d3b536999c042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a038384314c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0f32bb63324018" /><Relationship Type="http://schemas.openxmlformats.org/officeDocument/2006/relationships/slideLayout" Target="/ppt/slideLayouts/slideLayout1.xml" Id="Rc66f7703a5c64f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6f7703a5c64f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7032d8d234d48" /><Relationship Type="http://schemas.openxmlformats.org/officeDocument/2006/relationships/image" Target="/ppt/media/image.png" Id="R8e1f50a60c194cbd" /><Relationship Type="http://schemas.openxmlformats.org/officeDocument/2006/relationships/image" Target="/ppt/media/image2.png" Id="R8a2470e03b29495d" /><Relationship Type="http://schemas.openxmlformats.org/officeDocument/2006/relationships/notesSlide" Target="/ppt/notesSlides/notesSlide1.xml" Id="R40bc5ea099144c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8dd950b93481d" /><Relationship Type="http://schemas.openxmlformats.org/officeDocument/2006/relationships/notesSlide" Target="/ppt/notesSlides/notesSlide2.xml" Id="R33edfa95c3f942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0022d839f44ee" /><Relationship Type="http://schemas.openxmlformats.org/officeDocument/2006/relationships/notesSlide" Target="/ppt/notesSlides/notesSlide3.xml" Id="R67719870962e48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9a82c37eb41cb" /><Relationship Type="http://schemas.openxmlformats.org/officeDocument/2006/relationships/notesSlide" Target="/ppt/notesSlides/notesSlide4.xml" Id="R1249b8ee0c9d4b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94aedadb74f15" /><Relationship Type="http://schemas.openxmlformats.org/officeDocument/2006/relationships/notesSlide" Target="/ppt/notesSlides/notesSlide5.xml" Id="R9968f872dce74f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e1a2d4c8948ba" /><Relationship Type="http://schemas.openxmlformats.org/officeDocument/2006/relationships/notesSlide" Target="/ppt/notesSlides/notesSlide6.xml" Id="R0ec285334c4f4f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7051a286a40f4" /><Relationship Type="http://schemas.openxmlformats.org/officeDocument/2006/relationships/notesSlide" Target="/ppt/notesSlides/notesSlide7.xml" Id="R3daf0037191f46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6642a07cc429f" /><Relationship Type="http://schemas.openxmlformats.org/officeDocument/2006/relationships/notesSlide" Target="/ppt/notesSlides/notesSlide8.xml" Id="Rc4a7c93b8ae84c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3e9a815064ccd" /><Relationship Type="http://schemas.openxmlformats.org/officeDocument/2006/relationships/image" Target="/ppt/media/image3.png" Id="R7c3514f6fa4c4b9d" /><Relationship Type="http://schemas.openxmlformats.org/officeDocument/2006/relationships/image" Target="/ppt/media/image4.png" Id="R153d756e6e954a66" /><Relationship Type="http://schemas.openxmlformats.org/officeDocument/2006/relationships/image" Target="/ppt/media/image5.png" Id="Rddbf41bcf4b24e8c" /><Relationship Type="http://schemas.openxmlformats.org/officeDocument/2006/relationships/image" Target="/ppt/media/image6.png" Id="R9e7f9428a04c4164" /><Relationship Type="http://schemas.openxmlformats.org/officeDocument/2006/relationships/image" Target="/ppt/media/image7.png" Id="R2501f2482ee240c7" /><Relationship Type="http://schemas.openxmlformats.org/officeDocument/2006/relationships/image" Target="/ppt/media/image8.png" Id="R69277b527935490a" /><Relationship Type="http://schemas.openxmlformats.org/officeDocument/2006/relationships/notesSlide" Target="/ppt/notesSlides/notesSlide9.xml" Id="R92ce49f7e0fd4f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0d9caa57c47d2" /><Relationship Type="http://schemas.openxmlformats.org/officeDocument/2006/relationships/notesSlide" Target="/ppt/notesSlides/notesSlide10.xml" Id="R5cc28d2628ca4c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ad509e8434a9b" /><Relationship Type="http://schemas.openxmlformats.org/officeDocument/2006/relationships/notesSlide" Target="/ppt/notesSlides/notesSlide11.xml" Id="Ree1a9c68f16d4e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e4ffef0074c61" /><Relationship Type="http://schemas.openxmlformats.org/officeDocument/2006/relationships/notesSlide" Target="/ppt/notesSlides/notesSlide12.xml" Id="R951d6e9f573244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f50a60c194cbd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470e03b29495d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以下是 FDE 已完成的两个项目：跨境电商商品上架、家具制造订单转生产。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514f6fa4c4b9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d756e6e954a6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f41bcf4b24e8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f9428a04c416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501f2482ee240c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9277b527935490a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7A00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2026-08-25T03:31:30.5000000Z</dcterms:created>
  <dcterms:modified xsi:type="dcterms:W3CDTF">2026-08-25T03:31:30.5000000Z</dcterms:modified>
</coreProperties>
</file>