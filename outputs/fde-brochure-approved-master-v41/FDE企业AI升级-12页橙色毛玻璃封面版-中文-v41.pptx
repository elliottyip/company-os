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67e027c654295" /><Relationship Type="http://schemas.openxmlformats.org/officeDocument/2006/relationships/extended-properties" Target="/docProps/app.xml" Id="Rdfc2775271e243c5" /><Relationship Type="http://schemas.openxmlformats.org/officeDocument/2006/relationships/officeDocument" Target="/ppt/presentation.xml" Id="Rb0e6997f4d60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f91ef0561410c"/>
  </p:sldMasterIdLst>
  <p:notesMasterIdLst>
    <p:notesMasterId xmlns:r="http://schemas.openxmlformats.org/officeDocument/2006/relationships" r:id="Rd47154cb636b441e"/>
  </p:notesMasterIdLst>
  <p:sldIdLst>
    <p:sldId xmlns:r="http://schemas.openxmlformats.org/officeDocument/2006/relationships" id="256" r:id="R6fda8fe31add45ef"/>
    <p:sldId xmlns:r="http://schemas.openxmlformats.org/officeDocument/2006/relationships" id="257" r:id="R65bdff0a5fd4468f"/>
    <p:sldId xmlns:r="http://schemas.openxmlformats.org/officeDocument/2006/relationships" id="258" r:id="R3ddabff363d94891"/>
    <p:sldId xmlns:r="http://schemas.openxmlformats.org/officeDocument/2006/relationships" id="259" r:id="Rcecc8540e5854e96"/>
    <p:sldId xmlns:r="http://schemas.openxmlformats.org/officeDocument/2006/relationships" id="260" r:id="R64d77ca4296e45c7"/>
    <p:sldId xmlns:r="http://schemas.openxmlformats.org/officeDocument/2006/relationships" id="261" r:id="Rf562f4f8948546bd"/>
    <p:sldId xmlns:r="http://schemas.openxmlformats.org/officeDocument/2006/relationships" id="262" r:id="Re7ad99c41f6a4a86"/>
    <p:sldId xmlns:r="http://schemas.openxmlformats.org/officeDocument/2006/relationships" id="263" r:id="R26c6f223a3674ae5"/>
    <p:sldId xmlns:r="http://schemas.openxmlformats.org/officeDocument/2006/relationships" id="264" r:id="Rd98647e688854e13"/>
    <p:sldId xmlns:r="http://schemas.openxmlformats.org/officeDocument/2006/relationships" id="265" r:id="R16c2b49173cb49fd"/>
    <p:sldId xmlns:r="http://schemas.openxmlformats.org/officeDocument/2006/relationships" id="266" r:id="Rf6f1c8c589954cd2"/>
    <p:sldId xmlns:r="http://schemas.openxmlformats.org/officeDocument/2006/relationships" id="267" r:id="R9565e144f5184c9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5b80e1a844c62" /><Relationship Type="http://schemas.openxmlformats.org/officeDocument/2006/relationships/slideMaster" Target="/ppt/slideMasters/slideMaster1.xml" Id="R058f91ef0561410c" /><Relationship Type="http://schemas.openxmlformats.org/officeDocument/2006/relationships/notesMaster" Target="/ppt/notesMasters/notesMaster1.xml" Id="Rd47154cb636b441e" /><Relationship Type="http://schemas.openxmlformats.org/officeDocument/2006/relationships/presProps" Target="/ppt/presProps.xml" Id="R4afe2ef9c6ac4e8f" /><Relationship Type="http://schemas.openxmlformats.org/officeDocument/2006/relationships/tableStyles" Target="/ppt/tableStyles.xml" Id="Rcc69a8a5d2f74fab" /><Relationship Type="http://schemas.openxmlformats.org/officeDocument/2006/relationships/slide" Target="/ppt/slides/slide1.xml" Id="R6fda8fe31add45ef" /><Relationship Type="http://schemas.openxmlformats.org/officeDocument/2006/relationships/slide" Target="/ppt/slides/slide2.xml" Id="R65bdff0a5fd4468f" /><Relationship Type="http://schemas.openxmlformats.org/officeDocument/2006/relationships/slide" Target="/ppt/slides/slide3.xml" Id="R3ddabff363d94891" /><Relationship Type="http://schemas.openxmlformats.org/officeDocument/2006/relationships/slide" Target="/ppt/slides/slide4.xml" Id="Rcecc8540e5854e96" /><Relationship Type="http://schemas.openxmlformats.org/officeDocument/2006/relationships/slide" Target="/ppt/slides/slide5.xml" Id="R64d77ca4296e45c7" /><Relationship Type="http://schemas.openxmlformats.org/officeDocument/2006/relationships/slide" Target="/ppt/slides/slide6.xml" Id="Rf562f4f8948546bd" /><Relationship Type="http://schemas.openxmlformats.org/officeDocument/2006/relationships/slide" Target="/ppt/slides/slide7.xml" Id="Re7ad99c41f6a4a86" /><Relationship Type="http://schemas.openxmlformats.org/officeDocument/2006/relationships/slide" Target="/ppt/slides/slide8.xml" Id="R26c6f223a3674ae5" /><Relationship Type="http://schemas.openxmlformats.org/officeDocument/2006/relationships/slide" Target="/ppt/slides/slide9.xml" Id="Rd98647e688854e13" /><Relationship Type="http://schemas.openxmlformats.org/officeDocument/2006/relationships/slide" Target="/ppt/slides/slide10.xml" Id="R16c2b49173cb49fd" /><Relationship Type="http://schemas.openxmlformats.org/officeDocument/2006/relationships/slide" Target="/ppt/slides/slide11.xml" Id="Rf6f1c8c589954cd2" /><Relationship Type="http://schemas.openxmlformats.org/officeDocument/2006/relationships/slide" Target="/ppt/slides/slide12.xml" Id="R9565e144f518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58b78c767041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75e931ce34f9f" /><Relationship Type="http://schemas.openxmlformats.org/officeDocument/2006/relationships/notesMaster" Target="/ppt/notesMasters/notesMaster1.xml" Id="Re39e0c08224a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afde13a3ee4d74" /><Relationship Type="http://schemas.openxmlformats.org/officeDocument/2006/relationships/notesMaster" Target="/ppt/notesMasters/notesMaster1.xml" Id="R140561cb625841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4b2f6d8f64638" /><Relationship Type="http://schemas.openxmlformats.org/officeDocument/2006/relationships/notesMaster" Target="/ppt/notesMasters/notesMaster1.xml" Id="R2066576e5b2d41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1dfa5544714b1b" /><Relationship Type="http://schemas.openxmlformats.org/officeDocument/2006/relationships/notesMaster" Target="/ppt/notesMasters/notesMaster1.xml" Id="R39491b9504aa4d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9b328a0144a77" /><Relationship Type="http://schemas.openxmlformats.org/officeDocument/2006/relationships/notesMaster" Target="/ppt/notesMasters/notesMaster1.xml" Id="R7baeeca11e40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eb404aa074864" /><Relationship Type="http://schemas.openxmlformats.org/officeDocument/2006/relationships/notesMaster" Target="/ppt/notesMasters/notesMaster1.xml" Id="R35b2927373ff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6aa07256ab43f9" /><Relationship Type="http://schemas.openxmlformats.org/officeDocument/2006/relationships/notesMaster" Target="/ppt/notesMasters/notesMaster1.xml" Id="R708e9fd36492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1bfe7356e44b41" /><Relationship Type="http://schemas.openxmlformats.org/officeDocument/2006/relationships/notesMaster" Target="/ppt/notesMasters/notesMaster1.xml" Id="Rf77e783922e3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7187b9f5141d5" /><Relationship Type="http://schemas.openxmlformats.org/officeDocument/2006/relationships/notesMaster" Target="/ppt/notesMasters/notesMaster1.xml" Id="Rc1c017c3380f42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f8a9569cf84782" /><Relationship Type="http://schemas.openxmlformats.org/officeDocument/2006/relationships/notesMaster" Target="/ppt/notesMasters/notesMaster1.xml" Id="R4400df3e042141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67d81852c244fd" /><Relationship Type="http://schemas.openxmlformats.org/officeDocument/2006/relationships/notesMaster" Target="/ppt/notesMasters/notesMaster1.xml" Id="Re4a8ea7855ae42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f89fe331a4cf5" /><Relationship Type="http://schemas.openxmlformats.org/officeDocument/2006/relationships/notesMaster" Target="/ppt/notesMasters/notesMaster1.xml" Id="R4c3c963bc0b441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a4c52ab054f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9a89e008c409e" /><Relationship Type="http://schemas.openxmlformats.org/officeDocument/2006/relationships/slideLayout" Target="/ppt/slideLayouts/slideLayout1.xml" Id="R4a4154750724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154750724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11ff038194970" /><Relationship Type="http://schemas.openxmlformats.org/officeDocument/2006/relationships/image" Target="/ppt/media/image.png" Id="R5b8042146eed461c" /><Relationship Type="http://schemas.openxmlformats.org/officeDocument/2006/relationships/image" Target="/ppt/media/image2.png" Id="R5788702c15064041" /><Relationship Type="http://schemas.openxmlformats.org/officeDocument/2006/relationships/notesSlide" Target="/ppt/notesSlides/notesSlide1.xml" Id="R5fbab02b1e4645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089285f5c4729" /><Relationship Type="http://schemas.openxmlformats.org/officeDocument/2006/relationships/notesSlide" Target="/ppt/notesSlides/notesSlide2.xml" Id="Rff056656bc8b4e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e1aa6208d419d" /><Relationship Type="http://schemas.openxmlformats.org/officeDocument/2006/relationships/notesSlide" Target="/ppt/notesSlides/notesSlide3.xml" Id="Rffa1ac2af2aa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aa3eb76a8446d" /><Relationship Type="http://schemas.openxmlformats.org/officeDocument/2006/relationships/notesSlide" Target="/ppt/notesSlides/notesSlide4.xml" Id="Rb3beec632b18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3572a62274b7f" /><Relationship Type="http://schemas.openxmlformats.org/officeDocument/2006/relationships/notesSlide" Target="/ppt/notesSlides/notesSlide5.xml" Id="R1c0d4284c9fa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6e6b7a2e4a3d" /><Relationship Type="http://schemas.openxmlformats.org/officeDocument/2006/relationships/notesSlide" Target="/ppt/notesSlides/notesSlide6.xml" Id="Rdd4c771c92c449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287cf301b47d3" /><Relationship Type="http://schemas.openxmlformats.org/officeDocument/2006/relationships/notesSlide" Target="/ppt/notesSlides/notesSlide7.xml" Id="R29f920afe01b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4eb6a455744f0" /><Relationship Type="http://schemas.openxmlformats.org/officeDocument/2006/relationships/notesSlide" Target="/ppt/notesSlides/notesSlide8.xml" Id="Rea334facadad4c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88e61beaf4912" /><Relationship Type="http://schemas.openxmlformats.org/officeDocument/2006/relationships/image" Target="/ppt/media/image3.png" Id="R689d8b087e2e41ed" /><Relationship Type="http://schemas.openxmlformats.org/officeDocument/2006/relationships/image" Target="/ppt/media/image4.png" Id="Rbf34f9f6099342dc" /><Relationship Type="http://schemas.openxmlformats.org/officeDocument/2006/relationships/image" Target="/ppt/media/image5.png" Id="Rbee8912f09f64a8c" /><Relationship Type="http://schemas.openxmlformats.org/officeDocument/2006/relationships/image" Target="/ppt/media/image6.png" Id="Re9d6a1f9d6ff436a" /><Relationship Type="http://schemas.openxmlformats.org/officeDocument/2006/relationships/image" Target="/ppt/media/image7.png" Id="R74fb047734c94152" /><Relationship Type="http://schemas.openxmlformats.org/officeDocument/2006/relationships/image" Target="/ppt/media/image8.png" Id="R86e64a0a576c4a25" /><Relationship Type="http://schemas.openxmlformats.org/officeDocument/2006/relationships/image" Target="/ppt/media/image9.png" Id="Rb99a4d3dad5c4fe7" /><Relationship Type="http://schemas.openxmlformats.org/officeDocument/2006/relationships/image" Target="/ppt/media/image10.png" Id="Rd641e99aead1457e" /><Relationship Type="http://schemas.openxmlformats.org/officeDocument/2006/relationships/image" Target="/ppt/media/image11.png" Id="R98bfd1fb477b45bc" /><Relationship Type="http://schemas.openxmlformats.org/officeDocument/2006/relationships/image" Target="/ppt/media/image12.png" Id="Rf3a6512deb4244c1" /><Relationship Type="http://schemas.openxmlformats.org/officeDocument/2006/relationships/image" Target="/ppt/media/image13.png" Id="R0a61a733818f42e8" /><Relationship Type="http://schemas.openxmlformats.org/officeDocument/2006/relationships/image" Target="/ppt/media/image14.png" Id="R476f47f085d3436f" /><Relationship Type="http://schemas.openxmlformats.org/officeDocument/2006/relationships/notesSlide" Target="/ppt/notesSlides/notesSlide9.xml" Id="R13ba9e22ce5144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55d0fa2b4efb" /><Relationship Type="http://schemas.openxmlformats.org/officeDocument/2006/relationships/notesSlide" Target="/ppt/notesSlides/notesSlide10.xml" Id="R1b0bcde2083144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e5b538f75455d" /><Relationship Type="http://schemas.openxmlformats.org/officeDocument/2006/relationships/notesSlide" Target="/ppt/notesSlides/notesSlide11.xml" Id="R1478f8b00de646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338fbdbb548c1" /><Relationship Type="http://schemas.openxmlformats.org/officeDocument/2006/relationships/notesSlide" Target="/ppt/notesSlides/notesSlide12.xml" Id="R63b04030b7834c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042146eed461c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8702c1506404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d8b087e2e41e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4f9f6099342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8912f09f64a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6a1f9d6ff43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4fb047734c9415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6e64a0a576c4a2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99a4d3dad5c4fe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641e99aead1457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8bfd1fb477b45b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3a6512deb4244c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a61a733818f42e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76f47f085d3436f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2026-08-25T02:54:04.8670000Z</dcterms:created>
  <dcterms:modified xsi:type="dcterms:W3CDTF">2026-08-25T02:54:04.8670000Z</dcterms:modified>
</coreProperties>
</file>