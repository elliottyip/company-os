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0849f213c434d" /><Relationship Type="http://schemas.openxmlformats.org/officeDocument/2006/relationships/extended-properties" Target="/docProps/app.xml" Id="Rfb1ec0c893c84cb8" /><Relationship Type="http://schemas.openxmlformats.org/officeDocument/2006/relationships/officeDocument" Target="/ppt/presentation.xml" Id="R533832eb059b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bdca1371424e66"/>
  </p:sldMasterIdLst>
  <p:notesMasterIdLst>
    <p:notesMasterId xmlns:r="http://schemas.openxmlformats.org/officeDocument/2006/relationships" r:id="R60db4a5ab729491a"/>
  </p:notesMasterIdLst>
  <p:sldIdLst>
    <p:sldId xmlns:r="http://schemas.openxmlformats.org/officeDocument/2006/relationships" id="256" r:id="Rb9507fc432604fa0"/>
    <p:sldId xmlns:r="http://schemas.openxmlformats.org/officeDocument/2006/relationships" id="257" r:id="Rcb421f1e725d4d4d"/>
    <p:sldId xmlns:r="http://schemas.openxmlformats.org/officeDocument/2006/relationships" id="258" r:id="Rabbe965f9db64640"/>
    <p:sldId xmlns:r="http://schemas.openxmlformats.org/officeDocument/2006/relationships" id="259" r:id="R9dd9e1345f6b411f"/>
    <p:sldId xmlns:r="http://schemas.openxmlformats.org/officeDocument/2006/relationships" id="260" r:id="R881b3d617cf34b0d"/>
    <p:sldId xmlns:r="http://schemas.openxmlformats.org/officeDocument/2006/relationships" id="261" r:id="R439c5042f62c4367"/>
    <p:sldId xmlns:r="http://schemas.openxmlformats.org/officeDocument/2006/relationships" id="262" r:id="R5ab684ede0fa4b28"/>
    <p:sldId xmlns:r="http://schemas.openxmlformats.org/officeDocument/2006/relationships" id="263" r:id="R39b1674769ef4586"/>
    <p:sldId xmlns:r="http://schemas.openxmlformats.org/officeDocument/2006/relationships" id="264" r:id="R3be1ad3b1d8c4d6a"/>
    <p:sldId xmlns:r="http://schemas.openxmlformats.org/officeDocument/2006/relationships" id="265" r:id="R192177e56c434d8a"/>
    <p:sldId xmlns:r="http://schemas.openxmlformats.org/officeDocument/2006/relationships" id="266" r:id="Rc83e3893eb6e464d"/>
    <p:sldId xmlns:r="http://schemas.openxmlformats.org/officeDocument/2006/relationships" id="267" r:id="R7e8c94cb578b480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c3139129447fd" /><Relationship Type="http://schemas.openxmlformats.org/officeDocument/2006/relationships/slideMaster" Target="/ppt/slideMasters/slideMaster1.xml" Id="Rfbbdca1371424e66" /><Relationship Type="http://schemas.openxmlformats.org/officeDocument/2006/relationships/notesMaster" Target="/ppt/notesMasters/notesMaster1.xml" Id="R60db4a5ab729491a" /><Relationship Type="http://schemas.openxmlformats.org/officeDocument/2006/relationships/presProps" Target="/ppt/presProps.xml" Id="Re85aaff6b111486c" /><Relationship Type="http://schemas.openxmlformats.org/officeDocument/2006/relationships/tableStyles" Target="/ppt/tableStyles.xml" Id="R7ac1653af4c2466e" /><Relationship Type="http://schemas.openxmlformats.org/officeDocument/2006/relationships/slide" Target="/ppt/slides/slide1.xml" Id="Rb9507fc432604fa0" /><Relationship Type="http://schemas.openxmlformats.org/officeDocument/2006/relationships/slide" Target="/ppt/slides/slide2.xml" Id="Rcb421f1e725d4d4d" /><Relationship Type="http://schemas.openxmlformats.org/officeDocument/2006/relationships/slide" Target="/ppt/slides/slide3.xml" Id="Rabbe965f9db64640" /><Relationship Type="http://schemas.openxmlformats.org/officeDocument/2006/relationships/slide" Target="/ppt/slides/slide4.xml" Id="R9dd9e1345f6b411f" /><Relationship Type="http://schemas.openxmlformats.org/officeDocument/2006/relationships/slide" Target="/ppt/slides/slide5.xml" Id="R881b3d617cf34b0d" /><Relationship Type="http://schemas.openxmlformats.org/officeDocument/2006/relationships/slide" Target="/ppt/slides/slide6.xml" Id="R439c5042f62c4367" /><Relationship Type="http://schemas.openxmlformats.org/officeDocument/2006/relationships/slide" Target="/ppt/slides/slide7.xml" Id="R5ab684ede0fa4b28" /><Relationship Type="http://schemas.openxmlformats.org/officeDocument/2006/relationships/slide" Target="/ppt/slides/slide8.xml" Id="R39b1674769ef4586" /><Relationship Type="http://schemas.openxmlformats.org/officeDocument/2006/relationships/slide" Target="/ppt/slides/slide9.xml" Id="R3be1ad3b1d8c4d6a" /><Relationship Type="http://schemas.openxmlformats.org/officeDocument/2006/relationships/slide" Target="/ppt/slides/slide10.xml" Id="R192177e56c434d8a" /><Relationship Type="http://schemas.openxmlformats.org/officeDocument/2006/relationships/slide" Target="/ppt/slides/slide11.xml" Id="Rc83e3893eb6e464d" /><Relationship Type="http://schemas.openxmlformats.org/officeDocument/2006/relationships/slide" Target="/ppt/slides/slide12.xml" Id="R7e8c94cb578b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bde26c165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88e7293104d08" /><Relationship Type="http://schemas.openxmlformats.org/officeDocument/2006/relationships/notesMaster" Target="/ppt/notesMasters/notesMaster1.xml" Id="R1f0ec890735a44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23511235d4cef" /><Relationship Type="http://schemas.openxmlformats.org/officeDocument/2006/relationships/notesMaster" Target="/ppt/notesMasters/notesMaster1.xml" Id="R1dfbd5f852a2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97628f2cf741bb" /><Relationship Type="http://schemas.openxmlformats.org/officeDocument/2006/relationships/notesMaster" Target="/ppt/notesMasters/notesMaster1.xml" Id="R5dae3273aef34e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d51d06ec3b48d2" /><Relationship Type="http://schemas.openxmlformats.org/officeDocument/2006/relationships/notesMaster" Target="/ppt/notesMasters/notesMaster1.xml" Id="R74aa2fa54e8043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7a49601b834920" /><Relationship Type="http://schemas.openxmlformats.org/officeDocument/2006/relationships/notesMaster" Target="/ppt/notesMasters/notesMaster1.xml" Id="R5388b64437bb43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a7f0cc9e07499d" /><Relationship Type="http://schemas.openxmlformats.org/officeDocument/2006/relationships/notesMaster" Target="/ppt/notesMasters/notesMaster1.xml" Id="R7ac1495b738d4d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4c32ca3b4e4041" /><Relationship Type="http://schemas.openxmlformats.org/officeDocument/2006/relationships/notesMaster" Target="/ppt/notesMasters/notesMaster1.xml" Id="R20e6442b7434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f3fa09d13b4ba3" /><Relationship Type="http://schemas.openxmlformats.org/officeDocument/2006/relationships/notesMaster" Target="/ppt/notesMasters/notesMaster1.xml" Id="Rc0749cddb5f44e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9e3b4baeae4776" /><Relationship Type="http://schemas.openxmlformats.org/officeDocument/2006/relationships/notesMaster" Target="/ppt/notesMasters/notesMaster1.xml" Id="Rf5e53e12179448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b3d1d7f1404b5e" /><Relationship Type="http://schemas.openxmlformats.org/officeDocument/2006/relationships/notesMaster" Target="/ppt/notesMasters/notesMaster1.xml" Id="Rb7a9247e375b47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ece2b279684824" /><Relationship Type="http://schemas.openxmlformats.org/officeDocument/2006/relationships/notesMaster" Target="/ppt/notesMasters/notesMaster1.xml" Id="R3dcb722dcd484c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eb0af5f45d460a" /><Relationship Type="http://schemas.openxmlformats.org/officeDocument/2006/relationships/notesMaster" Target="/ppt/notesMasters/notesMaster1.xml" Id="Ra94e1be042af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a73cb7937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a441bfafb649a6" /><Relationship Type="http://schemas.openxmlformats.org/officeDocument/2006/relationships/slideLayout" Target="/ppt/slideLayouts/slideLayout1.xml" Id="R21f62d8d9e61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62d8d9e61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e12eb8edb4fb0" /><Relationship Type="http://schemas.openxmlformats.org/officeDocument/2006/relationships/image" Target="/ppt/media/image.png" Id="R4d2934b2b5e247bd" /><Relationship Type="http://schemas.openxmlformats.org/officeDocument/2006/relationships/image" Target="/ppt/media/image2.png" Id="R3649ca59f8f043f4" /><Relationship Type="http://schemas.openxmlformats.org/officeDocument/2006/relationships/notesSlide" Target="/ppt/notesSlides/notesSlide1.xml" Id="R6d5887b5e092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545f7d5b74dc8" /><Relationship Type="http://schemas.openxmlformats.org/officeDocument/2006/relationships/notesSlide" Target="/ppt/notesSlides/notesSlide2.xml" Id="R030705a02d5140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90f6fcb5346ca" /><Relationship Type="http://schemas.openxmlformats.org/officeDocument/2006/relationships/notesSlide" Target="/ppt/notesSlides/notesSlide3.xml" Id="R0fa4b7d78ea9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db86497054084" /><Relationship Type="http://schemas.openxmlformats.org/officeDocument/2006/relationships/notesSlide" Target="/ppt/notesSlides/notesSlide4.xml" Id="R89adf989c26b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5380356f484d" /><Relationship Type="http://schemas.openxmlformats.org/officeDocument/2006/relationships/notesSlide" Target="/ppt/notesSlides/notesSlide5.xml" Id="R875731a54faf4f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caf5106b646c6" /><Relationship Type="http://schemas.openxmlformats.org/officeDocument/2006/relationships/notesSlide" Target="/ppt/notesSlides/notesSlide6.xml" Id="R345a4bbab5e1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c31fa50784ac4" /><Relationship Type="http://schemas.openxmlformats.org/officeDocument/2006/relationships/notesSlide" Target="/ppt/notesSlides/notesSlide7.xml" Id="Raf377e66ba39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9fa28b0144653" /><Relationship Type="http://schemas.openxmlformats.org/officeDocument/2006/relationships/notesSlide" Target="/ppt/notesSlides/notesSlide8.xml" Id="R766699b0a3ab46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b016a72d64198" /><Relationship Type="http://schemas.openxmlformats.org/officeDocument/2006/relationships/image" Target="/ppt/media/image3.png" Id="R2ff70af56b2d4fc6" /><Relationship Type="http://schemas.openxmlformats.org/officeDocument/2006/relationships/image" Target="/ppt/media/image4.png" Id="R4f1255671b544603" /><Relationship Type="http://schemas.openxmlformats.org/officeDocument/2006/relationships/image" Target="/ppt/media/image5.png" Id="Rea30b866379545cd" /><Relationship Type="http://schemas.openxmlformats.org/officeDocument/2006/relationships/image" Target="/ppt/media/image6.png" Id="R2bdd4775f3524f67" /><Relationship Type="http://schemas.openxmlformats.org/officeDocument/2006/relationships/image" Target="/ppt/media/image7.png" Id="Rbe5570b6c1444233" /><Relationship Type="http://schemas.openxmlformats.org/officeDocument/2006/relationships/image" Target="/ppt/media/image8.png" Id="R7d7a05376fb44abf" /><Relationship Type="http://schemas.openxmlformats.org/officeDocument/2006/relationships/image" Target="/ppt/media/image9.png" Id="R2ca3ad2c412a492b" /><Relationship Type="http://schemas.openxmlformats.org/officeDocument/2006/relationships/image" Target="/ppt/media/image10.png" Id="R5c506afbdcc149f4" /><Relationship Type="http://schemas.openxmlformats.org/officeDocument/2006/relationships/image" Target="/ppt/media/image11.png" Id="Rb0eda6bb8e7c4ad2" /><Relationship Type="http://schemas.openxmlformats.org/officeDocument/2006/relationships/image" Target="/ppt/media/image12.png" Id="R34d838493497481b" /><Relationship Type="http://schemas.openxmlformats.org/officeDocument/2006/relationships/image" Target="/ppt/media/image13.png" Id="R500e128d851e4866" /><Relationship Type="http://schemas.openxmlformats.org/officeDocument/2006/relationships/image" Target="/ppt/media/image14.png" Id="Rebb9e8b755e74c8d" /><Relationship Type="http://schemas.openxmlformats.org/officeDocument/2006/relationships/notesSlide" Target="/ppt/notesSlides/notesSlide9.xml" Id="R5d91347601dd4a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af8074a47430a" /><Relationship Type="http://schemas.openxmlformats.org/officeDocument/2006/relationships/notesSlide" Target="/ppt/notesSlides/notesSlide10.xml" Id="Rc78303f9ce3f42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32a353e8a4fac" /><Relationship Type="http://schemas.openxmlformats.org/officeDocument/2006/relationships/notesSlide" Target="/ppt/notesSlides/notesSlide11.xml" Id="R90f9cdf8796943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c3e5963904107" /><Relationship Type="http://schemas.openxmlformats.org/officeDocument/2006/relationships/notesSlide" Target="/ppt/notesSlides/notesSlide12.xml" Id="Rf5145b22c866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934b2b5e247b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9ca59f8f043f4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已交付项目｜覆盖跨境电商与家具制造，从现场问题到上线使用。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70af56b2d4fc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55671b5446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b866379545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d4775f3524f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e5570b6c144423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d7a05376fb44ab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ca3ad2c412a492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c506afbdcc149f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0eda6bb8e7c4ad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4d838493497481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00e128d851e486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bb9e8b755e74c8d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2026-08-25T02:57:19.5550000Z</dcterms:created>
  <dcterms:modified xsi:type="dcterms:W3CDTF">2026-08-25T02:57:19.5550000Z</dcterms:modified>
</coreProperties>
</file>