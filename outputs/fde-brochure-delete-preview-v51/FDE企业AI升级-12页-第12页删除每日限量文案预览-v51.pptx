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3481e1e46a4bd0" /><Relationship Type="http://schemas.openxmlformats.org/officeDocument/2006/relationships/extended-properties" Target="/docProps/app.xml" Id="R0d52dd56f051404c" /><Relationship Type="http://schemas.openxmlformats.org/officeDocument/2006/relationships/officeDocument" Target="/ppt/presentation.xml" Id="Re88d15f85a6846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54e324027644a7"/>
  </p:sldMasterIdLst>
  <p:notesMasterIdLst>
    <p:notesMasterId xmlns:r="http://schemas.openxmlformats.org/officeDocument/2006/relationships" r:id="Rcf26402db1a24ccd"/>
  </p:notesMasterIdLst>
  <p:sldIdLst>
    <p:sldId xmlns:r="http://schemas.openxmlformats.org/officeDocument/2006/relationships" id="256" r:id="R8b6c14069d1c48fb"/>
    <p:sldId xmlns:r="http://schemas.openxmlformats.org/officeDocument/2006/relationships" id="257" r:id="Ra996afec75314a31"/>
    <p:sldId xmlns:r="http://schemas.openxmlformats.org/officeDocument/2006/relationships" id="258" r:id="Rc51e0d3b9167413d"/>
    <p:sldId xmlns:r="http://schemas.openxmlformats.org/officeDocument/2006/relationships" id="259" r:id="R56824c20243f4792"/>
    <p:sldId xmlns:r="http://schemas.openxmlformats.org/officeDocument/2006/relationships" id="260" r:id="Rddf589e67c484e38"/>
    <p:sldId xmlns:r="http://schemas.openxmlformats.org/officeDocument/2006/relationships" id="261" r:id="Re1626b52eaae4f00"/>
    <p:sldId xmlns:r="http://schemas.openxmlformats.org/officeDocument/2006/relationships" id="262" r:id="R7c79a4fa53bf4578"/>
    <p:sldId xmlns:r="http://schemas.openxmlformats.org/officeDocument/2006/relationships" id="263" r:id="Refd9c9b3e7cf46eb"/>
    <p:sldId xmlns:r="http://schemas.openxmlformats.org/officeDocument/2006/relationships" id="264" r:id="R891a1af0f35243a4"/>
    <p:sldId xmlns:r="http://schemas.openxmlformats.org/officeDocument/2006/relationships" id="265" r:id="R1c0e2d5a656646db"/>
    <p:sldId xmlns:r="http://schemas.openxmlformats.org/officeDocument/2006/relationships" id="266" r:id="R73898fed53b1428c"/>
    <p:sldId xmlns:r="http://schemas.openxmlformats.org/officeDocument/2006/relationships" id="267" r:id="R24b8418197c44e03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4831c73e0a4430" /><Relationship Type="http://schemas.openxmlformats.org/officeDocument/2006/relationships/slideMaster" Target="/ppt/slideMasters/slideMaster1.xml" Id="Rfc54e324027644a7" /><Relationship Type="http://schemas.openxmlformats.org/officeDocument/2006/relationships/notesMaster" Target="/ppt/notesMasters/notesMaster1.xml" Id="Rcf26402db1a24ccd" /><Relationship Type="http://schemas.openxmlformats.org/officeDocument/2006/relationships/presProps" Target="/ppt/presProps.xml" Id="R7093df58abd2426b" /><Relationship Type="http://schemas.openxmlformats.org/officeDocument/2006/relationships/tableStyles" Target="/ppt/tableStyles.xml" Id="Rb79eb7db16334e41" /><Relationship Type="http://schemas.openxmlformats.org/officeDocument/2006/relationships/slide" Target="/ppt/slides/slide1.xml" Id="R8b6c14069d1c48fb" /><Relationship Type="http://schemas.openxmlformats.org/officeDocument/2006/relationships/slide" Target="/ppt/slides/slide2.xml" Id="Ra996afec75314a31" /><Relationship Type="http://schemas.openxmlformats.org/officeDocument/2006/relationships/slide" Target="/ppt/slides/slide3.xml" Id="Rc51e0d3b9167413d" /><Relationship Type="http://schemas.openxmlformats.org/officeDocument/2006/relationships/slide" Target="/ppt/slides/slide4.xml" Id="R56824c20243f4792" /><Relationship Type="http://schemas.openxmlformats.org/officeDocument/2006/relationships/slide" Target="/ppt/slides/slide5.xml" Id="Rddf589e67c484e38" /><Relationship Type="http://schemas.openxmlformats.org/officeDocument/2006/relationships/slide" Target="/ppt/slides/slide6.xml" Id="Re1626b52eaae4f00" /><Relationship Type="http://schemas.openxmlformats.org/officeDocument/2006/relationships/slide" Target="/ppt/slides/slide7.xml" Id="R7c79a4fa53bf4578" /><Relationship Type="http://schemas.openxmlformats.org/officeDocument/2006/relationships/slide" Target="/ppt/slides/slide8.xml" Id="Refd9c9b3e7cf46eb" /><Relationship Type="http://schemas.openxmlformats.org/officeDocument/2006/relationships/slide" Target="/ppt/slides/slide9.xml" Id="R891a1af0f35243a4" /><Relationship Type="http://schemas.openxmlformats.org/officeDocument/2006/relationships/slide" Target="/ppt/slides/slide10.xml" Id="R1c0e2d5a656646db" /><Relationship Type="http://schemas.openxmlformats.org/officeDocument/2006/relationships/slide" Target="/ppt/slides/slide11.xml" Id="R73898fed53b1428c" /><Relationship Type="http://schemas.openxmlformats.org/officeDocument/2006/relationships/slide" Target="/ppt/slides/slide12.xml" Id="R24b8418197c44e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c1b5334c7d4e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cb60290d794934" /><Relationship Type="http://schemas.openxmlformats.org/officeDocument/2006/relationships/notesMaster" Target="/ppt/notesMasters/notesMaster1.xml" Id="R98f8bead23cd40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ccc3ae577c42fe" /><Relationship Type="http://schemas.openxmlformats.org/officeDocument/2006/relationships/notesMaster" Target="/ppt/notesMasters/notesMaster1.xml" Id="Rd869e60d04d143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976a1462ef4132" /><Relationship Type="http://schemas.openxmlformats.org/officeDocument/2006/relationships/notesMaster" Target="/ppt/notesMasters/notesMaster1.xml" Id="Rb2c2209657af47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7fa558e914d22" /><Relationship Type="http://schemas.openxmlformats.org/officeDocument/2006/relationships/notesMaster" Target="/ppt/notesMasters/notesMaster1.xml" Id="Reb33325c62c046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979847e4754550" /><Relationship Type="http://schemas.openxmlformats.org/officeDocument/2006/relationships/notesMaster" Target="/ppt/notesMasters/notesMaster1.xml" Id="R38d18c4c1f2047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37500611a94973" /><Relationship Type="http://schemas.openxmlformats.org/officeDocument/2006/relationships/notesMaster" Target="/ppt/notesMasters/notesMaster1.xml" Id="R9dea2affa10e45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ec72b4ffa349c3" /><Relationship Type="http://schemas.openxmlformats.org/officeDocument/2006/relationships/notesMaster" Target="/ppt/notesMasters/notesMaster1.xml" Id="R017d21186af442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6b86e9cf96467c" /><Relationship Type="http://schemas.openxmlformats.org/officeDocument/2006/relationships/notesMaster" Target="/ppt/notesMasters/notesMaster1.xml" Id="Rb3be555c99044e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655f6a112645a9" /><Relationship Type="http://schemas.openxmlformats.org/officeDocument/2006/relationships/notesMaster" Target="/ppt/notesMasters/notesMaster1.xml" Id="R51b54d61a4b64c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3de9eeebb74825" /><Relationship Type="http://schemas.openxmlformats.org/officeDocument/2006/relationships/notesMaster" Target="/ppt/notesMasters/notesMaster1.xml" Id="Rb441e892a8694c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df56273c2f473b" /><Relationship Type="http://schemas.openxmlformats.org/officeDocument/2006/relationships/notesMaster" Target="/ppt/notesMasters/notesMaster1.xml" Id="Rdf0f7aad26f740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a87b889b5c4627" /><Relationship Type="http://schemas.openxmlformats.org/officeDocument/2006/relationships/notesMaster" Target="/ppt/notesMasters/notesMaster1.xml" Id="R1be3a47309d3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57ab50d9a4b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afd36beebd46b3" /><Relationship Type="http://schemas.openxmlformats.org/officeDocument/2006/relationships/slideLayout" Target="/ppt/slideLayouts/slideLayout1.xml" Id="R47674cf3f89048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674cf3f89048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7e7b7f1914f91" /><Relationship Type="http://schemas.openxmlformats.org/officeDocument/2006/relationships/image" Target="/ppt/media/image.png" Id="R0e4cabeac8204b9c" /><Relationship Type="http://schemas.openxmlformats.org/officeDocument/2006/relationships/image" Target="/ppt/media/image2.png" Id="R6b80b652818745b5" /><Relationship Type="http://schemas.openxmlformats.org/officeDocument/2006/relationships/notesSlide" Target="/ppt/notesSlides/notesSlide1.xml" Id="Raccb436724684c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1ae8586e3402f" /><Relationship Type="http://schemas.openxmlformats.org/officeDocument/2006/relationships/notesSlide" Target="/ppt/notesSlides/notesSlide2.xml" Id="R374ee7a3d9954c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4fd654bac4a0e" /><Relationship Type="http://schemas.openxmlformats.org/officeDocument/2006/relationships/notesSlide" Target="/ppt/notesSlides/notesSlide3.xml" Id="Rf00012177acf49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35c2c96284857" /><Relationship Type="http://schemas.openxmlformats.org/officeDocument/2006/relationships/notesSlide" Target="/ppt/notesSlides/notesSlide4.xml" Id="R00478ec022714a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2eb12a0964a1a" /><Relationship Type="http://schemas.openxmlformats.org/officeDocument/2006/relationships/notesSlide" Target="/ppt/notesSlides/notesSlide5.xml" Id="R376026357f574e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4261d99f7469a" /><Relationship Type="http://schemas.openxmlformats.org/officeDocument/2006/relationships/notesSlide" Target="/ppt/notesSlides/notesSlide6.xml" Id="R1f0c889d638742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8da40ce7946af" /><Relationship Type="http://schemas.openxmlformats.org/officeDocument/2006/relationships/notesSlide" Target="/ppt/notesSlides/notesSlide7.xml" Id="Re67358952fda4e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8b3d4ec0d4314" /><Relationship Type="http://schemas.openxmlformats.org/officeDocument/2006/relationships/notesSlide" Target="/ppt/notesSlides/notesSlide8.xml" Id="Ra24b079ae8bf43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40462c81a4fc9" /><Relationship Type="http://schemas.openxmlformats.org/officeDocument/2006/relationships/image" Target="/ppt/media/image3.png" Id="R5820c250b5cd4f6b" /><Relationship Type="http://schemas.openxmlformats.org/officeDocument/2006/relationships/image" Target="/ppt/media/image4.png" Id="Rdc64cd66522d4642" /><Relationship Type="http://schemas.openxmlformats.org/officeDocument/2006/relationships/image" Target="/ppt/media/image5.png" Id="Re50758bebdb14926" /><Relationship Type="http://schemas.openxmlformats.org/officeDocument/2006/relationships/image" Target="/ppt/media/image6.png" Id="R1b42a4c076884e1d" /><Relationship Type="http://schemas.openxmlformats.org/officeDocument/2006/relationships/image" Target="/ppt/media/image7.png" Id="R76b62d9f70874c0e" /><Relationship Type="http://schemas.openxmlformats.org/officeDocument/2006/relationships/image" Target="/ppt/media/image8.png" Id="R48ccbff6e42848cd" /><Relationship Type="http://schemas.openxmlformats.org/officeDocument/2006/relationships/notesSlide" Target="/ppt/notesSlides/notesSlide9.xml" Id="R95374dfe993546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716d592524ff9" /><Relationship Type="http://schemas.openxmlformats.org/officeDocument/2006/relationships/notesSlide" Target="/ppt/notesSlides/notesSlide10.xml" Id="Raa2256a368e547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170846a4e4178" /><Relationship Type="http://schemas.openxmlformats.org/officeDocument/2006/relationships/notesSlide" Target="/ppt/notesSlides/notesSlide11.xml" Id="R22bd9b1bc6094b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be3e7f6d74ce9" /><Relationship Type="http://schemas.openxmlformats.org/officeDocument/2006/relationships/notesSlide" Target="/ppt/notesSlides/notesSlide12.xml" Id="R15fae29b4ca448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cabeac8204b9c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0b652818745b5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0c250b5cd4f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4cd66522d46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758bebdb1492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2a4c076884e1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6b62d9f70874c0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8ccbff6e42848cd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2026-08-25T03:50:12.1830000Z</dcterms:created>
  <dcterms:modified xsi:type="dcterms:W3CDTF">2026-08-25T03:50:12.1830000Z</dcterms:modified>
</coreProperties>
</file>