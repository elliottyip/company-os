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3dc90dd46f4438" /><Relationship Type="http://schemas.openxmlformats.org/officeDocument/2006/relationships/extended-properties" Target="/docProps/app.xml" Id="Rb6d40346f8ea41fe" /><Relationship Type="http://schemas.openxmlformats.org/officeDocument/2006/relationships/officeDocument" Target="/ppt/presentation.xml" Id="Rad9e76b600174d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0dfef26540423b"/>
  </p:sldMasterIdLst>
  <p:notesMasterIdLst>
    <p:notesMasterId xmlns:r="http://schemas.openxmlformats.org/officeDocument/2006/relationships" r:id="Rb669b48534bf4bf7"/>
  </p:notesMasterIdLst>
  <p:sldIdLst>
    <p:sldId xmlns:r="http://schemas.openxmlformats.org/officeDocument/2006/relationships" id="256" r:id="R2e7215e51d974fe6"/>
    <p:sldId xmlns:r="http://schemas.openxmlformats.org/officeDocument/2006/relationships" id="257" r:id="Rab3dec625b4b467e"/>
    <p:sldId xmlns:r="http://schemas.openxmlformats.org/officeDocument/2006/relationships" id="258" r:id="R029ac1bd914a43de"/>
    <p:sldId xmlns:r="http://schemas.openxmlformats.org/officeDocument/2006/relationships" id="259" r:id="Ra9200de983d54312"/>
    <p:sldId xmlns:r="http://schemas.openxmlformats.org/officeDocument/2006/relationships" id="260" r:id="Rcd2e4af9f7414c6f"/>
    <p:sldId xmlns:r="http://schemas.openxmlformats.org/officeDocument/2006/relationships" id="261" r:id="R8a05ecea6d63468a"/>
    <p:sldId xmlns:r="http://schemas.openxmlformats.org/officeDocument/2006/relationships" id="262" r:id="R00d7d34e8c984903"/>
    <p:sldId xmlns:r="http://schemas.openxmlformats.org/officeDocument/2006/relationships" id="263" r:id="Rc5e5a2d052bb44d3"/>
    <p:sldId xmlns:r="http://schemas.openxmlformats.org/officeDocument/2006/relationships" id="264" r:id="Rb8eaccee8da74cf7"/>
    <p:sldId xmlns:r="http://schemas.openxmlformats.org/officeDocument/2006/relationships" id="265" r:id="R9b07dcff3e6c497a"/>
    <p:sldId xmlns:r="http://schemas.openxmlformats.org/officeDocument/2006/relationships" id="266" r:id="Rca1753d65d014541"/>
    <p:sldId xmlns:r="http://schemas.openxmlformats.org/officeDocument/2006/relationships" id="267" r:id="R254bbfd9f5c2482f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6c892623c24395" /><Relationship Type="http://schemas.openxmlformats.org/officeDocument/2006/relationships/slideMaster" Target="/ppt/slideMasters/slideMaster1.xml" Id="Rc20dfef26540423b" /><Relationship Type="http://schemas.openxmlformats.org/officeDocument/2006/relationships/notesMaster" Target="/ppt/notesMasters/notesMaster1.xml" Id="Rb669b48534bf4bf7" /><Relationship Type="http://schemas.openxmlformats.org/officeDocument/2006/relationships/presProps" Target="/ppt/presProps.xml" Id="R367fbcd92f7a4e16" /><Relationship Type="http://schemas.openxmlformats.org/officeDocument/2006/relationships/tableStyles" Target="/ppt/tableStyles.xml" Id="R095950f0adc14f1b" /><Relationship Type="http://schemas.openxmlformats.org/officeDocument/2006/relationships/slide" Target="/ppt/slides/slide1.xml" Id="R2e7215e51d974fe6" /><Relationship Type="http://schemas.openxmlformats.org/officeDocument/2006/relationships/slide" Target="/ppt/slides/slide2.xml" Id="Rab3dec625b4b467e" /><Relationship Type="http://schemas.openxmlformats.org/officeDocument/2006/relationships/slide" Target="/ppt/slides/slide3.xml" Id="R029ac1bd914a43de" /><Relationship Type="http://schemas.openxmlformats.org/officeDocument/2006/relationships/slide" Target="/ppt/slides/slide4.xml" Id="Ra9200de983d54312" /><Relationship Type="http://schemas.openxmlformats.org/officeDocument/2006/relationships/slide" Target="/ppt/slides/slide5.xml" Id="Rcd2e4af9f7414c6f" /><Relationship Type="http://schemas.openxmlformats.org/officeDocument/2006/relationships/slide" Target="/ppt/slides/slide6.xml" Id="R8a05ecea6d63468a" /><Relationship Type="http://schemas.openxmlformats.org/officeDocument/2006/relationships/slide" Target="/ppt/slides/slide7.xml" Id="R00d7d34e8c984903" /><Relationship Type="http://schemas.openxmlformats.org/officeDocument/2006/relationships/slide" Target="/ppt/slides/slide8.xml" Id="Rc5e5a2d052bb44d3" /><Relationship Type="http://schemas.openxmlformats.org/officeDocument/2006/relationships/slide" Target="/ppt/slides/slide9.xml" Id="Rb8eaccee8da74cf7" /><Relationship Type="http://schemas.openxmlformats.org/officeDocument/2006/relationships/slide" Target="/ppt/slides/slide10.xml" Id="R9b07dcff3e6c497a" /><Relationship Type="http://schemas.openxmlformats.org/officeDocument/2006/relationships/slide" Target="/ppt/slides/slide11.xml" Id="Rca1753d65d014541" /><Relationship Type="http://schemas.openxmlformats.org/officeDocument/2006/relationships/slide" Target="/ppt/slides/slide12.xml" Id="R254bbfd9f5c248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72641a104647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b84707dbbf4c15" /><Relationship Type="http://schemas.openxmlformats.org/officeDocument/2006/relationships/notesMaster" Target="/ppt/notesMasters/notesMaster1.xml" Id="Rfcc9ad260a924b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5ea67b4e0e42c5" /><Relationship Type="http://schemas.openxmlformats.org/officeDocument/2006/relationships/notesMaster" Target="/ppt/notesMasters/notesMaster1.xml" Id="Rbb501fef645647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a9205aa03a49ef" /><Relationship Type="http://schemas.openxmlformats.org/officeDocument/2006/relationships/notesMaster" Target="/ppt/notesMasters/notesMaster1.xml" Id="Re0392ea64a3a4b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dd1cf4ffc24eee" /><Relationship Type="http://schemas.openxmlformats.org/officeDocument/2006/relationships/notesMaster" Target="/ppt/notesMasters/notesMaster1.xml" Id="Red289f61d0b244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d92bc685d842ad" /><Relationship Type="http://schemas.openxmlformats.org/officeDocument/2006/relationships/notesMaster" Target="/ppt/notesMasters/notesMaster1.xml" Id="R0baa528ffaa846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d6c8a69ea84e09" /><Relationship Type="http://schemas.openxmlformats.org/officeDocument/2006/relationships/notesMaster" Target="/ppt/notesMasters/notesMaster1.xml" Id="Rdac9716472614a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7f95c8af154c73" /><Relationship Type="http://schemas.openxmlformats.org/officeDocument/2006/relationships/notesMaster" Target="/ppt/notesMasters/notesMaster1.xml" Id="R8e8a47afd1cb4f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d3f6d434ae4ebd" /><Relationship Type="http://schemas.openxmlformats.org/officeDocument/2006/relationships/notesMaster" Target="/ppt/notesMasters/notesMaster1.xml" Id="R8456116412d94d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d5be4a20bc41c0" /><Relationship Type="http://schemas.openxmlformats.org/officeDocument/2006/relationships/notesMaster" Target="/ppt/notesMasters/notesMaster1.xml" Id="Rabea565e35104f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17d18a2f5243a3" /><Relationship Type="http://schemas.openxmlformats.org/officeDocument/2006/relationships/notesMaster" Target="/ppt/notesMasters/notesMaster1.xml" Id="R918b59a75f5842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649b5ef5764271" /><Relationship Type="http://schemas.openxmlformats.org/officeDocument/2006/relationships/notesMaster" Target="/ppt/notesMasters/notesMaster1.xml" Id="R63cd925ed3ea45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a41d6e69564c9c" /><Relationship Type="http://schemas.openxmlformats.org/officeDocument/2006/relationships/notesMaster" Target="/ppt/notesMasters/notesMaster1.xml" Id="R53fe5b6fe81d40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User-provided Feishu contact QR code: /Users/elliottye/Downloads/IMG_0263.JPG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066fee5ba94b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1157cd04844571" /><Relationship Type="http://schemas.openxmlformats.org/officeDocument/2006/relationships/slideLayout" Target="/ppt/slideLayouts/slideLayout1.xml" Id="R171c032df20543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1c032df20543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6fb9e15084feb" /><Relationship Type="http://schemas.openxmlformats.org/officeDocument/2006/relationships/image" Target="/ppt/media/image.png" Id="Rcdb7810ce22e4ab1" /><Relationship Type="http://schemas.openxmlformats.org/officeDocument/2006/relationships/image" Target="/ppt/media/image2.png" Id="R0e1a3336bff749c8" /><Relationship Type="http://schemas.openxmlformats.org/officeDocument/2006/relationships/notesSlide" Target="/ppt/notesSlides/notesSlide1.xml" Id="R3ccf0e5fff7942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6ff8ae1f94c74" /><Relationship Type="http://schemas.openxmlformats.org/officeDocument/2006/relationships/notesSlide" Target="/ppt/notesSlides/notesSlide2.xml" Id="Rcd94ba8513ad44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0aa0bfb134cf3" /><Relationship Type="http://schemas.openxmlformats.org/officeDocument/2006/relationships/notesSlide" Target="/ppt/notesSlides/notesSlide3.xml" Id="R7ac06544f28540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d8b17e5984365" /><Relationship Type="http://schemas.openxmlformats.org/officeDocument/2006/relationships/notesSlide" Target="/ppt/notesSlides/notesSlide4.xml" Id="Rce0cc849faf54f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9abf8583d4b66" /><Relationship Type="http://schemas.openxmlformats.org/officeDocument/2006/relationships/notesSlide" Target="/ppt/notesSlides/notesSlide5.xml" Id="Ra8773725c00c49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9fb94cbe6426a" /><Relationship Type="http://schemas.openxmlformats.org/officeDocument/2006/relationships/notesSlide" Target="/ppt/notesSlides/notesSlide6.xml" Id="R767bc7b3bddf49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200f226484441" /><Relationship Type="http://schemas.openxmlformats.org/officeDocument/2006/relationships/notesSlide" Target="/ppt/notesSlides/notesSlide7.xml" Id="R5f42a49c6ddc41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7b6fefe574bcd" /><Relationship Type="http://schemas.openxmlformats.org/officeDocument/2006/relationships/notesSlide" Target="/ppt/notesSlides/notesSlide8.xml" Id="R4912072447ac46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c47acd99c4e15" /><Relationship Type="http://schemas.openxmlformats.org/officeDocument/2006/relationships/image" Target="/ppt/media/image3.png" Id="R7a348c1d683e4888" /><Relationship Type="http://schemas.openxmlformats.org/officeDocument/2006/relationships/image" Target="/ppt/media/image4.png" Id="Rea99c99e9eff401d" /><Relationship Type="http://schemas.openxmlformats.org/officeDocument/2006/relationships/image" Target="/ppt/media/image5.png" Id="Raf44013e73334b9f" /><Relationship Type="http://schemas.openxmlformats.org/officeDocument/2006/relationships/image" Target="/ppt/media/image6.png" Id="Ra939ae05b3d44a8c" /><Relationship Type="http://schemas.openxmlformats.org/officeDocument/2006/relationships/image" Target="/ppt/media/image7.png" Id="R3f4179fe61624065" /><Relationship Type="http://schemas.openxmlformats.org/officeDocument/2006/relationships/image" Target="/ppt/media/image8.png" Id="R1cbb863866f24495" /><Relationship Type="http://schemas.openxmlformats.org/officeDocument/2006/relationships/notesSlide" Target="/ppt/notesSlides/notesSlide9.xml" Id="R405910788de64b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afc27612c4f2b" /><Relationship Type="http://schemas.openxmlformats.org/officeDocument/2006/relationships/notesSlide" Target="/ppt/notesSlides/notesSlide10.xml" Id="R541044a5d9314e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49b2fdd2344ed" /><Relationship Type="http://schemas.openxmlformats.org/officeDocument/2006/relationships/notesSlide" Target="/ppt/notesSlides/notesSlide11.xml" Id="R7497adf9853e4f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ea398cede4a87" /><Relationship Type="http://schemas.openxmlformats.org/officeDocument/2006/relationships/image" Target="/ppt/media/image9.png" Id="R9aa8a8abbf684a0c" /><Relationship Type="http://schemas.openxmlformats.org/officeDocument/2006/relationships/notesSlide" Target="/ppt/notesSlides/notesSlide12.xml" Id="R79a9fab56d0149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AI matters.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 hard part is knowing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your business to identify the first problem worth solving,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builds a system people will use and outcomes you can measure.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Assessment | Workflow redesign | Skills | Custom SaaS | Data | Agents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7810ce22e4ab1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a3336bff749c8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execute real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Until recently, every step required a person.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Agents can read documents, retrieve data, use tools, and carry a task through multiple steps. People step in when judgment or approval is required.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3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Agents handle repeatable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1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People set goals, exercise judgment, and review results.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8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One manager can supervise multiple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6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Working knowledge becomes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73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05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Microsoft's 2025 Work Trend Index describes an Agent Boss as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5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defines agents as systems that complete workflows on a user's behalf, not just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7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describes enterprise agents as models connected to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59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Anthropic's research suggests that people decide what work should be done, while agents increasingly decide how to execute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58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How well a company works with agents will increasingly shape its operating efficiency.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The shift is already underway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Microsoft's 2025 Work Trend Index surveyed 31,000 employees across 31 countries. Among leaders surveyed, 81% expected agents to enter their AI strategy within 12-18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reported more than one million business customers in 2025.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Since February, weekly active Codex users grew 108x in legal, 41x in sales, 41x in recruiting, and 26x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LIVE EXAMPLES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reports that Codex cut code review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time by 50%, with some projects moving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Its multi-agent due diligence framework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reportedly cut development time by more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than 50% and improved agent accuracy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 Google Cloud customer story reports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$53.9 million in annual savings, 87% faster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issue resolution, and proactive AI resolution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for 30% of calls.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reports that Lowe's provides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AI project guidance to associates in more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Companies want AI gains.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Few know where to begin.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WHY EARLY AI EFFORTS STALL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Employees have AI subscriptions but use them sporadically.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 demo impressed people, but no one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Case studies from other companies do not match how the business actually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Every department has ideas. No one has a way to prioritize them.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Knowledge is scattered across chats, spreadsheets, PDFs, shared drives, and personal devices.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Leaders are unsure where security boundaries and agent authority should sit.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An AI upgrade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What leadership wants to achieve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How frontline work actually gets done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Where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How the solution is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Miss one of these layers and the project usually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WHY INTERNAL AI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leadership 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The ambition is clear; the first practical use case is not.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frontline teams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You collect requests, but cannot tell which one deserves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Vendors need clear requirements, which is often what the company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Buy an off-the-shelf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Deployment is fast;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Build a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Time and budget are committed before business value is proven.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The missing role connects business reality, product decisions, and implementation. That is the FDE.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and stays until the result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A Forward Deployed Engineer is not simply a developer working on-site.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The work begins inside the business: what leadership needs, how employees work, where the data lives, and where delays, errors, or handoffs cause problems.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Once the problem is clear, the FDE selects the right way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Use an existing product if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Build a Skill when that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Integrate existing systems when the workflow spans multiple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Create a database or knowledge base when data needs to be structured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Design the handoff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From a focused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to an enterprise-wide AI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One focused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Quotation, data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Small custom SaaS applications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Discovery 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Integrations across ERP, CRM, collaboration, and messaging 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Progress, outcome, and activity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Best when work crosses teams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Permissions and access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Best when information is difficult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Enterprise AI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program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Define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Set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Train the company's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Diagnose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Build only what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Define the business objective: save time, reduce errors, increase revenue, or change how work gets done.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Observe the spreadsheets, files, messages, and systems employees actually use, 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Rank opportunities by value, difficulty, data readiness, risk, and time to validation. Some problems do not need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Choose one job. Agree on the owner, data, scope, and success metric before building the first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Once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A pilot should prove value,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not just demo it.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Depending on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 defined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The data and permissions it uses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Clear 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These projects are already live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in real business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TRUSTED BY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CASE 1 | CROSS-BORDER E-COMMERCE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Operators pulled product details from supplier spreadsheets, chat messages, and image folders. They translated, normalized, and re-entered each listing across multiple marketplaces.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The bottleneck was incomplete attributes, conflicting source files, and repeated manual checks against marketplace rules, not the copy itself.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We built a product-data hub and listing workflow. Agents organize, translate, and validate listings against marketplace rules; operators handle exceptions and approve publication.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Scattered files became one product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Manual data entry became exception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Checks moved from after publication to before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Business impact: a more consistent listing cadence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CASE 2 | FURNITURE MANUFACTURING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Orders arrived through chat, spreadsheets, and drawings. We structured dimensions, fabrics, hardware, and process data; connected orders, BOMs, and work orders; and flagged missing or conflicting information before production.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48c1d683e488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42963" y="3052763"/>
            <a:ext cx="1409700" cy="469868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9c99e9eff401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133725" y="3043238"/>
            <a:ext cx="1295400" cy="485775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4013e73334b9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310188" y="3000375"/>
            <a:ext cx="1524000" cy="571500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9ae05b3d44a8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19163" y="3719513"/>
            <a:ext cx="1257300" cy="471488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10000"/>
            <a:ext cx="1600200" cy="283274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f4179fe6162406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2381"/>
            <a:ext cx="1571625" cy="280607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cbb863866f24495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Managers must learn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to lead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delivery builds the company's AI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Agent Boss training builds that capability.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The course focuses on managing work shared by humans and agents, rather than prompt writing or a tour of AI tools.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Set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Decide which work to delegate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Review both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Turn working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Stay accountable for business outcomes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is open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github.com/ElliottYip/agentboss-school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Start with the right first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During the event, we offer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YOU WILL LEAVE WITH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WE MAY ALSO RECOMMEND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One to three areas to examine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An initial view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A recommendation to buy software, build a Skill, create custom SaaS, organize the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A candid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An existing product offers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The assessment is not a full implementation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Where should your company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start with AI?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ADD ME ON FEISHU AND SEND: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Company and industry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The area you most want to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Who owns the process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When you would like to talk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ADD ME ON FEISHU TO RESERVE A SESSION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Start with one problem you can define, solve,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8a8abbf684a0c"/>
          <a:stretch xmlns:a="http://schemas.openxmlformats.org/drawingml/2006/main"/>
        </p:blipFill>
        <p:spPr>
          <a:xfrm xmlns:a="http://schemas.openxmlformats.org/drawingml/2006/main">
            <a:off x="4381500" y="3543300"/>
            <a:ext cx="2667000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2026-08-26T09:38:14.5220000Z</dcterms:created>
  <dcterms:modified xsi:type="dcterms:W3CDTF">2026-08-26T09:38:14.5220000Z</dcterms:modified>
</coreProperties>
</file>