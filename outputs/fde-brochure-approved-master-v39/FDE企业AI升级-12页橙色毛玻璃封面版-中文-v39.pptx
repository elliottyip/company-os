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5c8c1e4494054" /><Relationship Type="http://schemas.openxmlformats.org/officeDocument/2006/relationships/extended-properties" Target="/docProps/app.xml" Id="R50eebb77e5fc4258" /><Relationship Type="http://schemas.openxmlformats.org/officeDocument/2006/relationships/officeDocument" Target="/ppt/presentation.xml" Id="Red7ee15d8d77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df3dcab83c4fdc"/>
  </p:sldMasterIdLst>
  <p:notesMasterIdLst>
    <p:notesMasterId xmlns:r="http://schemas.openxmlformats.org/officeDocument/2006/relationships" r:id="R3fc17b49330745e7"/>
  </p:notesMasterIdLst>
  <p:sldIdLst>
    <p:sldId xmlns:r="http://schemas.openxmlformats.org/officeDocument/2006/relationships" id="256" r:id="Rb48083285d584731"/>
    <p:sldId xmlns:r="http://schemas.openxmlformats.org/officeDocument/2006/relationships" id="257" r:id="R75c7c4ea0970427d"/>
    <p:sldId xmlns:r="http://schemas.openxmlformats.org/officeDocument/2006/relationships" id="258" r:id="Rdedf313953df47e1"/>
    <p:sldId xmlns:r="http://schemas.openxmlformats.org/officeDocument/2006/relationships" id="259" r:id="Rae2a7164de814193"/>
    <p:sldId xmlns:r="http://schemas.openxmlformats.org/officeDocument/2006/relationships" id="260" r:id="R7fe9e6eebcc444d6"/>
    <p:sldId xmlns:r="http://schemas.openxmlformats.org/officeDocument/2006/relationships" id="261" r:id="Rf42a173a7a114f01"/>
    <p:sldId xmlns:r="http://schemas.openxmlformats.org/officeDocument/2006/relationships" id="262" r:id="R9078a20afe88496e"/>
    <p:sldId xmlns:r="http://schemas.openxmlformats.org/officeDocument/2006/relationships" id="263" r:id="R9035ca58587e4ac1"/>
    <p:sldId xmlns:r="http://schemas.openxmlformats.org/officeDocument/2006/relationships" id="264" r:id="R350f317ee92a4752"/>
    <p:sldId xmlns:r="http://schemas.openxmlformats.org/officeDocument/2006/relationships" id="265" r:id="Reb3647dd920e4059"/>
    <p:sldId xmlns:r="http://schemas.openxmlformats.org/officeDocument/2006/relationships" id="266" r:id="R731ef82761d24f35"/>
    <p:sldId xmlns:r="http://schemas.openxmlformats.org/officeDocument/2006/relationships" id="267" r:id="Rfaa4f686b9da4a8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3e637c7aa425f" /><Relationship Type="http://schemas.openxmlformats.org/officeDocument/2006/relationships/slideMaster" Target="/ppt/slideMasters/slideMaster1.xml" Id="Rcddf3dcab83c4fdc" /><Relationship Type="http://schemas.openxmlformats.org/officeDocument/2006/relationships/notesMaster" Target="/ppt/notesMasters/notesMaster1.xml" Id="R3fc17b49330745e7" /><Relationship Type="http://schemas.openxmlformats.org/officeDocument/2006/relationships/presProps" Target="/ppt/presProps.xml" Id="R76e71d8c1dd24219" /><Relationship Type="http://schemas.openxmlformats.org/officeDocument/2006/relationships/tableStyles" Target="/ppt/tableStyles.xml" Id="R4242fcc4cbec4f0e" /><Relationship Type="http://schemas.openxmlformats.org/officeDocument/2006/relationships/slide" Target="/ppt/slides/slide1.xml" Id="Rb48083285d584731" /><Relationship Type="http://schemas.openxmlformats.org/officeDocument/2006/relationships/slide" Target="/ppt/slides/slide2.xml" Id="R75c7c4ea0970427d" /><Relationship Type="http://schemas.openxmlformats.org/officeDocument/2006/relationships/slide" Target="/ppt/slides/slide3.xml" Id="Rdedf313953df47e1" /><Relationship Type="http://schemas.openxmlformats.org/officeDocument/2006/relationships/slide" Target="/ppt/slides/slide4.xml" Id="Rae2a7164de814193" /><Relationship Type="http://schemas.openxmlformats.org/officeDocument/2006/relationships/slide" Target="/ppt/slides/slide5.xml" Id="R7fe9e6eebcc444d6" /><Relationship Type="http://schemas.openxmlformats.org/officeDocument/2006/relationships/slide" Target="/ppt/slides/slide6.xml" Id="Rf42a173a7a114f01" /><Relationship Type="http://schemas.openxmlformats.org/officeDocument/2006/relationships/slide" Target="/ppt/slides/slide7.xml" Id="R9078a20afe88496e" /><Relationship Type="http://schemas.openxmlformats.org/officeDocument/2006/relationships/slide" Target="/ppt/slides/slide8.xml" Id="R9035ca58587e4ac1" /><Relationship Type="http://schemas.openxmlformats.org/officeDocument/2006/relationships/slide" Target="/ppt/slides/slide9.xml" Id="R350f317ee92a4752" /><Relationship Type="http://schemas.openxmlformats.org/officeDocument/2006/relationships/slide" Target="/ppt/slides/slide10.xml" Id="Reb3647dd920e4059" /><Relationship Type="http://schemas.openxmlformats.org/officeDocument/2006/relationships/slide" Target="/ppt/slides/slide11.xml" Id="R731ef82761d24f35" /><Relationship Type="http://schemas.openxmlformats.org/officeDocument/2006/relationships/slide" Target="/ppt/slides/slide12.xml" Id="Rfaa4f686b9da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2e5a4d5822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749a078134c71" /><Relationship Type="http://schemas.openxmlformats.org/officeDocument/2006/relationships/notesMaster" Target="/ppt/notesMasters/notesMaster1.xml" Id="Reaac4bbcfcdb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2aa33e4594da9" /><Relationship Type="http://schemas.openxmlformats.org/officeDocument/2006/relationships/notesMaster" Target="/ppt/notesMasters/notesMaster1.xml" Id="R53c79a3f8f874c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fc573a2bf4d6a" /><Relationship Type="http://schemas.openxmlformats.org/officeDocument/2006/relationships/notesMaster" Target="/ppt/notesMasters/notesMaster1.xml" Id="Rcd9a66e14c15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b4ac1b26604210" /><Relationship Type="http://schemas.openxmlformats.org/officeDocument/2006/relationships/notesMaster" Target="/ppt/notesMasters/notesMaster1.xml" Id="R4a835908932141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e54fc5c8b4b28" /><Relationship Type="http://schemas.openxmlformats.org/officeDocument/2006/relationships/notesMaster" Target="/ppt/notesMasters/notesMaster1.xml" Id="R691931c87b8f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6b63f115b14f01" /><Relationship Type="http://schemas.openxmlformats.org/officeDocument/2006/relationships/notesMaster" Target="/ppt/notesMasters/notesMaster1.xml" Id="R372e1212a5f747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d5f9f222ff4391" /><Relationship Type="http://schemas.openxmlformats.org/officeDocument/2006/relationships/notesMaster" Target="/ppt/notesMasters/notesMaster1.xml" Id="R66fb5ead946c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9ec46c8d04f48" /><Relationship Type="http://schemas.openxmlformats.org/officeDocument/2006/relationships/notesMaster" Target="/ppt/notesMasters/notesMaster1.xml" Id="R23e90b201c5740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2e60afdfb4ddd" /><Relationship Type="http://schemas.openxmlformats.org/officeDocument/2006/relationships/notesMaster" Target="/ppt/notesMasters/notesMaster1.xml" Id="R7a94c18a5c1a49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ebf9a5b1e465b" /><Relationship Type="http://schemas.openxmlformats.org/officeDocument/2006/relationships/notesMaster" Target="/ppt/notesMasters/notesMaster1.xml" Id="Rf67b0e9c67744a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cde1fa975841d7" /><Relationship Type="http://schemas.openxmlformats.org/officeDocument/2006/relationships/notesMaster" Target="/ppt/notesMasters/notesMaster1.xml" Id="R861c60bf601d45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a4dc8c23084907" /><Relationship Type="http://schemas.openxmlformats.org/officeDocument/2006/relationships/notesMaster" Target="/ppt/notesMasters/notesMaster1.xml" Id="R7667fb1be3ef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ced5938a84c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b3ed9d4b24079" /><Relationship Type="http://schemas.openxmlformats.org/officeDocument/2006/relationships/slideLayout" Target="/ppt/slideLayouts/slideLayout1.xml" Id="R012a4346463843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a4346463843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e1bfa9e5c44f4" /><Relationship Type="http://schemas.openxmlformats.org/officeDocument/2006/relationships/image" Target="/ppt/media/image.png" Id="R1324c2e0783f4797" /><Relationship Type="http://schemas.openxmlformats.org/officeDocument/2006/relationships/image" Target="/ppt/media/image2.png" Id="R0ecbec5b8537431e" /><Relationship Type="http://schemas.openxmlformats.org/officeDocument/2006/relationships/notesSlide" Target="/ppt/notesSlides/notesSlide1.xml" Id="Rcb27e71a17c0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618e0f02748be" /><Relationship Type="http://schemas.openxmlformats.org/officeDocument/2006/relationships/notesSlide" Target="/ppt/notesSlides/notesSlide2.xml" Id="Rcefad029465242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87eaa8e054c00" /><Relationship Type="http://schemas.openxmlformats.org/officeDocument/2006/relationships/notesSlide" Target="/ppt/notesSlides/notesSlide3.xml" Id="R11c37f6effc24e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5527f2b8c4582" /><Relationship Type="http://schemas.openxmlformats.org/officeDocument/2006/relationships/notesSlide" Target="/ppt/notesSlides/notesSlide4.xml" Id="Rfd0f1bb0804b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5e0743f04905" /><Relationship Type="http://schemas.openxmlformats.org/officeDocument/2006/relationships/notesSlide" Target="/ppt/notesSlides/notesSlide5.xml" Id="R48c2478813eb43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30075220848cc" /><Relationship Type="http://schemas.openxmlformats.org/officeDocument/2006/relationships/notesSlide" Target="/ppt/notesSlides/notesSlide6.xml" Id="Radd6d19375de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50e4744644bf" /><Relationship Type="http://schemas.openxmlformats.org/officeDocument/2006/relationships/notesSlide" Target="/ppt/notesSlides/notesSlide7.xml" Id="Rd75457b7b0b0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7c6e08b774cbb" /><Relationship Type="http://schemas.openxmlformats.org/officeDocument/2006/relationships/notesSlide" Target="/ppt/notesSlides/notesSlide8.xml" Id="R5616a14510ec44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dcc8e6c954717" /><Relationship Type="http://schemas.openxmlformats.org/officeDocument/2006/relationships/image" Target="/ppt/media/image3.png" Id="R104ca60abd674bdc" /><Relationship Type="http://schemas.openxmlformats.org/officeDocument/2006/relationships/image" Target="/ppt/media/image4.png" Id="R8afa1c94565e4e41" /><Relationship Type="http://schemas.openxmlformats.org/officeDocument/2006/relationships/image" Target="/ppt/media/image5.png" Id="Rd8b2a76dc6e44201" /><Relationship Type="http://schemas.openxmlformats.org/officeDocument/2006/relationships/image" Target="/ppt/media/image6.png" Id="R09ba0979dbea4bcd" /><Relationship Type="http://schemas.openxmlformats.org/officeDocument/2006/relationships/image" Target="/ppt/media/image7.png" Id="R3a1f8fac75d04d20" /><Relationship Type="http://schemas.openxmlformats.org/officeDocument/2006/relationships/image" Target="/ppt/media/image8.png" Id="R3d4a7688f3734756" /><Relationship Type="http://schemas.openxmlformats.org/officeDocument/2006/relationships/image" Target="/ppt/media/image9.png" Id="R193fc72fc0e14906" /><Relationship Type="http://schemas.openxmlformats.org/officeDocument/2006/relationships/image" Target="/ppt/media/image10.png" Id="R6e611a8da4f44a04" /><Relationship Type="http://schemas.openxmlformats.org/officeDocument/2006/relationships/image" Target="/ppt/media/image11.png" Id="R2abd0d690b524dbd" /><Relationship Type="http://schemas.openxmlformats.org/officeDocument/2006/relationships/image" Target="/ppt/media/image12.png" Id="R0731eb28c13a430b" /><Relationship Type="http://schemas.openxmlformats.org/officeDocument/2006/relationships/image" Target="/ppt/media/image13.png" Id="Ra7303a03d5104011" /><Relationship Type="http://schemas.openxmlformats.org/officeDocument/2006/relationships/image" Target="/ppt/media/image14.png" Id="Rbc902d7f8c184a1d" /><Relationship Type="http://schemas.openxmlformats.org/officeDocument/2006/relationships/notesSlide" Target="/ppt/notesSlides/notesSlide9.xml" Id="Ra5a6c27ba5df42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984edc03d40b8" /><Relationship Type="http://schemas.openxmlformats.org/officeDocument/2006/relationships/notesSlide" Target="/ppt/notesSlides/notesSlide10.xml" Id="R625739ef263547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32095ca0c4d32" /><Relationship Type="http://schemas.openxmlformats.org/officeDocument/2006/relationships/notesSlide" Target="/ppt/notesSlides/notesSlide11.xml" Id="R6fc4768e1e4e4e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38273797747ef" /><Relationship Type="http://schemas.openxmlformats.org/officeDocument/2006/relationships/notesSlide" Target="/ppt/notesSlides/notesSlide12.xml" Id="R28fed3f82a00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4c2e0783f4797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bec5b8537431e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FDE 项目实践｜从业务现场出发，把跨境电商与制造流程做成可用系统。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上方品牌来自企业官网公开资料，仅作行业实践参考，不代表 FDE 客户或合作关系；以下案例不展示具体公司名称。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ca60abd674b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a1c94565e4e4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2a76dc6e442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a0979dbea4b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a1f8fac75d04d2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d4a7688f373475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93fc72fc0e1490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e611a8da4f44a0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abd0d690b524db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731eb28c13a430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303a03d510401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c902d7f8c184a1d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2026-08-25T02:48:54.8260000Z</dcterms:created>
  <dcterms:modified xsi:type="dcterms:W3CDTF">2026-08-25T02:48:54.8260000Z</dcterms:modified>
</coreProperties>
</file>