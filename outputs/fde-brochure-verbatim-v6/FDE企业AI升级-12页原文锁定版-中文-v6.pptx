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1df0092684e32" /><Relationship Type="http://schemas.openxmlformats.org/officeDocument/2006/relationships/extended-properties" Target="/docProps/app.xml" Id="Raa263c83dc524388" /><Relationship Type="http://schemas.openxmlformats.org/officeDocument/2006/relationships/officeDocument" Target="/ppt/presentation.xml" Id="R60e4f589c8324f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436d893fd641f6"/>
  </p:sldMasterIdLst>
  <p:notesMasterIdLst>
    <p:notesMasterId xmlns:r="http://schemas.openxmlformats.org/officeDocument/2006/relationships" r:id="Rcc4ef8566d7f489b"/>
  </p:notesMasterIdLst>
  <p:sldIdLst>
    <p:sldId xmlns:r="http://schemas.openxmlformats.org/officeDocument/2006/relationships" id="256" r:id="R16e9e0b6cfd54524"/>
    <p:sldId xmlns:r="http://schemas.openxmlformats.org/officeDocument/2006/relationships" id="257" r:id="Re4843e548ee14c06"/>
    <p:sldId xmlns:r="http://schemas.openxmlformats.org/officeDocument/2006/relationships" id="258" r:id="Reebeae9785eb4a28"/>
    <p:sldId xmlns:r="http://schemas.openxmlformats.org/officeDocument/2006/relationships" id="259" r:id="Rb5f75034c0134f34"/>
    <p:sldId xmlns:r="http://schemas.openxmlformats.org/officeDocument/2006/relationships" id="260" r:id="R012b586b1f754dc3"/>
    <p:sldId xmlns:r="http://schemas.openxmlformats.org/officeDocument/2006/relationships" id="261" r:id="R5b2934b888294eac"/>
    <p:sldId xmlns:r="http://schemas.openxmlformats.org/officeDocument/2006/relationships" id="262" r:id="Rc118bcef430a4ec7"/>
    <p:sldId xmlns:r="http://schemas.openxmlformats.org/officeDocument/2006/relationships" id="263" r:id="Reabfc400d5524120"/>
    <p:sldId xmlns:r="http://schemas.openxmlformats.org/officeDocument/2006/relationships" id="264" r:id="R0a10da248301469d"/>
    <p:sldId xmlns:r="http://schemas.openxmlformats.org/officeDocument/2006/relationships" id="265" r:id="R2ec2c5dabbc345e9"/>
    <p:sldId xmlns:r="http://schemas.openxmlformats.org/officeDocument/2006/relationships" id="266" r:id="R69edd4eeeba94fad"/>
    <p:sldId xmlns:r="http://schemas.openxmlformats.org/officeDocument/2006/relationships" id="267" r:id="R6c6db6ddc32e4143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31f3c82814f9e" /><Relationship Type="http://schemas.openxmlformats.org/officeDocument/2006/relationships/slideMaster" Target="/ppt/slideMasters/slideMaster1.xml" Id="Rdc436d893fd641f6" /><Relationship Type="http://schemas.openxmlformats.org/officeDocument/2006/relationships/notesMaster" Target="/ppt/notesMasters/notesMaster1.xml" Id="Rcc4ef8566d7f489b" /><Relationship Type="http://schemas.openxmlformats.org/officeDocument/2006/relationships/presProps" Target="/ppt/presProps.xml" Id="Ree4666a19a6e4115" /><Relationship Type="http://schemas.openxmlformats.org/officeDocument/2006/relationships/tableStyles" Target="/ppt/tableStyles.xml" Id="Rb7def036d590405a" /><Relationship Type="http://schemas.openxmlformats.org/officeDocument/2006/relationships/slide" Target="/ppt/slides/slide1.xml" Id="R16e9e0b6cfd54524" /><Relationship Type="http://schemas.openxmlformats.org/officeDocument/2006/relationships/slide" Target="/ppt/slides/slide2.xml" Id="Re4843e548ee14c06" /><Relationship Type="http://schemas.openxmlformats.org/officeDocument/2006/relationships/slide" Target="/ppt/slides/slide3.xml" Id="Reebeae9785eb4a28" /><Relationship Type="http://schemas.openxmlformats.org/officeDocument/2006/relationships/slide" Target="/ppt/slides/slide4.xml" Id="Rb5f75034c0134f34" /><Relationship Type="http://schemas.openxmlformats.org/officeDocument/2006/relationships/slide" Target="/ppt/slides/slide5.xml" Id="R012b586b1f754dc3" /><Relationship Type="http://schemas.openxmlformats.org/officeDocument/2006/relationships/slide" Target="/ppt/slides/slide6.xml" Id="R5b2934b888294eac" /><Relationship Type="http://schemas.openxmlformats.org/officeDocument/2006/relationships/slide" Target="/ppt/slides/slide7.xml" Id="Rc118bcef430a4ec7" /><Relationship Type="http://schemas.openxmlformats.org/officeDocument/2006/relationships/slide" Target="/ppt/slides/slide8.xml" Id="Reabfc400d5524120" /><Relationship Type="http://schemas.openxmlformats.org/officeDocument/2006/relationships/slide" Target="/ppt/slides/slide9.xml" Id="R0a10da248301469d" /><Relationship Type="http://schemas.openxmlformats.org/officeDocument/2006/relationships/slide" Target="/ppt/slides/slide10.xml" Id="R2ec2c5dabbc345e9" /><Relationship Type="http://schemas.openxmlformats.org/officeDocument/2006/relationships/slide" Target="/ppt/slides/slide11.xml" Id="R69edd4eeeba94fad" /><Relationship Type="http://schemas.openxmlformats.org/officeDocument/2006/relationships/slide" Target="/ppt/slides/slide12.xml" Id="R6c6db6ddc32e41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4105427b544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a250a5d9ad4acb" /><Relationship Type="http://schemas.openxmlformats.org/officeDocument/2006/relationships/notesMaster" Target="/ppt/notesMasters/notesMaster1.xml" Id="Rf0c6a7b2418449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98097027cc4590" /><Relationship Type="http://schemas.openxmlformats.org/officeDocument/2006/relationships/notesMaster" Target="/ppt/notesMasters/notesMaster1.xml" Id="R5f4a3ace3838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3bb3b56574d0e" /><Relationship Type="http://schemas.openxmlformats.org/officeDocument/2006/relationships/notesMaster" Target="/ppt/notesMasters/notesMaster1.xml" Id="R3e0c96ec59c84f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c05cd683954a08" /><Relationship Type="http://schemas.openxmlformats.org/officeDocument/2006/relationships/notesMaster" Target="/ppt/notesMasters/notesMaster1.xml" Id="R47dc6daaac7544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99233140b4dcb" /><Relationship Type="http://schemas.openxmlformats.org/officeDocument/2006/relationships/notesMaster" Target="/ppt/notesMasters/notesMaster1.xml" Id="R4eb4685c8bab47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51369d99254e9e" /><Relationship Type="http://schemas.openxmlformats.org/officeDocument/2006/relationships/notesMaster" Target="/ppt/notesMasters/notesMaster1.xml" Id="R1217e1578eaa42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255787f3314c22" /><Relationship Type="http://schemas.openxmlformats.org/officeDocument/2006/relationships/notesMaster" Target="/ppt/notesMasters/notesMaster1.xml" Id="R754221367f464b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2ea0fc5f54b52" /><Relationship Type="http://schemas.openxmlformats.org/officeDocument/2006/relationships/notesMaster" Target="/ppt/notesMasters/notesMaster1.xml" Id="Rd377fedee32141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cf023c60944800" /><Relationship Type="http://schemas.openxmlformats.org/officeDocument/2006/relationships/notesMaster" Target="/ppt/notesMasters/notesMaster1.xml" Id="Rb5a2ffff300541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f1069be014111" /><Relationship Type="http://schemas.openxmlformats.org/officeDocument/2006/relationships/notesMaster" Target="/ppt/notesMasters/notesMaster1.xml" Id="R27c13824321646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114a6eb55548cc" /><Relationship Type="http://schemas.openxmlformats.org/officeDocument/2006/relationships/notesMaster" Target="/ppt/notesMasters/notesMaster1.xml" Id="Re6249f6c4ea542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fc1e4037a4404d" /><Relationship Type="http://schemas.openxmlformats.org/officeDocument/2006/relationships/notesMaster" Target="/ppt/notesMasters/notesMaster1.xml" Id="Rc26b5f17356446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fbc695ea6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4059fc14f4593" /><Relationship Type="http://schemas.openxmlformats.org/officeDocument/2006/relationships/slideLayout" Target="/ppt/slideLayouts/slideLayout1.xml" Id="R2207bdba12e541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7bdba12e541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4d7187c9f443b" /><Relationship Type="http://schemas.openxmlformats.org/officeDocument/2006/relationships/image" Target="/ppt/media/image.png" Id="R3b171d7e2f1545ff" /><Relationship Type="http://schemas.openxmlformats.org/officeDocument/2006/relationships/notesSlide" Target="/ppt/notesSlides/notesSlide1.xml" Id="R8e43e6c7e7b2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eeafce4c4477f" /><Relationship Type="http://schemas.openxmlformats.org/officeDocument/2006/relationships/notesSlide" Target="/ppt/notesSlides/notesSlide2.xml" Id="R995e3ecb3394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54b99e0d64833" /><Relationship Type="http://schemas.openxmlformats.org/officeDocument/2006/relationships/notesSlide" Target="/ppt/notesSlides/notesSlide3.xml" Id="R90692c8f6f0a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3d1ab50a9460e" /><Relationship Type="http://schemas.openxmlformats.org/officeDocument/2006/relationships/notesSlide" Target="/ppt/notesSlides/notesSlide4.xml" Id="R9952d4239772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5ed3a75a44edb" /><Relationship Type="http://schemas.openxmlformats.org/officeDocument/2006/relationships/notesSlide" Target="/ppt/notesSlides/notesSlide5.xml" Id="Rc41ea7e946bf42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fffee7a6a4cc2" /><Relationship Type="http://schemas.openxmlformats.org/officeDocument/2006/relationships/notesSlide" Target="/ppt/notesSlides/notesSlide6.xml" Id="R253dfab52e74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d6b415e4143ad" /><Relationship Type="http://schemas.openxmlformats.org/officeDocument/2006/relationships/notesSlide" Target="/ppt/notesSlides/notesSlide7.xml" Id="R8a908561c5314e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bc10447834f28" /><Relationship Type="http://schemas.openxmlformats.org/officeDocument/2006/relationships/notesSlide" Target="/ppt/notesSlides/notesSlide8.xml" Id="Rf9ecaaa55c34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35e7006544ee1" /><Relationship Type="http://schemas.openxmlformats.org/officeDocument/2006/relationships/notesSlide" Target="/ppt/notesSlides/notesSlide9.xml" Id="Rf360d3a402534a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82615920645bc" /><Relationship Type="http://schemas.openxmlformats.org/officeDocument/2006/relationships/notesSlide" Target="/ppt/notesSlides/notesSlide10.xml" Id="R0fe3b94793184d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ed2907e3b4994" /><Relationship Type="http://schemas.openxmlformats.org/officeDocument/2006/relationships/notesSlide" Target="/ppt/notesSlides/notesSlide11.xml" Id="R9c49957721c948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3496bb0314ef6" /><Relationship Type="http://schemas.openxmlformats.org/officeDocument/2006/relationships/notesSlide" Target="/ppt/notesSlides/notesSlide12.xml" Id="Ra41a8c35b29c47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748D4-1E65-493C-AE62-5C8CFA1A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0BEE4-A4EC-4623-8672-0444E08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029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050505"/>
                </a:solidFill>
              </a:defRPr>
            </a:pPr>
            <a:r>
              <a:rPr sz="3525" b="0">
                <a:solidFill>
                  <a:srgbClr val="050505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525" b="0">
                <a:solidFill>
                  <a:srgbClr val="050505"/>
                </a:solidFill>
              </a:defRPr>
            </a:pPr>
            <a:r>
              <a:rPr sz="3525" b="0">
                <a:solidFill>
                  <a:srgbClr val="050505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ADADC-2058-4F36-BE1D-1D7C517B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50505"/>
                </a:solidFill>
              </a:defRPr>
            </a:pPr>
            <a:r>
              <a:rPr sz="930" b="0">
                <a:solidFill>
                  <a:srgbClr val="050505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defRPr sz="930" b="0">
                <a:solidFill>
                  <a:srgbClr val="050505"/>
                </a:solidFill>
              </a:defRPr>
            </a:pPr>
            <a:r>
              <a:rPr sz="930" b="0">
                <a:solidFill>
                  <a:srgbClr val="050505"/>
                </a:solidFill>
              </a:rPr>
              <a:t>再把它做成有人用、看得到结果的系统。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84A01-2F7D-4E68-A268-2081B23E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业务诊断｜流程改造｜Skill｜定制 SaaS｜数据库｜Agent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71d7e2f1545ff"/>
          <a:srcRect xmlns:a="http://schemas.openxmlformats.org/drawingml/2006/main" l="0" t="9801" r="0" b="9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829050"/>
            <a:ext cx="5029200" cy="2695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76B09-4710-41AE-A71B-283230F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4565A"/>
                </a:solidFill>
              </a:defRPr>
            </a:pPr>
            <a:r>
              <a:rPr sz="720" b="0">
                <a:solidFill>
                  <a:srgbClr val="54565A"/>
                </a:solidFill>
              </a:rPr>
              <a:t>展会限定：免费企业 AI 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80DD5-ADE2-472A-8162-70E1695C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20" b="1">
                <a:solidFill>
                  <a:srgbClr val="050505"/>
                </a:solidFill>
              </a:defRPr>
            </a:pPr>
            <a:r>
              <a:rPr sz="720" b="1">
                <a:solidFill>
                  <a:srgbClr val="050505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1013827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8C34D-7913-4108-B3CA-F9282823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50505"/>
                </a:solidFill>
              </a:defRPr>
            </a:pPr>
            <a:r>
              <a:rPr sz="4125" b="0">
                <a:solidFill>
                  <a:srgbClr val="050505"/>
                </a:solidFill>
              </a:rPr>
              <a:t>AI 已经可以</a:t>
            </a:r>
          </a:p>
          <a:p xmlns:a="http://schemas.openxmlformats.org/drawingml/2006/main">
            <a:pPr algn="l">
              <a:defRPr sz="4125" b="0">
                <a:solidFill>
                  <a:srgbClr val="050505"/>
                </a:solidFill>
              </a:defRPr>
            </a:pPr>
            <a:r>
              <a:rPr sz="4125" b="0">
                <a:solidFill>
                  <a:srgbClr val="050505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D2874-7F41-404A-A684-9205CD7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50505"/>
                </a:solidFill>
              </a:defRPr>
            </a:pPr>
            <a:r>
              <a:rPr sz="915" b="0">
                <a:solidFill>
                  <a:srgbClr val="050505"/>
                </a:solidFill>
              </a:rPr>
              <a:t>过去，我们手动完成工作每一步。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050505"/>
                </a:solidFill>
              </a:defRPr>
            </a:pPr>
            <a:r>
              <a:rPr sz="915" b="0">
                <a:solidFill>
                  <a:srgbClr val="050505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F5405-ACEE-4748-A8FA-FE251854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公司的工作方式也会跟着变：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C6BCD-C5C2-4F16-B7C4-9D774E4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重复工作交给 Agent；</a:t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人负责目标、判断和审核；</a:t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一个负责人可以带多个 Agent；</a:t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公司积累的不只是文件，还有能反复使用的流程和 Skill。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12DEE-9465-4141-A149-1AD28FF8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23907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Microsoft 在 2025 年提出 Agent Boss：员工将开始构建、分配和管理 Agent。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OpenAI 把 Agent 定义为能够代表用户完成工作流的系统，不只是聊天机器人。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Google 认为企业 Agent 要连接公司的数据、工具、记忆和运行环境，才能真正工作。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Anthropic 发现，人在实际协作中更多决定“做什么”，Agent 更多负责“怎么做”。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79F5E-D7EA-4C4E-A444-843AA3A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A7951-9119-4E80-ADDD-3CA2A938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502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公司的运作效率，会随着AI Native程度拉开差距。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B2DA5-EC23-4A07-B4BB-3F25B5BE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58288-FD90-444C-B2FC-A683E209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990190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00565-C0C6-4C78-A1E6-4117B30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E9C54-F2A1-4D49-B320-6B954BA9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D7B8F-0277-4705-B7C7-5B64A09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71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BD0A4-4213-443E-A9D5-53BDF4E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350B1-941C-465D-89DA-8538C63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1455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8A933-A7A5-437A-8D55-A48AC1D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50505"/>
                </a:solidFill>
              </a:defRPr>
            </a:pPr>
            <a:r>
              <a:rPr sz="2100" b="0">
                <a:solidFill>
                  <a:srgbClr val="050505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45901-3092-40A6-B070-D76F430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81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8B66D-BFED-481A-B3AC-F0261131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B0138-AE31-460C-B4C1-CABAE5AE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24175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B0286-FAC1-4818-9AEB-150244D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C0896-6CDA-427A-A99B-EF2A5DF2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90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4B1EA-AEF7-4CA4-BED8-8372E6EA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85998-782E-4DB5-BBF7-5433887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3380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ECBE8-65FE-458E-8B2A-5574EDE3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已经进入生产的公开案例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C0DF8-5AAD-4379-ABD9-FB9EBDC2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Cisco：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1547A-1CDB-4C82-B0EC-F5FEAAB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48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F356F-D670-4BFB-8FB0-1C70592A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38DB2-9084-4D4E-8E3F-B0CB875F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9E4DA-3A33-4AF9-B2AA-3C08504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C02BD-7411-44DD-9B11-AB14B3D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8A941-65D6-4387-9A8B-184CCB8D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TELUS：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79C7B-2421-4196-9AE5-D02DBC51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C10D4-CBF1-4844-8B39-226C082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54556-5F58-4E4A-8A4F-860CC647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62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Lowe’s：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7582D-64AB-48CA-BD1F-1F43487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62675"/>
            <a:ext cx="4057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D1ADBE-213F-451D-9F26-B3A4C37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6A7881-E798-431C-8808-335C7F3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116877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06E4BF-85F4-47A3-9549-35E5F836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想要升级提效，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7C81B-827C-4878-8824-A1E66AA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A5275-8789-4A35-956B-D0059F7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买过会员，员工偶尔问几个问题；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做过 Demo，演示时很好，上线后没人用；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看了很多案例，回到自己公司却套不上；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每个部门都说有需求，但排不出先后；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想建知识库，资料却散在微信、Excel、PDF、网盘和员工电脑里；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担心数据安全，也不知道 Agent 能开放多大权限。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F5527-34D9-4E5E-8B9F-05F510B3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AI 升级横跨了四件事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44D7C-BA82-49EE-8737-EC6A60F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老板想要的结果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00DF-D581-42AE-BC0A-6B63109F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2381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BB6BC-6F82-4575-B0BA-CC7CB0C9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一线员工的工作流程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DF1D0-4582-4ADD-824A-1F71E7E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381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B90BC-2258-4C6E-BE2A-C4FA05A3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955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数据和系统在哪里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13C4A-5498-416B-9FD3-637ED59A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2381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026DE-DDFA-41E6-B456-92136AED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技术怎么做出来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3F8FD-AE67-4D22-B3CE-BDCF4CC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少一层，项目就容易停住。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BBE61-DEC6-4A98-A858-1B37FE3A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为什么自己做容易卡住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C3073-01F3-4263-8AB2-3F7E70B3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只听老板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CE97B-2298-4CB9-91E0-A0C6677A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方向很大，但找不到具体从哪项工作开始。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88BB6-4716-4CEE-9EAA-D0C7371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09265-5727-4771-A7AB-D01A55D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只听一线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9FA04-BA8D-45D9-94FE-7295BA44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5297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会得到很多零散需求，却不知道哪个最值得投入。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2458B-FC91-4A4B-9CA0-0422F8FD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04498-DAC1-4C9A-91EB-56D8736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只找软件公司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C0870-272E-45EF-BA62-3A96B3B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BDEEA-9397-479E-9F5F-3EFDF6F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F0AB5-E95B-43C3-848E-854318C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直接买标准产品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6C4A7-A1BE-4ED9-98A1-2892A65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上线很快，但公司的流程不一定适合它。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DF62A-9B19-4AD7-9595-228E32C3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A819B-E9E0-4423-9ADF-CABE8DC8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一开始就建大平台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D42CE-8067-4C78-800B-8B5C936B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1030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钱和时间先花出去了，业务价值还没有验证。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3852E-9BB6-4350-B8F6-A3C1A4B9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0375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ECCC8-B210-4D43-B219-5D3DBDE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56BE8-5FAD-4F29-A6D6-1DD1CEA8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87572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CA409-E9E9-4F59-A3AC-862DF1C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DE290-5AD9-4E06-993A-C5C161F5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050505"/>
                </a:solidFill>
              </a:defRPr>
            </a:pPr>
            <a:r>
              <a:rPr sz="907" b="0">
                <a:solidFill>
                  <a:srgbClr val="050505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050505"/>
                </a:solidFill>
              </a:defRPr>
            </a:pPr>
            <a:r>
              <a:rPr sz="907" b="0">
                <a:solidFill>
                  <a:srgbClr val="050505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A95A0-B477-4EB6-967C-A8A386B3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79606-77F4-4C5C-8C60-AF212D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74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50505"/>
                </a:solidFill>
              </a:defRPr>
            </a:pPr>
            <a:r>
              <a:rPr sz="870" b="1">
                <a:solidFill>
                  <a:srgbClr val="050505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FCF1D-1D9C-4C24-97C5-DF967109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• 现成软件能解决，就直接用现成软件；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F371B-FDF2-40FB-A4FE-0D1FFAE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005D-C437-4F23-AD22-DDAEBA3A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• 一个 Skill 能解决，就不做大系统；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BA476-9B49-4019-8638-764AB897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15416-3CCD-4567-8DFE-3EEB0C7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• 需要连接原有系统，就做集成；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4A674-FCAD-46E8-A0C9-A0733EF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49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C5C5A-3FA9-48A4-83F0-78232BCD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• 需要整理数据，就先建数据库或知识库；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E42D8-A481-4F51-944C-FF9E533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1EA39-437B-43E0-8912-5FC904A4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81725"/>
            <a:ext cx="502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• 一条流程适合 Agent，就把人和 Agent 的分工设计清楚。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0329A-052A-4BB6-AD90-3F2DC385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3CB75-15C9-4D38-9DC7-686CF5AA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8432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723A9-EF12-4961-B865-9D26BC6D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从一个小工具，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EEBD-32A8-415B-AD91-D390203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7083F-FF31-4885-A1F6-C6EC8D2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D836E-6501-44DB-A465-AAF10621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企业专属 Skill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文档、表格和图片处理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报价、录单、对账、报告自动化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小型定制 SaaS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E2FF2-ACEC-4B82-AF37-4039364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适合：问题明确，希望尽快看到效果。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07CCE-0050-46A2-95AE-5C676FBC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5D6B4-AF05-4506-8EFD-D0062A7A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一条业务流程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371FC-971D-4681-8A3A-D8076A3D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99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访谈和流程整理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多角色 Agent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ERP、CRM、飞书、钉钉、企微等系统连接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异常处理和人工确认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进度、结果和操作记录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0B30A-7E06-46F8-94C0-6CB4EB56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适合：工作跨多人、跨系统，靠人工反复传递。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FE6A8-0999-4832-84C7-C9C340B3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367EE-F2BE-42D1-B5EB-55CB089A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一套数据基础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32C34-8573-485D-8EBE-26395F1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672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业务数据库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企业知识库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数据整理和统一命名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权限和使用范围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为 Agent 提供可信的数据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79A22-3B97-496A-8D56-7C85025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适合：资料很多，但找不到、用不准、无法共享。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164EC-017E-4032-86E0-BD206DCF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3CC8E-1230-478D-BFD0-DD5D2F5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一次公司级升级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F1DDB-4991-4A29-9779-2DE127B3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找出各部门适合 AI 的工作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重新设计人和 Agent 的分工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建立权限、审批和责任记录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制定试点顺序和后续计划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培训企业自己的 Agent Boss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06519-1A30-4BBE-A605-44F79687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245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适合：老板希望系统推进，不想让各部门各自尝试。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F5775-B8BA-4FA9-A1EE-DD82695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D05E6-3192-4365-AF29-48651F2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38647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94F48-DE07-4FD8-B93D-3BC8131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先做一次诊断，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2CFB9-F41F-4DB5-A142-0EE6134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8A0C7-D93C-4A66-951D-3C71F6D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1F57C-0EB0-4990-A7D6-696C24F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5B039-41FA-4F94-9FF0-D5EC632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79B99-A34E-46B8-80F0-E09142A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F2A4F-19A5-4E5B-8455-6116D274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68A1C-0353-4FCA-B953-39F3D54B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67F5-FF7A-4005-95E1-E4C6D65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5457F-7A80-4B60-B438-942811EB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824F7-3285-4416-98E9-421A368C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99086-4CB9-4571-93F9-FB07BEF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8C376-1D0C-45B5-AE38-CB4FC2E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9D5C4-9B24-4899-B5F4-2919EB5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80E10-0467-4C08-B63F-9DB38B8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680CD-0BEA-44BF-9CFC-5B14C9B1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2CDEF-09A4-44DB-8848-DD28AD0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590594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6DCF61-E468-4A99-A953-DE33A07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不交一个演示，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2F4FB-9AA9-4B61-8DED-9AA428BA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02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050505"/>
                </a:solidFill>
              </a:defRPr>
            </a:pPr>
            <a:r>
              <a:rPr sz="878" b="0">
                <a:solidFill>
                  <a:srgbClr val="050505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36FF5-15EB-4520-83BD-2AE2A30B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原来的工作流程图；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82F93-B30F-4F43-86EA-5A04485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86C6E-BDF7-4C08-BF4E-7CCAD10F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4787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找到的问题和改造范围；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133EC-9893-468F-A0A5-1540858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1460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D6A0E-D10B-43F2-A34F-F6F6A3AD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可以运行的原型或系统；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7B750-0331-4D7C-9C1E-5BA7BDE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4EE5E-6E72-40FC-8A74-5183F2C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8605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使用的数据和权限说明；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DE0CA-0821-4A5E-A5AB-ABDCA00F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5277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354F0-1C61-4031-B310-41F071C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人和 Agent 各自负责什么；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7BA08-D55A-425F-9005-FB56898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F409D-4966-42B8-868A-38868BD3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24225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哪些动作需要人工确认；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AD56C-52A6-4143-ACCB-5BFE9AD3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EEF92-B3B5-474E-9F42-3A11E653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上线前后的对比方法；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13B67-5155-4D84-A455-16D2B28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D29FD-8C9C-437A-94E5-DCAF6ED3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62400"/>
            <a:ext cx="2400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• 继续做、调整或停止的建议。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C078D-BBC9-48E3-9F8E-ED411E6D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29125"/>
            <a:ext cx="2400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E1F6D-69EC-4316-8E61-D7F4DCC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5029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97773-A291-43B1-8CCF-49E0D902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我们会提前写清楚：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78BFD-F35E-4BC2-ABD4-69061FC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• 谁负责；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5A0DC-9D0D-4EC3-ABED-C4286FC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• 做到哪里算完成；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6AE34-2EFC-4BAA-A3CB-6F082CCF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• 什么不在这次范围内；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CAF61-B0FA-4B7A-A9D1-3943B070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53125"/>
            <a:ext cx="2219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• 怎么判断有没有效果。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5A228-7DF5-4752-8900-802FCC1D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00E32-13BA-4E4C-8E3E-4340B434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79778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CD2BB-7D51-49C0-BC90-2BA295B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我们不只展示系统，</a:t>
            </a:r>
          </a:p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5F1D2-5B2B-4078-B114-C17AD882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C7F7C-E3C7-4BF1-B501-13ADC07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9725"/>
            <a:ext cx="480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050505"/>
                </a:solidFill>
              </a:defRPr>
            </a:pPr>
            <a:r>
              <a:rPr sz="653" b="1">
                <a:solidFill>
                  <a:srgbClr val="050505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FA8A3-CE2C-47B6-9415-F3339DD4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5384F-7AAF-46A7-B158-28EE9AE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822B3-6069-4577-B255-AF99C71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3BEBA-7618-413B-993F-CC80F6A9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3681D-CCED-49D1-B2CA-93F37EFC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3A822-B998-42CB-B039-3B6422E3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4D27F-CA61-4515-982E-0B95883D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E5D6-02D1-4FBD-B3CB-9372A68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00300"/>
            <a:ext cx="1123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386E8-17DE-476D-85DA-1309DD6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14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4565A"/>
                </a:solidFill>
              </a:defRPr>
            </a:pPr>
            <a:r>
              <a:rPr sz="585" b="0">
                <a:solidFill>
                  <a:srgbClr val="54565A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4AFAF-4E3A-493A-A28E-124F300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71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50505"/>
                </a:solidFill>
              </a:defRPr>
            </a:pPr>
            <a:r>
              <a:rPr sz="645" b="1">
                <a:solidFill>
                  <a:srgbClr val="050505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E67F2-1F81-4025-9F5C-67E615A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3219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050505"/>
                </a:solidFill>
              </a:defRPr>
            </a:pPr>
            <a:r>
              <a:rPr sz="645" b="0">
                <a:solidFill>
                  <a:srgbClr val="050505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6A65F-0035-405D-AEFE-C1AFDE7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54565A"/>
                </a:solidFill>
              </a:defRPr>
            </a:pPr>
            <a:r>
              <a:rPr sz="607" b="0">
                <a:solidFill>
                  <a:srgbClr val="54565A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142D8-39D1-43E9-AA34-95A20868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649F1-BE33-42B9-8476-437B754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FD667-F081-4FE6-AF2D-A00BB4B4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1115E-BAE0-4FBB-A657-8B9B20EE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90EAA-CF03-4245-A3D3-F99EE7F0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40F49-4BBA-47EF-929B-56D5EBB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69149-624D-4237-97E5-9525651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71975"/>
            <a:ext cx="2400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98E70-2361-467B-A62D-B59D2174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4A6A4-8ED6-4673-875D-D804CAF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86375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• 处理时间：[原来] → [现在]</a:t>
            </a:r>
          </a:p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• 人工步骤：[原来] → [现在]</a:t>
            </a:r>
          </a:p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• 错误或返工：[原来] → [现在]</a:t>
            </a:r>
          </a:p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• 对业务的影响：[客户确认的结果]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E3206-B404-442C-9D79-7EEEAB9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28E32-A337-46CF-8B85-41BAE7B7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案例二｜[工厂类型 / 业务部门]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C05BC-24D8-4303-8A1D-F4D3E4C9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722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ABA6E-93F4-4281-B966-1A2221E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E97B1-33FD-40A3-B0FD-7D3CA999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82765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552AA-C902-4A9E-BFD9-8917560F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系统上线了，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8CBB-2B28-46D3-8E7F-AFD04062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5B3EF-EF9E-43D6-BF94-94927023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给 Agent 说清目标和完成标准；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AF38F-3542-44C8-98DB-BBAA8B9C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57400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0EA6C-E38F-4869-94FF-75706146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050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判断哪些工作可以交出去；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45BBD-A1D0-48FC-A3D4-7CA5796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0325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485CC-9C67-4DB7-81DA-ABA7A529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检查 Agent 的过程和结果；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F7C23-9C52-4838-BB99-FDD3814A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78872-6912-485D-98BB-1CBCD496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处理异常、退回修改或暂停任务；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2355C-D1BC-4D43-BF22-1551F27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86175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423C2-4078-405C-A77E-A3D3E9A7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管好数据、工具和权限；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73F1B-D141-450E-8CFB-493A6E7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29100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674C7-8166-4F3E-970C-3AB8748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76725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把好用的方法做成团队共同使用的 Skill；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1FE62-2CEB-47F9-9A31-A78CC5C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72025"/>
            <a:ext cx="2419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726B9-B0B8-43B6-8C07-21EF2498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• 对最后的业务结果负责。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812AC-FB25-44E1-9874-36ADCA0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0505"/>
                </a:solidFill>
              </a:defRPr>
            </a:pPr>
            <a:r>
              <a:rPr sz="1050" b="1">
                <a:solidFill>
                  <a:srgbClr val="050505"/>
                </a:solidFill>
              </a:rPr>
              <a:t>我们把这套培训叫做 Agent Boss。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A0137-F57A-4141-BD3B-CC1AA2C4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43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050505"/>
                </a:solidFill>
              </a:defRPr>
            </a:pPr>
            <a:r>
              <a:rPr sz="848" b="0">
                <a:solidFill>
                  <a:srgbClr val="050505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9CB2B-2320-4A01-8B50-AB9B86D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02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25EF2-D13D-4A6E-B039-6CB478A3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FDE：把系统做出来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6AB87-9004-426A-89CD-525A8909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817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505"/>
                </a:solidFill>
              </a:defRPr>
            </a:pPr>
            <a:r>
              <a:rPr sz="690" b="1">
                <a:solidFill>
                  <a:srgbClr val="050505"/>
                </a:solidFill>
              </a:rPr>
              <a:t>Agent Boss：教团队接过去，继续用、继续改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F1760-D2CB-4A2B-BC9B-A761BB9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82413-D2D2-4B51-AA43-19F2323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524480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46FED3-9878-4A52-B9D6-3D2E649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41BBC-90BF-4747-8AAE-C61E88C6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0505"/>
                </a:solidFill>
              </a:defRPr>
            </a:pPr>
            <a:r>
              <a:rPr sz="900" b="0">
                <a:solidFill>
                  <a:srgbClr val="050505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4B811-A49A-44A6-9518-A0C7F54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0824F-9E30-4D8E-B4C2-4726923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目前最值得先看的 1—3 项工作；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E05C7-1AFF-4AC7-B868-1380C44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C4E09-38C8-4EB8-ABAD-20F327EC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这些工作适不适合用 AI；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23026-6768-4127-944E-EBEE925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9623E-F051-48BC-9EF9-0F4AA5C1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需要哪些数据、系统和人员参与；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950AA-6A0D-4FCF-96CF-3CF2985F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214C8-0D3D-4660-B584-52075DF5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更适合买现成软件、做 Skill、定制 SaaS、建数据库，还是先改流程；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B515D-042F-4001-891F-36C95E3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F4E76-8631-4CD9-8411-E75980C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720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是否值得做一个小试点。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DCEA4-DA70-48F4-97B2-99BECE3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我们也可能直接告诉你：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3B24D-CB91-49A0-B602-EB3F2EFD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907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这个问题不需要 AI；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A6ED3-4043-4918-9988-B62D80CD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3847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38F5-7810-490A-8842-DC9E16C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8610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现在的数据条件还做不了；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BA87F-9792-41C0-B7C3-45E16879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5D384-4860-4A00-8691-D8661FF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先把流程理顺，再考虑开发；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A44D1-B1F0-4CC6-8CB6-4761AC7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2362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7CABE-2938-4F17-A09D-27F64B1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76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买现成产品更划算。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7BF67-0B29-4E15-B900-FD739899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2362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B7FCC-F39C-434B-A39E-42526D39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48325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CE7D7-9748-4A2A-9BBC-9A8D5E93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D5D7F-EA99-48EE-8B10-4AC61120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0431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7B5CA-692B-4B61-82A7-B861B3B1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50505"/>
                </a:solidFill>
              </a:defRPr>
            </a:pPr>
            <a:r>
              <a:rPr sz="3675" b="0">
                <a:solidFill>
                  <a:srgbClr val="050505"/>
                </a:solidFill>
              </a:rPr>
              <a:t>你的企业，</a:t>
            </a:r>
          </a:p>
          <a:p xmlns:a="http://schemas.openxmlformats.org/drawingml/2006/main">
            <a:pPr algn="l">
              <a:defRPr sz="3675" b="0">
                <a:solidFill>
                  <a:srgbClr val="050505"/>
                </a:solidFill>
              </a:defRPr>
            </a:pPr>
            <a:r>
              <a:rPr sz="3675" b="0">
                <a:solidFill>
                  <a:srgbClr val="050505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628B4-5D4A-457A-83AE-D6ED07D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CFF"/>
                </a:solidFill>
              </a:defRPr>
            </a:pPr>
            <a:r>
              <a:rPr sz="1200" b="1">
                <a:solidFill>
                  <a:srgbClr val="135CFF"/>
                </a:solidFill>
              </a:rPr>
              <a:t>每天限 10 家</a:t>
            </a:r>
          </a:p>
          <a:p xmlns:a="http://schemas.openxmlformats.org/drawingml/2006/main">
            <a:pPr algn="l">
              <a:defRPr sz="1200" b="1">
                <a:solidFill>
                  <a:srgbClr val="135CFF"/>
                </a:solidFill>
              </a:defRPr>
            </a:pPr>
            <a:r>
              <a:rPr sz="1200" b="1">
                <a:solidFill>
                  <a:srgbClr val="13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53E6E-1E37-4001-895D-8CD8A24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3620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FE1E2-9A46-42B0-9DA3-2A768942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527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4565A"/>
                </a:solidFill>
              </a:defRPr>
            </a:pPr>
            <a:r>
              <a:rPr sz="750" b="0">
                <a:solidFill>
                  <a:srgbClr val="54565A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58AC1-3FE5-43EC-8D8D-BE848C35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68F56-42E0-417B-BF5C-A9DB5AA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7C49F-0E4F-4F4E-B62F-E959B277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861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A1A6C-C491-4D9D-B46F-7535717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D4BA9-27B2-4D6C-8904-DE67921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E9C4E-08D8-4447-8C44-CDD3776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7D255-ADBE-45BB-8019-EEADE27C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2CC6B-D8F0-487B-ABF6-C21EB03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C3E18-EE59-420C-A2DF-9B7FB121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8B4A9-3AEB-4421-B2E0-25DB3987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47495-2351-4984-9ED6-DF8AAD96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99E3F-2FAA-46F3-8629-A88BEEC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EA8BF-1352-4835-9955-3CD3E405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C9B49-96C5-4A83-8AC9-B996B7F5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DB9F8-BE13-4FF7-A6DD-8FB3C838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D5ABF-50D1-4D6C-8727-A57709A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B268A-1915-4BC8-8A63-0859BEC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055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50505"/>
                </a:solidFill>
              </a:defRPr>
            </a:pPr>
            <a:r>
              <a:rPr sz="713" b="0">
                <a:solidFill>
                  <a:srgbClr val="050505"/>
                </a:solidFill>
              </a:rPr>
              <a:t>[品牌名]</a:t>
            </a:r>
          </a:p>
          <a:p xmlns:a="http://schemas.openxmlformats.org/drawingml/2006/main">
            <a:pPr algn="r">
              <a:defRPr sz="713" b="0">
                <a:solidFill>
                  <a:srgbClr val="050505"/>
                </a:solidFill>
              </a:defRPr>
            </a:pPr>
            <a:r>
              <a:rPr sz="713" b="0">
                <a:solidFill>
                  <a:srgbClr val="050505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A22FA-C07B-4831-A8D6-E240E871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4277C-A67F-4E99-8DDF-FDB791C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675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50505"/>
                </a:solidFill>
              </a:defRPr>
            </a:pPr>
            <a:r>
              <a:rPr sz="938" b="1">
                <a:solidFill>
                  <a:srgbClr val="050505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CBF32-CCD2-47DF-90D6-232579B8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C73ED-F2CE-455A-B69A-3DD900B5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05106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2026-08-24T06:27:20.0360000Z</dcterms:created>
  <dcterms:modified xsi:type="dcterms:W3CDTF">2026-08-24T06:27:20.0360000Z</dcterms:modified>
</coreProperties>
</file>