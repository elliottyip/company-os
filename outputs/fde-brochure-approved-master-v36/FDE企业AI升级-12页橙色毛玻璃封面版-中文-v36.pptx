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23603d9e6449bb" /><Relationship Type="http://schemas.openxmlformats.org/officeDocument/2006/relationships/extended-properties" Target="/docProps/app.xml" Id="Rfb77d735a9da4717" /><Relationship Type="http://schemas.openxmlformats.org/officeDocument/2006/relationships/officeDocument" Target="/ppt/presentation.xml" Id="R61d6e550796f4d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b11c82789446c1"/>
  </p:sldMasterIdLst>
  <p:notesMasterIdLst>
    <p:notesMasterId xmlns:r="http://schemas.openxmlformats.org/officeDocument/2006/relationships" r:id="R7bd942ea7b9b4c83"/>
  </p:notesMasterIdLst>
  <p:sldIdLst>
    <p:sldId xmlns:r="http://schemas.openxmlformats.org/officeDocument/2006/relationships" id="256" r:id="R539307379eb544d1"/>
    <p:sldId xmlns:r="http://schemas.openxmlformats.org/officeDocument/2006/relationships" id="257" r:id="Re59d84c3364b45ff"/>
    <p:sldId xmlns:r="http://schemas.openxmlformats.org/officeDocument/2006/relationships" id="258" r:id="Rd59eeca81869494f"/>
    <p:sldId xmlns:r="http://schemas.openxmlformats.org/officeDocument/2006/relationships" id="259" r:id="Rc1836e1f1a42416e"/>
    <p:sldId xmlns:r="http://schemas.openxmlformats.org/officeDocument/2006/relationships" id="260" r:id="Raafe337831e4459c"/>
    <p:sldId xmlns:r="http://schemas.openxmlformats.org/officeDocument/2006/relationships" id="261" r:id="Rd58f4e8309984faa"/>
    <p:sldId xmlns:r="http://schemas.openxmlformats.org/officeDocument/2006/relationships" id="262" r:id="R0ad854177a37478d"/>
    <p:sldId xmlns:r="http://schemas.openxmlformats.org/officeDocument/2006/relationships" id="263" r:id="Rc99a44a3ae034afc"/>
    <p:sldId xmlns:r="http://schemas.openxmlformats.org/officeDocument/2006/relationships" id="264" r:id="R760d66d3eee64c7a"/>
    <p:sldId xmlns:r="http://schemas.openxmlformats.org/officeDocument/2006/relationships" id="265" r:id="R2735b8feaedc4173"/>
    <p:sldId xmlns:r="http://schemas.openxmlformats.org/officeDocument/2006/relationships" id="266" r:id="Rb7aa442e78f345b8"/>
    <p:sldId xmlns:r="http://schemas.openxmlformats.org/officeDocument/2006/relationships" id="267" r:id="Re296ed7415a347a3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b83009c7484b87" /><Relationship Type="http://schemas.openxmlformats.org/officeDocument/2006/relationships/slideMaster" Target="/ppt/slideMasters/slideMaster1.xml" Id="Rc0b11c82789446c1" /><Relationship Type="http://schemas.openxmlformats.org/officeDocument/2006/relationships/notesMaster" Target="/ppt/notesMasters/notesMaster1.xml" Id="R7bd942ea7b9b4c83" /><Relationship Type="http://schemas.openxmlformats.org/officeDocument/2006/relationships/presProps" Target="/ppt/presProps.xml" Id="R26318b5af0294217" /><Relationship Type="http://schemas.openxmlformats.org/officeDocument/2006/relationships/tableStyles" Target="/ppt/tableStyles.xml" Id="R0bf65be0b71f4e8e" /><Relationship Type="http://schemas.openxmlformats.org/officeDocument/2006/relationships/slide" Target="/ppt/slides/slide1.xml" Id="R539307379eb544d1" /><Relationship Type="http://schemas.openxmlformats.org/officeDocument/2006/relationships/slide" Target="/ppt/slides/slide2.xml" Id="Re59d84c3364b45ff" /><Relationship Type="http://schemas.openxmlformats.org/officeDocument/2006/relationships/slide" Target="/ppt/slides/slide3.xml" Id="Rd59eeca81869494f" /><Relationship Type="http://schemas.openxmlformats.org/officeDocument/2006/relationships/slide" Target="/ppt/slides/slide4.xml" Id="Rc1836e1f1a42416e" /><Relationship Type="http://schemas.openxmlformats.org/officeDocument/2006/relationships/slide" Target="/ppt/slides/slide5.xml" Id="Raafe337831e4459c" /><Relationship Type="http://schemas.openxmlformats.org/officeDocument/2006/relationships/slide" Target="/ppt/slides/slide6.xml" Id="Rd58f4e8309984faa" /><Relationship Type="http://schemas.openxmlformats.org/officeDocument/2006/relationships/slide" Target="/ppt/slides/slide7.xml" Id="R0ad854177a37478d" /><Relationship Type="http://schemas.openxmlformats.org/officeDocument/2006/relationships/slide" Target="/ppt/slides/slide8.xml" Id="Rc99a44a3ae034afc" /><Relationship Type="http://schemas.openxmlformats.org/officeDocument/2006/relationships/slide" Target="/ppt/slides/slide9.xml" Id="R760d66d3eee64c7a" /><Relationship Type="http://schemas.openxmlformats.org/officeDocument/2006/relationships/slide" Target="/ppt/slides/slide10.xml" Id="R2735b8feaedc4173" /><Relationship Type="http://schemas.openxmlformats.org/officeDocument/2006/relationships/slide" Target="/ppt/slides/slide11.xml" Id="Rb7aa442e78f345b8" /><Relationship Type="http://schemas.openxmlformats.org/officeDocument/2006/relationships/slide" Target="/ppt/slides/slide12.xml" Id="Re296ed7415a3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3b156a31f446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6ea5c0efaf45ea" /><Relationship Type="http://schemas.openxmlformats.org/officeDocument/2006/relationships/notesMaster" Target="/ppt/notesMasters/notesMaster1.xml" Id="Rb7210227e9cb4a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9d778bf49548b2" /><Relationship Type="http://schemas.openxmlformats.org/officeDocument/2006/relationships/notesMaster" Target="/ppt/notesMasters/notesMaster1.xml" Id="Rbc6818699fd44c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9d8b46bac74c8f" /><Relationship Type="http://schemas.openxmlformats.org/officeDocument/2006/relationships/notesMaster" Target="/ppt/notesMasters/notesMaster1.xml" Id="R91e2dc34ee9241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898a4904f14199" /><Relationship Type="http://schemas.openxmlformats.org/officeDocument/2006/relationships/notesMaster" Target="/ppt/notesMasters/notesMaster1.xml" Id="R3684ca64ba614d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329b4c4db64ae7" /><Relationship Type="http://schemas.openxmlformats.org/officeDocument/2006/relationships/notesMaster" Target="/ppt/notesMasters/notesMaster1.xml" Id="R41bd81bea50a46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6cfed00d3045ad" /><Relationship Type="http://schemas.openxmlformats.org/officeDocument/2006/relationships/notesMaster" Target="/ppt/notesMasters/notesMaster1.xml" Id="R99b00e94277547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b7e0a990574af0" /><Relationship Type="http://schemas.openxmlformats.org/officeDocument/2006/relationships/notesMaster" Target="/ppt/notesMasters/notesMaster1.xml" Id="R5fc36d84b9254a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f50fc6b8704068" /><Relationship Type="http://schemas.openxmlformats.org/officeDocument/2006/relationships/notesMaster" Target="/ppt/notesMasters/notesMaster1.xml" Id="R681ae9f7288043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a79dab97a24cd1" /><Relationship Type="http://schemas.openxmlformats.org/officeDocument/2006/relationships/notesMaster" Target="/ppt/notesMasters/notesMaster1.xml" Id="R7a18a78858a044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36997608cd405e" /><Relationship Type="http://schemas.openxmlformats.org/officeDocument/2006/relationships/notesMaster" Target="/ppt/notesMasters/notesMaster1.xml" Id="Rd3e9659111cf41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2117b43ff74df9" /><Relationship Type="http://schemas.openxmlformats.org/officeDocument/2006/relationships/notesMaster" Target="/ppt/notesMasters/notesMaster1.xml" Id="Rcdebecd9958340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17f77b190a477e" /><Relationship Type="http://schemas.openxmlformats.org/officeDocument/2006/relationships/notesMaster" Target="/ppt/notesMasters/notesMaster1.xml" Id="R8b3cdd1540e54c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859ec935241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1c538187b74f49" /><Relationship Type="http://schemas.openxmlformats.org/officeDocument/2006/relationships/slideLayout" Target="/ppt/slideLayouts/slideLayout1.xml" Id="Raee70537b8af41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e70537b8af41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51bd0d0e44eb3" /><Relationship Type="http://schemas.openxmlformats.org/officeDocument/2006/relationships/image" Target="/ppt/media/image.png" Id="R7441570ab54648a1" /><Relationship Type="http://schemas.openxmlformats.org/officeDocument/2006/relationships/image" Target="/ppt/media/image2.png" Id="Ree66992fe12b4c89" /><Relationship Type="http://schemas.openxmlformats.org/officeDocument/2006/relationships/notesSlide" Target="/ppt/notesSlides/notesSlide1.xml" Id="R0ce6b0c46d684b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89bde53e74e4b" /><Relationship Type="http://schemas.openxmlformats.org/officeDocument/2006/relationships/notesSlide" Target="/ppt/notesSlides/notesSlide2.xml" Id="Redab636ab46d46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f6038d4ff4ef3" /><Relationship Type="http://schemas.openxmlformats.org/officeDocument/2006/relationships/notesSlide" Target="/ppt/notesSlides/notesSlide3.xml" Id="Red9950b7c85c42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bfa09ea07458e" /><Relationship Type="http://schemas.openxmlformats.org/officeDocument/2006/relationships/notesSlide" Target="/ppt/notesSlides/notesSlide4.xml" Id="Rbc9f4cbd6d5e4b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5f7637eb7437d" /><Relationship Type="http://schemas.openxmlformats.org/officeDocument/2006/relationships/notesSlide" Target="/ppt/notesSlides/notesSlide5.xml" Id="R73309fe6406a49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f9f1225d44298" /><Relationship Type="http://schemas.openxmlformats.org/officeDocument/2006/relationships/notesSlide" Target="/ppt/notesSlides/notesSlide6.xml" Id="R0512bfdcb39847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8129fb33140d2" /><Relationship Type="http://schemas.openxmlformats.org/officeDocument/2006/relationships/notesSlide" Target="/ppt/notesSlides/notesSlide7.xml" Id="Rdc8e243f48f443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8ddb4151a447e" /><Relationship Type="http://schemas.openxmlformats.org/officeDocument/2006/relationships/notesSlide" Target="/ppt/notesSlides/notesSlide8.xml" Id="Rdcdba1e4c92148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fd7ad21a1435e" /><Relationship Type="http://schemas.openxmlformats.org/officeDocument/2006/relationships/image" Target="/ppt/media/image3.png" Id="Ra5a302b32d674a56" /><Relationship Type="http://schemas.openxmlformats.org/officeDocument/2006/relationships/image" Target="/ppt/media/image4.png" Id="R02c3d153a92348a6" /><Relationship Type="http://schemas.openxmlformats.org/officeDocument/2006/relationships/image" Target="/ppt/media/image5.png" Id="Ra2bbacfc70974d4e" /><Relationship Type="http://schemas.openxmlformats.org/officeDocument/2006/relationships/image" Target="/ppt/media/image6.png" Id="Rc5f8bdab66884dde" /><Relationship Type="http://schemas.openxmlformats.org/officeDocument/2006/relationships/image" Target="/ppt/media/image7.png" Id="R8250ccf6a99b48d0" /><Relationship Type="http://schemas.openxmlformats.org/officeDocument/2006/relationships/image" Target="/ppt/media/image8.png" Id="R3d7bb9ac48b746b8" /><Relationship Type="http://schemas.openxmlformats.org/officeDocument/2006/relationships/image" Target="/ppt/media/image9.png" Id="Rfbecf948d2a64b43" /><Relationship Type="http://schemas.openxmlformats.org/officeDocument/2006/relationships/image" Target="/ppt/media/image10.png" Id="R2a26e7d805ae4b43" /><Relationship Type="http://schemas.openxmlformats.org/officeDocument/2006/relationships/image" Target="/ppt/media/image11.png" Id="R14431f95a77543ff" /><Relationship Type="http://schemas.openxmlformats.org/officeDocument/2006/relationships/image" Target="/ppt/media/image12.png" Id="R3792724336b24905" /><Relationship Type="http://schemas.openxmlformats.org/officeDocument/2006/relationships/image" Target="/ppt/media/image13.png" Id="Rec5e4d964ac6465a" /><Relationship Type="http://schemas.openxmlformats.org/officeDocument/2006/relationships/image" Target="/ppt/media/image14.png" Id="R3fcfc3236fe346d6" /><Relationship Type="http://schemas.openxmlformats.org/officeDocument/2006/relationships/notesSlide" Target="/ppt/notesSlides/notesSlide9.xml" Id="R89e956901baa48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5986f075d4951" /><Relationship Type="http://schemas.openxmlformats.org/officeDocument/2006/relationships/notesSlide" Target="/ppt/notesSlides/notesSlide10.xml" Id="R18d2ddd31d2649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8d9ca59ca446a" /><Relationship Type="http://schemas.openxmlformats.org/officeDocument/2006/relationships/notesSlide" Target="/ppt/notesSlides/notesSlide11.xml" Id="Rbdfd09a6b72d4f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ac55bd854471b" /><Relationship Type="http://schemas.openxmlformats.org/officeDocument/2006/relationships/notesSlide" Target="/ppt/notesSlides/notesSlide12.xml" Id="R84e9c6a3aae241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1570ab54648a1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6992fe12b4c89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FDE 项目实践｜从业务现场出发，把跨境电商与制造流程做成可用系统。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国际大型制造企业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上方品牌来自企业官网公开资料，仅作行业实践参考，不代表 FDE 客户或合作关系；以下案例不展示具体公司名称。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302b32d674a5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3d153a92348a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bacfc70974d4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8bdab66884dd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250ccf6a99b48d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d7bb9ac48b746b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becf948d2a64b4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a26e7d805ae4b4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4431f95a77543f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792724336b2490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c5e4d964ac6465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fcfc3236fe346d6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2026-08-25T02:13:07.5060000Z</dcterms:created>
  <dcterms:modified xsi:type="dcterms:W3CDTF">2026-08-25T02:13:07.5060000Z</dcterms:modified>
</coreProperties>
</file>