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3241d162e1487a" /><Relationship Type="http://schemas.openxmlformats.org/officeDocument/2006/relationships/extended-properties" Target="/docProps/app.xml" Id="R39583cc771d0499b" /><Relationship Type="http://schemas.openxmlformats.org/officeDocument/2006/relationships/officeDocument" Target="/ppt/presentation.xml" Id="R39bb837607e347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4fd7c7b8b04784"/>
  </p:sldMasterIdLst>
  <p:notesMasterIdLst>
    <p:notesMasterId xmlns:r="http://schemas.openxmlformats.org/officeDocument/2006/relationships" r:id="Rb5adb1789c734106"/>
  </p:notesMasterIdLst>
  <p:sldIdLst>
    <p:sldId xmlns:r="http://schemas.openxmlformats.org/officeDocument/2006/relationships" id="256" r:id="R96ba6a6965364807"/>
    <p:sldId xmlns:r="http://schemas.openxmlformats.org/officeDocument/2006/relationships" id="257" r:id="R54e6cec7f9174034"/>
    <p:sldId xmlns:r="http://schemas.openxmlformats.org/officeDocument/2006/relationships" id="258" r:id="Re16e4b22935e4dc3"/>
    <p:sldId xmlns:r="http://schemas.openxmlformats.org/officeDocument/2006/relationships" id="259" r:id="R70e3c898cb634d46"/>
    <p:sldId xmlns:r="http://schemas.openxmlformats.org/officeDocument/2006/relationships" id="260" r:id="R5af47e8f145d4fb7"/>
    <p:sldId xmlns:r="http://schemas.openxmlformats.org/officeDocument/2006/relationships" id="261" r:id="R266898d53f5046d8"/>
    <p:sldId xmlns:r="http://schemas.openxmlformats.org/officeDocument/2006/relationships" id="262" r:id="R25bf123cf94644f0"/>
    <p:sldId xmlns:r="http://schemas.openxmlformats.org/officeDocument/2006/relationships" id="263" r:id="Rd6fcf5fea39347f5"/>
    <p:sldId xmlns:r="http://schemas.openxmlformats.org/officeDocument/2006/relationships" id="264" r:id="Rb66cfe96b44f49e4"/>
    <p:sldId xmlns:r="http://schemas.openxmlformats.org/officeDocument/2006/relationships" id="265" r:id="R989d71e202c04795"/>
    <p:sldId xmlns:r="http://schemas.openxmlformats.org/officeDocument/2006/relationships" id="266" r:id="R3206d513d2bc41a9"/>
    <p:sldId xmlns:r="http://schemas.openxmlformats.org/officeDocument/2006/relationships" id="267" r:id="R19596a53823f423f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bdf17ba7be4aa7" /><Relationship Type="http://schemas.openxmlformats.org/officeDocument/2006/relationships/slideMaster" Target="/ppt/slideMasters/slideMaster1.xml" Id="Ra24fd7c7b8b04784" /><Relationship Type="http://schemas.openxmlformats.org/officeDocument/2006/relationships/notesMaster" Target="/ppt/notesMasters/notesMaster1.xml" Id="Rb5adb1789c734106" /><Relationship Type="http://schemas.openxmlformats.org/officeDocument/2006/relationships/presProps" Target="/ppt/presProps.xml" Id="R8655779c63844de5" /><Relationship Type="http://schemas.openxmlformats.org/officeDocument/2006/relationships/tableStyles" Target="/ppt/tableStyles.xml" Id="R6921551dec1347cd" /><Relationship Type="http://schemas.openxmlformats.org/officeDocument/2006/relationships/slide" Target="/ppt/slides/slide1.xml" Id="R96ba6a6965364807" /><Relationship Type="http://schemas.openxmlformats.org/officeDocument/2006/relationships/slide" Target="/ppt/slides/slide2.xml" Id="R54e6cec7f9174034" /><Relationship Type="http://schemas.openxmlformats.org/officeDocument/2006/relationships/slide" Target="/ppt/slides/slide3.xml" Id="Re16e4b22935e4dc3" /><Relationship Type="http://schemas.openxmlformats.org/officeDocument/2006/relationships/slide" Target="/ppt/slides/slide4.xml" Id="R70e3c898cb634d46" /><Relationship Type="http://schemas.openxmlformats.org/officeDocument/2006/relationships/slide" Target="/ppt/slides/slide5.xml" Id="R5af47e8f145d4fb7" /><Relationship Type="http://schemas.openxmlformats.org/officeDocument/2006/relationships/slide" Target="/ppt/slides/slide6.xml" Id="R266898d53f5046d8" /><Relationship Type="http://schemas.openxmlformats.org/officeDocument/2006/relationships/slide" Target="/ppt/slides/slide7.xml" Id="R25bf123cf94644f0" /><Relationship Type="http://schemas.openxmlformats.org/officeDocument/2006/relationships/slide" Target="/ppt/slides/slide8.xml" Id="Rd6fcf5fea39347f5" /><Relationship Type="http://schemas.openxmlformats.org/officeDocument/2006/relationships/slide" Target="/ppt/slides/slide9.xml" Id="Rb66cfe96b44f49e4" /><Relationship Type="http://schemas.openxmlformats.org/officeDocument/2006/relationships/slide" Target="/ppt/slides/slide10.xml" Id="R989d71e202c04795" /><Relationship Type="http://schemas.openxmlformats.org/officeDocument/2006/relationships/slide" Target="/ppt/slides/slide11.xml" Id="R3206d513d2bc41a9" /><Relationship Type="http://schemas.openxmlformats.org/officeDocument/2006/relationships/slide" Target="/ppt/slides/slide12.xml" Id="R19596a53823f42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664fb5f89148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0a2e488b4749d1" /><Relationship Type="http://schemas.openxmlformats.org/officeDocument/2006/relationships/notesMaster" Target="/ppt/notesMasters/notesMaster1.xml" Id="R09f6413ecaec4f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ca4746020943ca" /><Relationship Type="http://schemas.openxmlformats.org/officeDocument/2006/relationships/notesMaster" Target="/ppt/notesMasters/notesMaster1.xml" Id="R038d154fb20549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2b2062cba349e8" /><Relationship Type="http://schemas.openxmlformats.org/officeDocument/2006/relationships/notesMaster" Target="/ppt/notesMasters/notesMaster1.xml" Id="R2d56edcb0d774b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3c1240e2c749b2" /><Relationship Type="http://schemas.openxmlformats.org/officeDocument/2006/relationships/notesMaster" Target="/ppt/notesMasters/notesMaster1.xml" Id="Raa83e4f97be245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b8f876c7304fcb" /><Relationship Type="http://schemas.openxmlformats.org/officeDocument/2006/relationships/notesMaster" Target="/ppt/notesMasters/notesMaster1.xml" Id="R83d4976bed7f4d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05638b1251411f" /><Relationship Type="http://schemas.openxmlformats.org/officeDocument/2006/relationships/notesMaster" Target="/ppt/notesMasters/notesMaster1.xml" Id="R0398627a75184f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0ac4a05aed45a1" /><Relationship Type="http://schemas.openxmlformats.org/officeDocument/2006/relationships/notesMaster" Target="/ppt/notesMasters/notesMaster1.xml" Id="R11e09749b48d42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a7d7e610074de2" /><Relationship Type="http://schemas.openxmlformats.org/officeDocument/2006/relationships/notesMaster" Target="/ppt/notesMasters/notesMaster1.xml" Id="Rf8c6838986d042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6205b790674afd" /><Relationship Type="http://schemas.openxmlformats.org/officeDocument/2006/relationships/notesMaster" Target="/ppt/notesMasters/notesMaster1.xml" Id="R64491bf5720b4a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525ccccc4d4b05" /><Relationship Type="http://schemas.openxmlformats.org/officeDocument/2006/relationships/notesMaster" Target="/ppt/notesMasters/notesMaster1.xml" Id="R4ba9dc42b9904d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3a1a8cc7fe4b70" /><Relationship Type="http://schemas.openxmlformats.org/officeDocument/2006/relationships/notesMaster" Target="/ppt/notesMasters/notesMaster1.xml" Id="Ra4fa55f7ffb248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4966ec92e84528" /><Relationship Type="http://schemas.openxmlformats.org/officeDocument/2006/relationships/notesMaster" Target="/ppt/notesMasters/notesMaster1.xml" Id="Rf55313f6b83a47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171b9f912445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abae83e56d4b5a" /><Relationship Type="http://schemas.openxmlformats.org/officeDocument/2006/relationships/slideLayout" Target="/ppt/slideLayouts/slideLayout1.xml" Id="Rde94e6a1c4a74e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94e6a1c4a74e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a880d2285460a" /><Relationship Type="http://schemas.openxmlformats.org/officeDocument/2006/relationships/image" Target="/ppt/media/image.png" Id="R17ebf4ab2ebb4f8e" /><Relationship Type="http://schemas.openxmlformats.org/officeDocument/2006/relationships/image" Target="/ppt/media/image2.png" Id="R90fdd89b0b904f26" /><Relationship Type="http://schemas.openxmlformats.org/officeDocument/2006/relationships/notesSlide" Target="/ppt/notesSlides/notesSlide1.xml" Id="R2f61afd14c7746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a1fae7b0c49f9" /><Relationship Type="http://schemas.openxmlformats.org/officeDocument/2006/relationships/notesSlide" Target="/ppt/notesSlides/notesSlide2.xml" Id="Rbe1c8275c1a540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58b257c2e4d01" /><Relationship Type="http://schemas.openxmlformats.org/officeDocument/2006/relationships/notesSlide" Target="/ppt/notesSlides/notesSlide3.xml" Id="R7a253ec034d440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812b661b6443c" /><Relationship Type="http://schemas.openxmlformats.org/officeDocument/2006/relationships/notesSlide" Target="/ppt/notesSlides/notesSlide4.xml" Id="R3f91812249c243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3293418ca434a" /><Relationship Type="http://schemas.openxmlformats.org/officeDocument/2006/relationships/notesSlide" Target="/ppt/notesSlides/notesSlide5.xml" Id="R7c9feae871ad42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2fca6d96f4bb4" /><Relationship Type="http://schemas.openxmlformats.org/officeDocument/2006/relationships/notesSlide" Target="/ppt/notesSlides/notesSlide6.xml" Id="R8f3093aa34704f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d91da1fb54978" /><Relationship Type="http://schemas.openxmlformats.org/officeDocument/2006/relationships/notesSlide" Target="/ppt/notesSlides/notesSlide7.xml" Id="Red1413b5dc0c4e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109d367214eb0" /><Relationship Type="http://schemas.openxmlformats.org/officeDocument/2006/relationships/notesSlide" Target="/ppt/notesSlides/notesSlide8.xml" Id="R75cddba3f03a40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28f805f1e470f" /><Relationship Type="http://schemas.openxmlformats.org/officeDocument/2006/relationships/image" Target="/ppt/media/image3.png" Id="R78b43b6528a940bc" /><Relationship Type="http://schemas.openxmlformats.org/officeDocument/2006/relationships/image" Target="/ppt/media/image4.png" Id="R1c8bd766577d446b" /><Relationship Type="http://schemas.openxmlformats.org/officeDocument/2006/relationships/image" Target="/ppt/media/image5.png" Id="R4360d4b9d4ae409d" /><Relationship Type="http://schemas.openxmlformats.org/officeDocument/2006/relationships/image" Target="/ppt/media/image6.png" Id="R785dfa8f4dad41b2" /><Relationship Type="http://schemas.openxmlformats.org/officeDocument/2006/relationships/image" Target="/ppt/media/image7.png" Id="Re0349b079f3745e5" /><Relationship Type="http://schemas.openxmlformats.org/officeDocument/2006/relationships/image" Target="/ppt/media/image8.png" Id="R1c7311461c92452a" /><Relationship Type="http://schemas.openxmlformats.org/officeDocument/2006/relationships/image" Target="/ppt/media/image9.png" Id="Rba9a5d1657fc4aea" /><Relationship Type="http://schemas.openxmlformats.org/officeDocument/2006/relationships/image" Target="/ppt/media/image10.png" Id="R6c2e5410e9704afe" /><Relationship Type="http://schemas.openxmlformats.org/officeDocument/2006/relationships/image" Target="/ppt/media/image11.png" Id="R19ac8847e8ea4a75" /><Relationship Type="http://schemas.openxmlformats.org/officeDocument/2006/relationships/image" Target="/ppt/media/image12.png" Id="R5fffce583c2e4efb" /><Relationship Type="http://schemas.openxmlformats.org/officeDocument/2006/relationships/image" Target="/ppt/media/image13.png" Id="R3cf27bad007243b1" /><Relationship Type="http://schemas.openxmlformats.org/officeDocument/2006/relationships/image" Target="/ppt/media/image14.png" Id="Raf5c50f12e174151" /><Relationship Type="http://schemas.openxmlformats.org/officeDocument/2006/relationships/image" Target="/ppt/media/image15.png" Id="Re684ae562eec4ad6" /><Relationship Type="http://schemas.openxmlformats.org/officeDocument/2006/relationships/image" Target="/ppt/media/image16.png" Id="Ra7a34da996304247" /><Relationship Type="http://schemas.openxmlformats.org/officeDocument/2006/relationships/image" Target="/ppt/media/image17.png" Id="Rd6105796970e409b" /><Relationship Type="http://schemas.openxmlformats.org/officeDocument/2006/relationships/image" Target="/ppt/media/image18.png" Id="R3dc3aa3304c64ddf" /><Relationship Type="http://schemas.openxmlformats.org/officeDocument/2006/relationships/image" Target="/ppt/media/image19.png" Id="Rfd9b04ceb3ea41ec" /><Relationship Type="http://schemas.openxmlformats.org/officeDocument/2006/relationships/image" Target="/ppt/media/image20.png" Id="Rc9aebf5af5de4d2f" /><Relationship Type="http://schemas.openxmlformats.org/officeDocument/2006/relationships/image" Target="/ppt/media/image21.png" Id="R62736fd43b934895" /><Relationship Type="http://schemas.openxmlformats.org/officeDocument/2006/relationships/image" Target="/ppt/media/image22.png" Id="R3338b555c2984eb8" /><Relationship Type="http://schemas.openxmlformats.org/officeDocument/2006/relationships/image" Target="/ppt/media/image23.png" Id="Rd8979ccdb5e6488b" /><Relationship Type="http://schemas.openxmlformats.org/officeDocument/2006/relationships/image" Target="/ppt/media/image24.png" Id="R7d6da6e65b294cee" /><Relationship Type="http://schemas.openxmlformats.org/officeDocument/2006/relationships/image" Target="/ppt/media/image25.png" Id="Rc36366eb71b24140" /><Relationship Type="http://schemas.openxmlformats.org/officeDocument/2006/relationships/image" Target="/ppt/media/image26.png" Id="R731b96633bb343a3" /><Relationship Type="http://schemas.openxmlformats.org/officeDocument/2006/relationships/image" Target="/ppt/media/image27.png" Id="R71f8ac42975c4e5a" /><Relationship Type="http://schemas.openxmlformats.org/officeDocument/2006/relationships/image" Target="/ppt/media/image28.png" Id="R75fd1cbfeb8343d0" /><Relationship Type="http://schemas.openxmlformats.org/officeDocument/2006/relationships/image" Target="/ppt/media/image29.png" Id="Rf296f05aa3e94d18" /><Relationship Type="http://schemas.openxmlformats.org/officeDocument/2006/relationships/image" Target="/ppt/media/image30.png" Id="R1c2316158fc842b1" /><Relationship Type="http://schemas.openxmlformats.org/officeDocument/2006/relationships/notesSlide" Target="/ppt/notesSlides/notesSlide9.xml" Id="R0a431efa66544f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dee18fd0e4a00" /><Relationship Type="http://schemas.openxmlformats.org/officeDocument/2006/relationships/notesSlide" Target="/ppt/notesSlides/notesSlide10.xml" Id="Rfb5f8cbe94964d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5e17e043544d3" /><Relationship Type="http://schemas.openxmlformats.org/officeDocument/2006/relationships/notesSlide" Target="/ppt/notesSlides/notesSlide11.xml" Id="R5d9ba7bcf74a4c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6e300b8444a5d" /><Relationship Type="http://schemas.openxmlformats.org/officeDocument/2006/relationships/notesSlide" Target="/ppt/notesSlides/notesSlide12.xml" Id="R984057f71c6b44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bf4ab2ebb4f8e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dd89b0b904f26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FDE PROJECT WORK | Turning commerce and manufacturing workflows into working systems.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GLOBAL INDUSTRIAL MANUFACTURERS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The brands above come from public company materials for industry reference; they do not imply an FDE client or partner relationship. Company names are omitted from the cases below.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ANONYMOUS CASE 1 | CROSS-BORDER E-COMMERCE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Operators assembled product details from supplier spreadsheets, chat messages, and image folders, then translated, normalized, and entered each listing across marketplaces.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bottleneck was incomplete attributes, conflicting source files, and repeated manual checks against marketplace rules—not copywriting alone.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A product-data hub and listing workflow. Agents organize, translate, and check rules; operators handle exceptions and approve publication.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Product data: scattered files → one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work: copy each field → review exceptions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Rework: after publishing → checks before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impact: a steadier listing cadence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ANONYMOUS CASE 2 | FURNITURE MANUFACTURING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Orders arrived through chat, spreadsheets, and drawings. We structured dimensions, fabrics, hardware, and processes; connected orders, BOMs, and work orders; and flagged missing or conflicting data before production.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43b6528a940b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bd766577d446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0d4b9d4ae409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dfa8f4dad41b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6AEC25-0D5F-41AC-8BF8-ED7E511F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0349b079f3745e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3EA4BC-207E-4C8E-89C7-7E300945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c7311461c92452a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BC444E-F3D1-4C16-838C-762F0A09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a9a5d1657fc4aea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FE01A4-D530-4AA8-8F71-FA068411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6c2e5410e9704afe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C6D289-96A8-4905-8C57-707E8733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9ac8847e8ea4a7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7336D0-DBA6-4520-A120-9F1BEAE9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fffce583c2e4ef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EF785E-C4D6-421C-B920-7132C4F3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cf27bad007243b1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ECD339-551E-4C88-B985-2C399A51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f5c50f12e174151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70214D-CCC0-4516-B0A8-14B2176E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684ae562eec4ad6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91F24F-D05D-4934-831F-685A4AEA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7a34da996304247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5E1643-40D6-44D0-9E27-E87EBA49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6105796970e409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852D9D-65A3-4B21-A111-C09707E9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dc3aa3304c64ddf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9E5516C-37E9-4B19-AAED-035A70C4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d9b04ceb3ea41ec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3B8158C-2FD9-4BBD-A408-55BC5690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9aebf5af5de4d2f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230E41-62DC-4128-A81D-0F8CFB4B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62736fd43b934895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4D60608-104E-4D25-AB5B-2FAF3323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3338b555c2984eb8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2CDB020-3C66-4727-BEB9-EA937969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8979ccdb5e6488b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2E6694D-929C-4A14-8383-87547955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d6da6e65b294cee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B79544B-04DD-4D71-95D5-FB817A99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36366eb71b24140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51655B1-9313-4E44-AE43-E8FFF074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31b96633bb343a3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D48BAA5-6024-47B4-8ED9-CC610C0D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1f8ac42975c4e5a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C2D6EA1-10B9-4B58-B5B7-BD293D07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75fd1cbfeb8343d0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612027F-95BE-4621-A605-6AA7993A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296f05aa3e94d18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2E2F3A9-3532-4D39-BCD7-D9ACC835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1c2316158fc842b1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AgentBoss School is open 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FEISHU 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ADD ME ON FEISHU AND SEND: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preferred time to talk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ADD ME ON FEISHU · SEND TO RESERVE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2026-08-25T02:13:07.4830000Z</dcterms:created>
  <dcterms:modified xsi:type="dcterms:W3CDTF">2026-08-25T02:13:07.4830000Z</dcterms:modified>
</coreProperties>
</file>