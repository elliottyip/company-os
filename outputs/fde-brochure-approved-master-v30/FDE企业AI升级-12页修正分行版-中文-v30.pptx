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eabc6658b46c4" /><Relationship Type="http://schemas.openxmlformats.org/officeDocument/2006/relationships/extended-properties" Target="/docProps/app.xml" Id="R2c4d1297c8ab4afb" /><Relationship Type="http://schemas.openxmlformats.org/officeDocument/2006/relationships/officeDocument" Target="/ppt/presentation.xml" Id="R05489ba31f8948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72c7c9e1b244e1"/>
  </p:sldMasterIdLst>
  <p:notesMasterIdLst>
    <p:notesMasterId xmlns:r="http://schemas.openxmlformats.org/officeDocument/2006/relationships" r:id="Rbf2f3db73ffa4691"/>
  </p:notesMasterIdLst>
  <p:sldIdLst>
    <p:sldId xmlns:r="http://schemas.openxmlformats.org/officeDocument/2006/relationships" id="256" r:id="Rd4186450b3244a34"/>
    <p:sldId xmlns:r="http://schemas.openxmlformats.org/officeDocument/2006/relationships" id="257" r:id="R567b55c21658423f"/>
    <p:sldId xmlns:r="http://schemas.openxmlformats.org/officeDocument/2006/relationships" id="258" r:id="Reb158335f97f4762"/>
    <p:sldId xmlns:r="http://schemas.openxmlformats.org/officeDocument/2006/relationships" id="259" r:id="R61e8cb7ee40843a1"/>
    <p:sldId xmlns:r="http://schemas.openxmlformats.org/officeDocument/2006/relationships" id="260" r:id="R38df22353b2241d8"/>
    <p:sldId xmlns:r="http://schemas.openxmlformats.org/officeDocument/2006/relationships" id="261" r:id="Rd0076ca1d6ee4045"/>
    <p:sldId xmlns:r="http://schemas.openxmlformats.org/officeDocument/2006/relationships" id="262" r:id="Rb900cbbdc9014955"/>
    <p:sldId xmlns:r="http://schemas.openxmlformats.org/officeDocument/2006/relationships" id="263" r:id="R8d3692f038f04b59"/>
    <p:sldId xmlns:r="http://schemas.openxmlformats.org/officeDocument/2006/relationships" id="264" r:id="R0d307e377821405e"/>
    <p:sldId xmlns:r="http://schemas.openxmlformats.org/officeDocument/2006/relationships" id="265" r:id="Rf0223c912bc04e4c"/>
    <p:sldId xmlns:r="http://schemas.openxmlformats.org/officeDocument/2006/relationships" id="266" r:id="R681a1134fb9c4bd6"/>
    <p:sldId xmlns:r="http://schemas.openxmlformats.org/officeDocument/2006/relationships" id="267" r:id="R42d31b46247943e0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ffb23e6f4d4048" /><Relationship Type="http://schemas.openxmlformats.org/officeDocument/2006/relationships/slideMaster" Target="/ppt/slideMasters/slideMaster1.xml" Id="R9e72c7c9e1b244e1" /><Relationship Type="http://schemas.openxmlformats.org/officeDocument/2006/relationships/notesMaster" Target="/ppt/notesMasters/notesMaster1.xml" Id="Rbf2f3db73ffa4691" /><Relationship Type="http://schemas.openxmlformats.org/officeDocument/2006/relationships/presProps" Target="/ppt/presProps.xml" Id="R7191e1ce605c4383" /><Relationship Type="http://schemas.openxmlformats.org/officeDocument/2006/relationships/tableStyles" Target="/ppt/tableStyles.xml" Id="Reb7c6215bb994810" /><Relationship Type="http://schemas.openxmlformats.org/officeDocument/2006/relationships/slide" Target="/ppt/slides/slide1.xml" Id="Rd4186450b3244a34" /><Relationship Type="http://schemas.openxmlformats.org/officeDocument/2006/relationships/slide" Target="/ppt/slides/slide2.xml" Id="R567b55c21658423f" /><Relationship Type="http://schemas.openxmlformats.org/officeDocument/2006/relationships/slide" Target="/ppt/slides/slide3.xml" Id="Reb158335f97f4762" /><Relationship Type="http://schemas.openxmlformats.org/officeDocument/2006/relationships/slide" Target="/ppt/slides/slide4.xml" Id="R61e8cb7ee40843a1" /><Relationship Type="http://schemas.openxmlformats.org/officeDocument/2006/relationships/slide" Target="/ppt/slides/slide5.xml" Id="R38df22353b2241d8" /><Relationship Type="http://schemas.openxmlformats.org/officeDocument/2006/relationships/slide" Target="/ppt/slides/slide6.xml" Id="Rd0076ca1d6ee4045" /><Relationship Type="http://schemas.openxmlformats.org/officeDocument/2006/relationships/slide" Target="/ppt/slides/slide7.xml" Id="Rb900cbbdc9014955" /><Relationship Type="http://schemas.openxmlformats.org/officeDocument/2006/relationships/slide" Target="/ppt/slides/slide8.xml" Id="R8d3692f038f04b59" /><Relationship Type="http://schemas.openxmlformats.org/officeDocument/2006/relationships/slide" Target="/ppt/slides/slide9.xml" Id="R0d307e377821405e" /><Relationship Type="http://schemas.openxmlformats.org/officeDocument/2006/relationships/slide" Target="/ppt/slides/slide10.xml" Id="Rf0223c912bc04e4c" /><Relationship Type="http://schemas.openxmlformats.org/officeDocument/2006/relationships/slide" Target="/ppt/slides/slide11.xml" Id="R681a1134fb9c4bd6" /><Relationship Type="http://schemas.openxmlformats.org/officeDocument/2006/relationships/slide" Target="/ppt/slides/slide12.xml" Id="R42d31b46247943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f6ab4ea27446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68524401914643" /><Relationship Type="http://schemas.openxmlformats.org/officeDocument/2006/relationships/notesMaster" Target="/ppt/notesMasters/notesMaster1.xml" Id="Read6dcb139f449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787a3fc294b72" /><Relationship Type="http://schemas.openxmlformats.org/officeDocument/2006/relationships/notesMaster" Target="/ppt/notesMasters/notesMaster1.xml" Id="R26e24f40fd6e45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0a0114e63e4610" /><Relationship Type="http://schemas.openxmlformats.org/officeDocument/2006/relationships/notesMaster" Target="/ppt/notesMasters/notesMaster1.xml" Id="Rbfaa6e27cf514b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395b38b92d448b" /><Relationship Type="http://schemas.openxmlformats.org/officeDocument/2006/relationships/notesMaster" Target="/ppt/notesMasters/notesMaster1.xml" Id="R1e755241d3374b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6696ec44d24453" /><Relationship Type="http://schemas.openxmlformats.org/officeDocument/2006/relationships/notesMaster" Target="/ppt/notesMasters/notesMaster1.xml" Id="Rb3059c205ea342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6705fa3764051" /><Relationship Type="http://schemas.openxmlformats.org/officeDocument/2006/relationships/notesMaster" Target="/ppt/notesMasters/notesMaster1.xml" Id="Rabf3076a40de4c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61723c4772481d" /><Relationship Type="http://schemas.openxmlformats.org/officeDocument/2006/relationships/notesMaster" Target="/ppt/notesMasters/notesMaster1.xml" Id="R57eabb9973534e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a88c5af94d4c33" /><Relationship Type="http://schemas.openxmlformats.org/officeDocument/2006/relationships/notesMaster" Target="/ppt/notesMasters/notesMaster1.xml" Id="Ra85d8f3d528a4f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4e198aa089402b" /><Relationship Type="http://schemas.openxmlformats.org/officeDocument/2006/relationships/notesMaster" Target="/ppt/notesMasters/notesMaster1.xml" Id="Rcf51b4e91b7744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81e6a3d2db43bd" /><Relationship Type="http://schemas.openxmlformats.org/officeDocument/2006/relationships/notesMaster" Target="/ppt/notesMasters/notesMaster1.xml" Id="R505997d9522446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199ef950074ac0" /><Relationship Type="http://schemas.openxmlformats.org/officeDocument/2006/relationships/notesMaster" Target="/ppt/notesMasters/notesMaster1.xml" Id="R12f4f051f97c4c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56bbca80ba4acf" /><Relationship Type="http://schemas.openxmlformats.org/officeDocument/2006/relationships/notesMaster" Target="/ppt/notesMasters/notesMaster1.xml" Id="R6e603326f75f44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Four fictional logo assets generated for this brochure; project files: /Users/elliottye/Documents/ChatGPT/os/work/fde-brochure-v27-fictional-logos-zh/assets/velmora.png, /Users/elliottye/Documents/ChatGPT/os/work/fde-brochure-v27-fictional-logos-zh/assets/jiangheng.png, /Users/elliottye/Documents/ChatGPT/os/work/fde-brochure-v27-fictional-logos-zh/assets/chengchuan.png, /Users/elliottye/Documents/ChatGPT/os/work/fde-brochure-v27-fictional-logos-zh/assets/yunling.png
[/Sources]</a:t>
            </a:r>
          </a:p>
          <a:p xmlns:a="http://schemas.openxmlformats.org/drawingml/2006/main">
            <a:r>
              <a:t>
[Sources]
- Both case studies are explicitly fictional illustrative scenarios authored for this brochure; they contain no real client identity, measured result, or external evidence.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be8d7345a4c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7d3a64f1134d63" /><Relationship Type="http://schemas.openxmlformats.org/officeDocument/2006/relationships/slideLayout" Target="/ppt/slideLayouts/slideLayout1.xml" Id="Rb593743bf13f4f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93743bf13f4f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eb45d95da40b3" /><Relationship Type="http://schemas.openxmlformats.org/officeDocument/2006/relationships/image" Target="/ppt/media/image.png" Id="R703c3dbb78594ec2" /><Relationship Type="http://schemas.openxmlformats.org/officeDocument/2006/relationships/image" Target="/ppt/media/image2.png" Id="R164546ab44754895" /><Relationship Type="http://schemas.openxmlformats.org/officeDocument/2006/relationships/notesSlide" Target="/ppt/notesSlides/notesSlide1.xml" Id="R36d4bc5d656c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4e5e12bc741e2" /><Relationship Type="http://schemas.openxmlformats.org/officeDocument/2006/relationships/notesSlide" Target="/ppt/notesSlides/notesSlide2.xml" Id="R83cd1cb29c9642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0d83561994fbb" /><Relationship Type="http://schemas.openxmlformats.org/officeDocument/2006/relationships/notesSlide" Target="/ppt/notesSlides/notesSlide3.xml" Id="R8aac67a2e9a34d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913d256a44c7c" /><Relationship Type="http://schemas.openxmlformats.org/officeDocument/2006/relationships/notesSlide" Target="/ppt/notesSlides/notesSlide4.xml" Id="R8a46806db5f8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8bc58ba184dc1" /><Relationship Type="http://schemas.openxmlformats.org/officeDocument/2006/relationships/notesSlide" Target="/ppt/notesSlides/notesSlide5.xml" Id="R40081bd46d1247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80368a7f347b1" /><Relationship Type="http://schemas.openxmlformats.org/officeDocument/2006/relationships/notesSlide" Target="/ppt/notesSlides/notesSlide6.xml" Id="R32b42115d9d04a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3ef9fd7d4d82" /><Relationship Type="http://schemas.openxmlformats.org/officeDocument/2006/relationships/notesSlide" Target="/ppt/notesSlides/notesSlide7.xml" Id="Rae4c7196ee474b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4f49f8a7b43e4" /><Relationship Type="http://schemas.openxmlformats.org/officeDocument/2006/relationships/notesSlide" Target="/ppt/notesSlides/notesSlide8.xml" Id="R1fb5b57f17f144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6cfe3909446bc" /><Relationship Type="http://schemas.openxmlformats.org/officeDocument/2006/relationships/image" Target="/ppt/media/image3.png" Id="R329ca2b3fc97432b" /><Relationship Type="http://schemas.openxmlformats.org/officeDocument/2006/relationships/image" Target="/ppt/media/image4.png" Id="Rfe810e3425aa4ab5" /><Relationship Type="http://schemas.openxmlformats.org/officeDocument/2006/relationships/image" Target="/ppt/media/image5.png" Id="R1a402db9a43544ff" /><Relationship Type="http://schemas.openxmlformats.org/officeDocument/2006/relationships/image" Target="/ppt/media/image6.png" Id="R926d704bc94b4a76" /><Relationship Type="http://schemas.openxmlformats.org/officeDocument/2006/relationships/notesSlide" Target="/ppt/notesSlides/notesSlide9.xml" Id="R61a1c14216ec4c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5bb07698647e6" /><Relationship Type="http://schemas.openxmlformats.org/officeDocument/2006/relationships/notesSlide" Target="/ppt/notesSlides/notesSlide10.xml" Id="R10410806e6c64e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d0551793b4bbe" /><Relationship Type="http://schemas.openxmlformats.org/officeDocument/2006/relationships/notesSlide" Target="/ppt/notesSlides/notesSlide11.xml" Id="R4e10b4086ec642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8c3f2f1464f25" /><Relationship Type="http://schemas.openxmlformats.org/officeDocument/2006/relationships/notesSlide" Target="/ppt/notesSlides/notesSlide12.xml" Id="R421d06b3578546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03c3dbb78594ec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546ab44754895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以下 Logo 均为虚构品牌标识，用于匿名化展示案例结构，不代表真实客户背书。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匿名化案例品牌（示意）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示意品牌构成：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1 家海外大型企业｜3 家中国中型企业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品牌名称与 Logo 均为虚构，仅用于展示大型海外企业与中型中国企业的案例层级；具体项目内容仍以客户授权与可核对信息为准。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案例一（虚构示意）｜跨境电商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案例二（虚构示意）｜家具制造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ca2b3fc97432b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10e3425aa4ab5"/>
          <a:stretch xmlns:a="http://schemas.openxmlformats.org/drawingml/2006/main"/>
        </p:blipFill>
        <p:spPr>
          <a:xfrm xmlns:a="http://schemas.openxmlformats.org/drawingml/2006/main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02db9a43544ff"/>
          <a:stretch xmlns:a="http://schemas.openxmlformats.org/drawingml/2006/main"/>
        </p:blipFill>
        <p:spPr>
          <a:xfrm xmlns:a="http://schemas.openxmlformats.org/drawingml/2006/main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d704bc94b4a76"/>
          <a:stretch xmlns:a="http://schemas.openxmlformats.org/drawingml/2006/main"/>
        </p:blipFill>
        <p:spPr>
          <a:xfrm xmlns:a="http://schemas.openxmlformats.org/drawingml/2006/main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2026-08-25T01:20:15.7270000Z</dcterms:created>
  <dcterms:modified xsi:type="dcterms:W3CDTF">2026-08-25T01:20:15.7270000Z</dcterms:modified>
</coreProperties>
</file>