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cb96bd92146d3" /><Relationship Type="http://schemas.openxmlformats.org/officeDocument/2006/relationships/extended-properties" Target="/docProps/app.xml" Id="R828be88199104256" /><Relationship Type="http://schemas.openxmlformats.org/officeDocument/2006/relationships/officeDocument" Target="/ppt/presentation.xml" Id="Rfc2a9549ba3e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f09cd74a2e40f9"/>
  </p:sldMasterIdLst>
  <p:notesMasterIdLst>
    <p:notesMasterId xmlns:r="http://schemas.openxmlformats.org/officeDocument/2006/relationships" r:id="Ra2648a20a7d44ed6"/>
  </p:notesMasterIdLst>
  <p:sldIdLst>
    <p:sldId xmlns:r="http://schemas.openxmlformats.org/officeDocument/2006/relationships" id="256" r:id="Rbca646af95144ce2"/>
    <p:sldId xmlns:r="http://schemas.openxmlformats.org/officeDocument/2006/relationships" id="257" r:id="Rd3ccee445d1a49d9"/>
    <p:sldId xmlns:r="http://schemas.openxmlformats.org/officeDocument/2006/relationships" id="258" r:id="R54dc1dd392014393"/>
    <p:sldId xmlns:r="http://schemas.openxmlformats.org/officeDocument/2006/relationships" id="259" r:id="Rea52053138cb4b69"/>
    <p:sldId xmlns:r="http://schemas.openxmlformats.org/officeDocument/2006/relationships" id="260" r:id="Rca5a295c0a46467a"/>
    <p:sldId xmlns:r="http://schemas.openxmlformats.org/officeDocument/2006/relationships" id="261" r:id="R624d9f43bd6146fd"/>
    <p:sldId xmlns:r="http://schemas.openxmlformats.org/officeDocument/2006/relationships" id="262" r:id="Rf69082082288403c"/>
    <p:sldId xmlns:r="http://schemas.openxmlformats.org/officeDocument/2006/relationships" id="263" r:id="R0d9dfc16f3b44af2"/>
    <p:sldId xmlns:r="http://schemas.openxmlformats.org/officeDocument/2006/relationships" id="264" r:id="R44f750a5d8b2403f"/>
    <p:sldId xmlns:r="http://schemas.openxmlformats.org/officeDocument/2006/relationships" id="265" r:id="R07482f4506954e16"/>
    <p:sldId xmlns:r="http://schemas.openxmlformats.org/officeDocument/2006/relationships" id="266" r:id="Rd8c4c6e54213424c"/>
    <p:sldId xmlns:r="http://schemas.openxmlformats.org/officeDocument/2006/relationships" id="267" r:id="R2f30ab29941a47ed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230fb0d50e4029" /><Relationship Type="http://schemas.openxmlformats.org/officeDocument/2006/relationships/slideMaster" Target="/ppt/slideMasters/slideMaster1.xml" Id="R8af09cd74a2e40f9" /><Relationship Type="http://schemas.openxmlformats.org/officeDocument/2006/relationships/notesMaster" Target="/ppt/notesMasters/notesMaster1.xml" Id="Ra2648a20a7d44ed6" /><Relationship Type="http://schemas.openxmlformats.org/officeDocument/2006/relationships/presProps" Target="/ppt/presProps.xml" Id="Rd54758fed96c4c45" /><Relationship Type="http://schemas.openxmlformats.org/officeDocument/2006/relationships/tableStyles" Target="/ppt/tableStyles.xml" Id="R1c2635522a9c4617" /><Relationship Type="http://schemas.openxmlformats.org/officeDocument/2006/relationships/slide" Target="/ppt/slides/slide1.xml" Id="Rbca646af95144ce2" /><Relationship Type="http://schemas.openxmlformats.org/officeDocument/2006/relationships/slide" Target="/ppt/slides/slide2.xml" Id="Rd3ccee445d1a49d9" /><Relationship Type="http://schemas.openxmlformats.org/officeDocument/2006/relationships/slide" Target="/ppt/slides/slide3.xml" Id="R54dc1dd392014393" /><Relationship Type="http://schemas.openxmlformats.org/officeDocument/2006/relationships/slide" Target="/ppt/slides/slide4.xml" Id="Rea52053138cb4b69" /><Relationship Type="http://schemas.openxmlformats.org/officeDocument/2006/relationships/slide" Target="/ppt/slides/slide5.xml" Id="Rca5a295c0a46467a" /><Relationship Type="http://schemas.openxmlformats.org/officeDocument/2006/relationships/slide" Target="/ppt/slides/slide6.xml" Id="R624d9f43bd6146fd" /><Relationship Type="http://schemas.openxmlformats.org/officeDocument/2006/relationships/slide" Target="/ppt/slides/slide7.xml" Id="Rf69082082288403c" /><Relationship Type="http://schemas.openxmlformats.org/officeDocument/2006/relationships/slide" Target="/ppt/slides/slide8.xml" Id="R0d9dfc16f3b44af2" /><Relationship Type="http://schemas.openxmlformats.org/officeDocument/2006/relationships/slide" Target="/ppt/slides/slide9.xml" Id="R44f750a5d8b2403f" /><Relationship Type="http://schemas.openxmlformats.org/officeDocument/2006/relationships/slide" Target="/ppt/slides/slide10.xml" Id="R07482f4506954e16" /><Relationship Type="http://schemas.openxmlformats.org/officeDocument/2006/relationships/slide" Target="/ppt/slides/slide11.xml" Id="Rd8c4c6e54213424c" /><Relationship Type="http://schemas.openxmlformats.org/officeDocument/2006/relationships/slide" Target="/ppt/slides/slide12.xml" Id="R2f30ab29941a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378e9049a342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4ddac5b6414e1c" /><Relationship Type="http://schemas.openxmlformats.org/officeDocument/2006/relationships/notesMaster" Target="/ppt/notesMasters/notesMaster1.xml" Id="R4c09ef62c100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56082e8c6e4093" /><Relationship Type="http://schemas.openxmlformats.org/officeDocument/2006/relationships/notesMaster" Target="/ppt/notesMasters/notesMaster1.xml" Id="R87021d42e78b4c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795128766d4718" /><Relationship Type="http://schemas.openxmlformats.org/officeDocument/2006/relationships/notesMaster" Target="/ppt/notesMasters/notesMaster1.xml" Id="R96b67f3baf6947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8e5f1a09404838" /><Relationship Type="http://schemas.openxmlformats.org/officeDocument/2006/relationships/notesMaster" Target="/ppt/notesMasters/notesMaster1.xml" Id="Rce97021f30bb44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c6297f23d04343" /><Relationship Type="http://schemas.openxmlformats.org/officeDocument/2006/relationships/notesMaster" Target="/ppt/notesMasters/notesMaster1.xml" Id="Rf625a214850142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483731b0dc453b" /><Relationship Type="http://schemas.openxmlformats.org/officeDocument/2006/relationships/notesMaster" Target="/ppt/notesMasters/notesMaster1.xml" Id="R536db9ab4ba643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91d7580ff4bf9" /><Relationship Type="http://schemas.openxmlformats.org/officeDocument/2006/relationships/notesMaster" Target="/ppt/notesMasters/notesMaster1.xml" Id="R300a8a7d518e4f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4fd0160c9948bc" /><Relationship Type="http://schemas.openxmlformats.org/officeDocument/2006/relationships/notesMaster" Target="/ppt/notesMasters/notesMaster1.xml" Id="R73401a03f7034e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33324b9bfa54777" /><Relationship Type="http://schemas.openxmlformats.org/officeDocument/2006/relationships/notesMaster" Target="/ppt/notesMasters/notesMaster1.xml" Id="R3d9e6e8295704a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cc13d2d9054ea3" /><Relationship Type="http://schemas.openxmlformats.org/officeDocument/2006/relationships/notesMaster" Target="/ppt/notesMasters/notesMaster1.xml" Id="Rc611000bff3b46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8cde174770430e" /><Relationship Type="http://schemas.openxmlformats.org/officeDocument/2006/relationships/notesMaster" Target="/ppt/notesMasters/notesMaster1.xml" Id="R30bd35399ac94f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08c6bd5fd34bdd" /><Relationship Type="http://schemas.openxmlformats.org/officeDocument/2006/relationships/notesMaster" Target="/ppt/notesMasters/notesMaster1.xml" Id="Rac630e98b5ae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Four fictional logo assets generated for this brochure; project files: /Users/elliottye/Documents/ChatGPT/os/work/fde-brochure-v27-fictional-logos-zh/assets/velmora.png, /Users/elliottye/Documents/ChatGPT/os/work/fde-brochure-v27-fictional-logos-zh/assets/jiangheng.png, /Users/elliottye/Documents/ChatGPT/os/work/fde-brochure-v27-fictional-logos-zh/assets/chengchuan.png, /Users/elliottye/Documents/ChatGPT/os/work/fde-brochure-v27-fictional-logos-zh/assets/yunling.png
[/Sources]</a:t>
            </a:r>
          </a:p>
          <a:p xmlns:a="http://schemas.openxmlformats.org/drawingml/2006/main">
            <a:r>
              <a:t>
[Sources]
- Both case studies are explicitly fictional illustrative scenarios authored for this brochure; they contain no real client identity, measured result, or external evidence.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e4cef8a2a647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f81cd84837487a" /><Relationship Type="http://schemas.openxmlformats.org/officeDocument/2006/relationships/slideLayout" Target="/ppt/slideLayouts/slideLayout1.xml" Id="R026036bbc54945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6036bbc54945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ed148adb84126" /><Relationship Type="http://schemas.openxmlformats.org/officeDocument/2006/relationships/image" Target="/ppt/media/image.png" Id="R5f85ff42155241af" /><Relationship Type="http://schemas.openxmlformats.org/officeDocument/2006/relationships/image" Target="/ppt/media/image2.png" Id="R8b5220e5b3674daf" /><Relationship Type="http://schemas.openxmlformats.org/officeDocument/2006/relationships/notesSlide" Target="/ppt/notesSlides/notesSlide1.xml" Id="Rfcf510854d5d45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d9b3bc80e4a7e" /><Relationship Type="http://schemas.openxmlformats.org/officeDocument/2006/relationships/notesSlide" Target="/ppt/notesSlides/notesSlide2.xml" Id="R64a46d027f49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2d3605e924788" /><Relationship Type="http://schemas.openxmlformats.org/officeDocument/2006/relationships/notesSlide" Target="/ppt/notesSlides/notesSlide3.xml" Id="Rd60503f2662c43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0e4e351804099" /><Relationship Type="http://schemas.openxmlformats.org/officeDocument/2006/relationships/notesSlide" Target="/ppt/notesSlides/notesSlide4.xml" Id="R89a94ccf75b64e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33296ac014438c" /><Relationship Type="http://schemas.openxmlformats.org/officeDocument/2006/relationships/notesSlide" Target="/ppt/notesSlides/notesSlide5.xml" Id="R871a1903297c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acd25fd0e454b" /><Relationship Type="http://schemas.openxmlformats.org/officeDocument/2006/relationships/notesSlide" Target="/ppt/notesSlides/notesSlide6.xml" Id="R41cd9afa10374b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807c211b449a0" /><Relationship Type="http://schemas.openxmlformats.org/officeDocument/2006/relationships/notesSlide" Target="/ppt/notesSlides/notesSlide7.xml" Id="R97a64c7bc5e542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13ae9761548ec" /><Relationship Type="http://schemas.openxmlformats.org/officeDocument/2006/relationships/notesSlide" Target="/ppt/notesSlides/notesSlide8.xml" Id="R60f7ef77f9af445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5c141f967468e" /><Relationship Type="http://schemas.openxmlformats.org/officeDocument/2006/relationships/image" Target="/ppt/media/image3.png" Id="R011f1da602e9473a" /><Relationship Type="http://schemas.openxmlformats.org/officeDocument/2006/relationships/image" Target="/ppt/media/image4.png" Id="R0301404bc774480d" /><Relationship Type="http://schemas.openxmlformats.org/officeDocument/2006/relationships/image" Target="/ppt/media/image5.png" Id="Re3fd4ca00b6e44a0" /><Relationship Type="http://schemas.openxmlformats.org/officeDocument/2006/relationships/image" Target="/ppt/media/image6.png" Id="R0566c440845343a8" /><Relationship Type="http://schemas.openxmlformats.org/officeDocument/2006/relationships/notesSlide" Target="/ppt/notesSlides/notesSlide9.xml" Id="R64e4a5d20574437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f269bd77541dd" /><Relationship Type="http://schemas.openxmlformats.org/officeDocument/2006/relationships/notesSlide" Target="/ppt/notesSlides/notesSlide10.xml" Id="R7e45e047b15a4b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2177f89f54b75" /><Relationship Type="http://schemas.openxmlformats.org/officeDocument/2006/relationships/notesSlide" Target="/ppt/notesSlides/notesSlide11.xml" Id="R5c415c20948e44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809b5fbf9486c" /><Relationship Type="http://schemas.openxmlformats.org/officeDocument/2006/relationships/notesSlide" Target="/ppt/notesSlides/notesSlide12.xml" Id="R0ea8592b4fc24c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5f85ff42155241af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600">
                <a:solidFill>
                  <a:srgbClr val="070707"/>
                </a:solidFill>
                <a:latin typeface="Arial"/>
                <a:ea typeface="Arial"/>
                <a:cs typeface="Arial"/>
              </a:rPr>
              <a:t>Where should it start?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70707"/>
                </a:solidFill>
                <a:latin typeface="Arial"/>
                <a:ea typeface="Arial"/>
                <a:cs typeface="Arial"/>
              </a:rPr>
              <a:t>then turns it into a system people use and results can prove.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03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Business assessment | Workflow redesign | Skills | Custom SaaS | Databases | Agents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10 companies per day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220e5b3674daf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48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All four logos below are fictional identities used to illustrate anonymized case structure. They do not represent real client endorsements.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ANONYMIZED CASE BRANDS (ILLUSTRATIVE)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ILLUSTRATIVE MIX: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1 LARGE INTERNATIONAL ENTERPRISE | 3 MID-SIZED CHINESE COMPANIES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The names and logos are fictional. They communicate the intended mix of one large international enterprise and three mid-sized Chinese companies; project details still require client approval and verifiable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ILLUSTRATIVE CASE 1 | CROSS-BORDER E-COMMERCE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Operators assembled product details from supplier spreadsheets, chat messages, and image folders, then translated, normalized, and entered each listing across marketplaces.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bottleneck was incomplete attributes, conflicting source files, and repeated manual checks against marketplace rules—not copywriting alone.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A product-data hub and listing workflow. Agents organize, translate, and check rules; operators handle exceptions and approve publication.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Product data: scattered files → one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work: copy each field → review exceptions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Rework: after publishing → checks before release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impact: a steadier listing cadence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2 | FURNITURE FACTORY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Orders arrived through chat, spreadsheets, and drawings. We structured dimensions, fabrics, hardware, and processes; connected orders, BOMs, and work orders; and flagged missing or conflicting data before production.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f1da602e9473a"/>
          <a:stretch xmlns:a="http://schemas.openxmlformats.org/drawingml/2006/main"/>
        </p:blipFill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1404bc774480d"/>
          <a:stretch xmlns:a="http://schemas.openxmlformats.org/drawingml/2006/main"/>
        </p:blipFill>
        <p:spPr>
          <a:xfrm xmlns:a="http://schemas.openxmlformats.org/drawingml/2006/main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d4ca00b6e44a0"/>
          <a:stretch xmlns:a="http://schemas.openxmlformats.org/drawingml/2006/main"/>
        </p:blipFill>
        <p:spPr>
          <a:xfrm xmlns:a="http://schemas.openxmlformats.org/drawingml/2006/main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6c440845343a8"/>
          <a:stretch xmlns:a="http://schemas.openxmlformats.org/drawingml/2006/main"/>
        </p:blipFill>
        <p:spPr>
          <a:xfrm xmlns:a="http://schemas.openxmlformats.org/drawingml/2006/main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AgentBoss School is open source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FF7A00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FEISHU 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ADD ME ON FEISHU AND SEND: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preferred time to talk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ADD ME ON FEISHU · SEND TO RESERVE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2026-08-25T01:20:17.9450000Z</dcterms:created>
  <dcterms:modified xsi:type="dcterms:W3CDTF">2026-08-25T01:20:17.9450000Z</dcterms:modified>
</coreProperties>
</file>