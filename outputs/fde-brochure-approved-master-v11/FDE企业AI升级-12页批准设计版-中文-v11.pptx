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9be179075469a" /><Relationship Type="http://schemas.openxmlformats.org/officeDocument/2006/relationships/extended-properties" Target="/docProps/app.xml" Id="R8a3b68956bba4042" /><Relationship Type="http://schemas.openxmlformats.org/officeDocument/2006/relationships/officeDocument" Target="/ppt/presentation.xml" Id="Rb464e89b21f349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df0bf70d46412d"/>
  </p:sldMasterIdLst>
  <p:notesMasterIdLst>
    <p:notesMasterId xmlns:r="http://schemas.openxmlformats.org/officeDocument/2006/relationships" r:id="Ra96358268a7d47e0"/>
  </p:notesMasterIdLst>
  <p:sldIdLst>
    <p:sldId xmlns:r="http://schemas.openxmlformats.org/officeDocument/2006/relationships" id="256" r:id="R1041801fbd4c46ac"/>
    <p:sldId xmlns:r="http://schemas.openxmlformats.org/officeDocument/2006/relationships" id="257" r:id="R25427ff137d14186"/>
    <p:sldId xmlns:r="http://schemas.openxmlformats.org/officeDocument/2006/relationships" id="258" r:id="Rcad2af75256f47af"/>
    <p:sldId xmlns:r="http://schemas.openxmlformats.org/officeDocument/2006/relationships" id="259" r:id="R38e489f1bf514eaf"/>
    <p:sldId xmlns:r="http://schemas.openxmlformats.org/officeDocument/2006/relationships" id="260" r:id="R5dc1538e9d6648ee"/>
    <p:sldId xmlns:r="http://schemas.openxmlformats.org/officeDocument/2006/relationships" id="261" r:id="Rb9bfae51a6a04eea"/>
    <p:sldId xmlns:r="http://schemas.openxmlformats.org/officeDocument/2006/relationships" id="262" r:id="R94d7bdcbd3f24043"/>
    <p:sldId xmlns:r="http://schemas.openxmlformats.org/officeDocument/2006/relationships" id="263" r:id="Rdc9eb00d1dff461b"/>
    <p:sldId xmlns:r="http://schemas.openxmlformats.org/officeDocument/2006/relationships" id="264" r:id="Rf84fa3887d374f47"/>
    <p:sldId xmlns:r="http://schemas.openxmlformats.org/officeDocument/2006/relationships" id="265" r:id="R673df7e1ded4470c"/>
    <p:sldId xmlns:r="http://schemas.openxmlformats.org/officeDocument/2006/relationships" id="266" r:id="R2f7061da2ab64682"/>
    <p:sldId xmlns:r="http://schemas.openxmlformats.org/officeDocument/2006/relationships" id="267" r:id="R459a8cf94bf14a3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a43a048814880" /><Relationship Type="http://schemas.openxmlformats.org/officeDocument/2006/relationships/slideMaster" Target="/ppt/slideMasters/slideMaster1.xml" Id="Rc2df0bf70d46412d" /><Relationship Type="http://schemas.openxmlformats.org/officeDocument/2006/relationships/notesMaster" Target="/ppt/notesMasters/notesMaster1.xml" Id="Ra96358268a7d47e0" /><Relationship Type="http://schemas.openxmlformats.org/officeDocument/2006/relationships/presProps" Target="/ppt/presProps.xml" Id="R3cb1db426a7842a5" /><Relationship Type="http://schemas.openxmlformats.org/officeDocument/2006/relationships/tableStyles" Target="/ppt/tableStyles.xml" Id="R4457f83a39e043c5" /><Relationship Type="http://schemas.openxmlformats.org/officeDocument/2006/relationships/slide" Target="/ppt/slides/slide1.xml" Id="R1041801fbd4c46ac" /><Relationship Type="http://schemas.openxmlformats.org/officeDocument/2006/relationships/slide" Target="/ppt/slides/slide2.xml" Id="R25427ff137d14186" /><Relationship Type="http://schemas.openxmlformats.org/officeDocument/2006/relationships/slide" Target="/ppt/slides/slide3.xml" Id="Rcad2af75256f47af" /><Relationship Type="http://schemas.openxmlformats.org/officeDocument/2006/relationships/slide" Target="/ppt/slides/slide4.xml" Id="R38e489f1bf514eaf" /><Relationship Type="http://schemas.openxmlformats.org/officeDocument/2006/relationships/slide" Target="/ppt/slides/slide5.xml" Id="R5dc1538e9d6648ee" /><Relationship Type="http://schemas.openxmlformats.org/officeDocument/2006/relationships/slide" Target="/ppt/slides/slide6.xml" Id="Rb9bfae51a6a04eea" /><Relationship Type="http://schemas.openxmlformats.org/officeDocument/2006/relationships/slide" Target="/ppt/slides/slide7.xml" Id="R94d7bdcbd3f24043" /><Relationship Type="http://schemas.openxmlformats.org/officeDocument/2006/relationships/slide" Target="/ppt/slides/slide8.xml" Id="Rdc9eb00d1dff461b" /><Relationship Type="http://schemas.openxmlformats.org/officeDocument/2006/relationships/slide" Target="/ppt/slides/slide9.xml" Id="Rf84fa3887d374f47" /><Relationship Type="http://schemas.openxmlformats.org/officeDocument/2006/relationships/slide" Target="/ppt/slides/slide10.xml" Id="R673df7e1ded4470c" /><Relationship Type="http://schemas.openxmlformats.org/officeDocument/2006/relationships/slide" Target="/ppt/slides/slide11.xml" Id="R2f7061da2ab64682" /><Relationship Type="http://schemas.openxmlformats.org/officeDocument/2006/relationships/slide" Target="/ppt/slides/slide12.xml" Id="R459a8cf94bf1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b322dd5fbb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7ed39c6144db0" /><Relationship Type="http://schemas.openxmlformats.org/officeDocument/2006/relationships/notesMaster" Target="/ppt/notesMasters/notesMaster1.xml" Id="R718313b5ce5a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6f4c2c2e64ea6" /><Relationship Type="http://schemas.openxmlformats.org/officeDocument/2006/relationships/notesMaster" Target="/ppt/notesMasters/notesMaster1.xml" Id="Rb4335e7bead5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1c7604e64a4ced" /><Relationship Type="http://schemas.openxmlformats.org/officeDocument/2006/relationships/notesMaster" Target="/ppt/notesMasters/notesMaster1.xml" Id="Rd1680856913745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bf525264ca4e5a" /><Relationship Type="http://schemas.openxmlformats.org/officeDocument/2006/relationships/notesMaster" Target="/ppt/notesMasters/notesMaster1.xml" Id="Re1e6dcfc848245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fc6b92b6a40a7" /><Relationship Type="http://schemas.openxmlformats.org/officeDocument/2006/relationships/notesMaster" Target="/ppt/notesMasters/notesMaster1.xml" Id="R00564f38f985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c695f282d457b" /><Relationship Type="http://schemas.openxmlformats.org/officeDocument/2006/relationships/notesMaster" Target="/ppt/notesMasters/notesMaster1.xml" Id="Re818be6dba21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5edf4d9c2440a5" /><Relationship Type="http://schemas.openxmlformats.org/officeDocument/2006/relationships/notesMaster" Target="/ppt/notesMasters/notesMaster1.xml" Id="R3b9d178648c742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e8e2c97cfd4c96" /><Relationship Type="http://schemas.openxmlformats.org/officeDocument/2006/relationships/notesMaster" Target="/ppt/notesMasters/notesMaster1.xml" Id="R1c921324ea7743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56df985cc94032" /><Relationship Type="http://schemas.openxmlformats.org/officeDocument/2006/relationships/notesMaster" Target="/ppt/notesMasters/notesMaster1.xml" Id="R9d32debdb50c4d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8c804dbce24988" /><Relationship Type="http://schemas.openxmlformats.org/officeDocument/2006/relationships/notesMaster" Target="/ppt/notesMasters/notesMaster1.xml" Id="R61bec9aa306c44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9817157ad544aa" /><Relationship Type="http://schemas.openxmlformats.org/officeDocument/2006/relationships/notesMaster" Target="/ppt/notesMasters/notesMaster1.xml" Id="R9d04acf18a7f4a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93aabcba4a4acb" /><Relationship Type="http://schemas.openxmlformats.org/officeDocument/2006/relationships/notesMaster" Target="/ppt/notesMasters/notesMaster1.xml" Id="Re737e33bb164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fb8bedb35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9bd8ebbb94b2c" /><Relationship Type="http://schemas.openxmlformats.org/officeDocument/2006/relationships/slideLayout" Target="/ppt/slideLayouts/slideLayout1.xml" Id="R99ae1727ec1d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e1727ec1d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7a110599445f3" /><Relationship Type="http://schemas.openxmlformats.org/officeDocument/2006/relationships/image" Target="/ppt/media/image.png" Id="R24be2003e6064c90" /><Relationship Type="http://schemas.openxmlformats.org/officeDocument/2006/relationships/notesSlide" Target="/ppt/notesSlides/notesSlide1.xml" Id="Rc46b3a309a7540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287408f9c436d" /><Relationship Type="http://schemas.openxmlformats.org/officeDocument/2006/relationships/notesSlide" Target="/ppt/notesSlides/notesSlide2.xml" Id="Rc0202d66f233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e7206d32a482a" /><Relationship Type="http://schemas.openxmlformats.org/officeDocument/2006/relationships/notesSlide" Target="/ppt/notesSlides/notesSlide3.xml" Id="R666647d3ebc04c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715a8f4ce4b96" /><Relationship Type="http://schemas.openxmlformats.org/officeDocument/2006/relationships/notesSlide" Target="/ppt/notesSlides/notesSlide4.xml" Id="Rf4967b49f9cf4e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52e1d293d4e90" /><Relationship Type="http://schemas.openxmlformats.org/officeDocument/2006/relationships/notesSlide" Target="/ppt/notesSlides/notesSlide5.xml" Id="R24e31befb614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0ee0264914315" /><Relationship Type="http://schemas.openxmlformats.org/officeDocument/2006/relationships/notesSlide" Target="/ppt/notesSlides/notesSlide6.xml" Id="R4d06c6daa33149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9736ff3734430" /><Relationship Type="http://schemas.openxmlformats.org/officeDocument/2006/relationships/notesSlide" Target="/ppt/notesSlides/notesSlide7.xml" Id="R19d0b804c75a46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b761531c74d0a" /><Relationship Type="http://schemas.openxmlformats.org/officeDocument/2006/relationships/notesSlide" Target="/ppt/notesSlides/notesSlide8.xml" Id="Raf2cf4ea942c4d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50564be4540e5" /><Relationship Type="http://schemas.openxmlformats.org/officeDocument/2006/relationships/notesSlide" Target="/ppt/notesSlides/notesSlide9.xml" Id="R7e66472df320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c13829d514e97" /><Relationship Type="http://schemas.openxmlformats.org/officeDocument/2006/relationships/notesSlide" Target="/ppt/notesSlides/notesSlide10.xml" Id="R8a331d28e90e46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ceea713c44cca" /><Relationship Type="http://schemas.openxmlformats.org/officeDocument/2006/relationships/notesSlide" Target="/ppt/notesSlides/notesSlide11.xml" Id="Rc942948af8084a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1483740334f83" /><Relationship Type="http://schemas.openxmlformats.org/officeDocument/2006/relationships/notesSlide" Target="/ppt/notesSlides/notesSlide12.xml" Id="R577b4a35842546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e2003e6064c90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93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2026-08-24T07:45:16.4160000Z</dcterms:created>
  <dcterms:modified xsi:type="dcterms:W3CDTF">2026-08-24T07:45:16.4160000Z</dcterms:modified>
</coreProperties>
</file>