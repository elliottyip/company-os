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4ca2a09d34d25" /><Relationship Type="http://schemas.openxmlformats.org/officeDocument/2006/relationships/extended-properties" Target="/docProps/app.xml" Id="R899ac5e5515a43ad" /><Relationship Type="http://schemas.openxmlformats.org/officeDocument/2006/relationships/officeDocument" Target="/ppt/presentation.xml" Id="Rce463d1b432a4e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3919a6ce5a410a"/>
  </p:sldMasterIdLst>
  <p:notesMasterIdLst>
    <p:notesMasterId xmlns:r="http://schemas.openxmlformats.org/officeDocument/2006/relationships" r:id="R37466a1766bd405b"/>
  </p:notesMasterIdLst>
  <p:sldIdLst>
    <p:sldId xmlns:r="http://schemas.openxmlformats.org/officeDocument/2006/relationships" id="256" r:id="Re8c5c38fb3d845a4"/>
    <p:sldId xmlns:r="http://schemas.openxmlformats.org/officeDocument/2006/relationships" id="257" r:id="Re0b8c248fa524955"/>
    <p:sldId xmlns:r="http://schemas.openxmlformats.org/officeDocument/2006/relationships" id="258" r:id="Rd2d00a2907b74c47"/>
    <p:sldId xmlns:r="http://schemas.openxmlformats.org/officeDocument/2006/relationships" id="259" r:id="Rd12b71b8715d4c21"/>
    <p:sldId xmlns:r="http://schemas.openxmlformats.org/officeDocument/2006/relationships" id="260" r:id="R3ff1ebcba48d472a"/>
    <p:sldId xmlns:r="http://schemas.openxmlformats.org/officeDocument/2006/relationships" id="261" r:id="R8d70fc1ff7d74787"/>
    <p:sldId xmlns:r="http://schemas.openxmlformats.org/officeDocument/2006/relationships" id="262" r:id="R1844ef54bca74e9e"/>
    <p:sldId xmlns:r="http://schemas.openxmlformats.org/officeDocument/2006/relationships" id="263" r:id="R9ef5a8b87dbc413e"/>
    <p:sldId xmlns:r="http://schemas.openxmlformats.org/officeDocument/2006/relationships" id="264" r:id="Rf4ed7beb5937489a"/>
    <p:sldId xmlns:r="http://schemas.openxmlformats.org/officeDocument/2006/relationships" id="265" r:id="R73cfa990aae34ff5"/>
    <p:sldId xmlns:r="http://schemas.openxmlformats.org/officeDocument/2006/relationships" id="266" r:id="R4bfdd09551fd45f8"/>
    <p:sldId xmlns:r="http://schemas.openxmlformats.org/officeDocument/2006/relationships" id="267" r:id="Rd98cd07e56b7433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caec657bc4907" /><Relationship Type="http://schemas.openxmlformats.org/officeDocument/2006/relationships/slideMaster" Target="/ppt/slideMasters/slideMaster1.xml" Id="R2f3919a6ce5a410a" /><Relationship Type="http://schemas.openxmlformats.org/officeDocument/2006/relationships/notesMaster" Target="/ppt/notesMasters/notesMaster1.xml" Id="R37466a1766bd405b" /><Relationship Type="http://schemas.openxmlformats.org/officeDocument/2006/relationships/presProps" Target="/ppt/presProps.xml" Id="Rd092110c86cc43f7" /><Relationship Type="http://schemas.openxmlformats.org/officeDocument/2006/relationships/tableStyles" Target="/ppt/tableStyles.xml" Id="R8c8cf5d0127a456d" /><Relationship Type="http://schemas.openxmlformats.org/officeDocument/2006/relationships/slide" Target="/ppt/slides/slide1.xml" Id="Re8c5c38fb3d845a4" /><Relationship Type="http://schemas.openxmlformats.org/officeDocument/2006/relationships/slide" Target="/ppt/slides/slide2.xml" Id="Re0b8c248fa524955" /><Relationship Type="http://schemas.openxmlformats.org/officeDocument/2006/relationships/slide" Target="/ppt/slides/slide3.xml" Id="Rd2d00a2907b74c47" /><Relationship Type="http://schemas.openxmlformats.org/officeDocument/2006/relationships/slide" Target="/ppt/slides/slide4.xml" Id="Rd12b71b8715d4c21" /><Relationship Type="http://schemas.openxmlformats.org/officeDocument/2006/relationships/slide" Target="/ppt/slides/slide5.xml" Id="R3ff1ebcba48d472a" /><Relationship Type="http://schemas.openxmlformats.org/officeDocument/2006/relationships/slide" Target="/ppt/slides/slide6.xml" Id="R8d70fc1ff7d74787" /><Relationship Type="http://schemas.openxmlformats.org/officeDocument/2006/relationships/slide" Target="/ppt/slides/slide7.xml" Id="R1844ef54bca74e9e" /><Relationship Type="http://schemas.openxmlformats.org/officeDocument/2006/relationships/slide" Target="/ppt/slides/slide8.xml" Id="R9ef5a8b87dbc413e" /><Relationship Type="http://schemas.openxmlformats.org/officeDocument/2006/relationships/slide" Target="/ppt/slides/slide9.xml" Id="Rf4ed7beb5937489a" /><Relationship Type="http://schemas.openxmlformats.org/officeDocument/2006/relationships/slide" Target="/ppt/slides/slide10.xml" Id="R73cfa990aae34ff5" /><Relationship Type="http://schemas.openxmlformats.org/officeDocument/2006/relationships/slide" Target="/ppt/slides/slide11.xml" Id="R4bfdd09551fd45f8" /><Relationship Type="http://schemas.openxmlformats.org/officeDocument/2006/relationships/slide" Target="/ppt/slides/slide12.xml" Id="Rd98cd07e56b7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34e2ed78e44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ba31fec434d05" /><Relationship Type="http://schemas.openxmlformats.org/officeDocument/2006/relationships/notesMaster" Target="/ppt/notesMasters/notesMaster1.xml" Id="R50d5e21e36bf4f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d7402cf1e042b0" /><Relationship Type="http://schemas.openxmlformats.org/officeDocument/2006/relationships/notesMaster" Target="/ppt/notesMasters/notesMaster1.xml" Id="R0be74474940147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5bb8f6ef5d4776" /><Relationship Type="http://schemas.openxmlformats.org/officeDocument/2006/relationships/notesMaster" Target="/ppt/notesMasters/notesMaster1.xml" Id="Re47a64e27732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6f7cf1add4c8a" /><Relationship Type="http://schemas.openxmlformats.org/officeDocument/2006/relationships/notesMaster" Target="/ppt/notesMasters/notesMaster1.xml" Id="Rf6558786da8840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df86f40804c83" /><Relationship Type="http://schemas.openxmlformats.org/officeDocument/2006/relationships/notesMaster" Target="/ppt/notesMasters/notesMaster1.xml" Id="R21f626137479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d65f4f57a4bed" /><Relationship Type="http://schemas.openxmlformats.org/officeDocument/2006/relationships/notesMaster" Target="/ppt/notesMasters/notesMaster1.xml" Id="Raf2b4c093e884b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1a8594d4ce4136" /><Relationship Type="http://schemas.openxmlformats.org/officeDocument/2006/relationships/notesMaster" Target="/ppt/notesMasters/notesMaster1.xml" Id="R5ec71ee39e31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b5ec72b5c4f17" /><Relationship Type="http://schemas.openxmlformats.org/officeDocument/2006/relationships/notesMaster" Target="/ppt/notesMasters/notesMaster1.xml" Id="R83927c0e0d9042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d20e82bea4992" /><Relationship Type="http://schemas.openxmlformats.org/officeDocument/2006/relationships/notesMaster" Target="/ppt/notesMasters/notesMaster1.xml" Id="R2ee71a372ec041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ba91f08c9d4dff" /><Relationship Type="http://schemas.openxmlformats.org/officeDocument/2006/relationships/notesMaster" Target="/ppt/notesMasters/notesMaster1.xml" Id="Ra2b3e5b5e96045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037f370dec464d" /><Relationship Type="http://schemas.openxmlformats.org/officeDocument/2006/relationships/notesMaster" Target="/ppt/notesMasters/notesMaster1.xml" Id="R6e1aaa06cd7848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facb3929674a35" /><Relationship Type="http://schemas.openxmlformats.org/officeDocument/2006/relationships/notesMaster" Target="/ppt/notesMasters/notesMaster1.xml" Id="Rc2af9d41a517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2a0b7a79e4e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5cb5f56db4cb3" /><Relationship Type="http://schemas.openxmlformats.org/officeDocument/2006/relationships/slideLayout" Target="/ppt/slideLayouts/slideLayout1.xml" Id="Rbca1171d9e38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1171d9e38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f58452e9946de" /><Relationship Type="http://schemas.openxmlformats.org/officeDocument/2006/relationships/image" Target="/ppt/media/image.png" Id="R9a599c58966b47ee" /><Relationship Type="http://schemas.openxmlformats.org/officeDocument/2006/relationships/image" Target="/ppt/media/image2.png" Id="R3a4aae77b0cf4f8e" /><Relationship Type="http://schemas.openxmlformats.org/officeDocument/2006/relationships/notesSlide" Target="/ppt/notesSlides/notesSlide1.xml" Id="R0cb1ad06243d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6da6028ef4a88" /><Relationship Type="http://schemas.openxmlformats.org/officeDocument/2006/relationships/image" Target="/ppt/media/image3.png" Id="Rb4181b622a1e425e" /><Relationship Type="http://schemas.openxmlformats.org/officeDocument/2006/relationships/notesSlide" Target="/ppt/notesSlides/notesSlide2.xml" Id="R2a06557988fb4d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34832448345c3" /><Relationship Type="http://schemas.openxmlformats.org/officeDocument/2006/relationships/image" Target="/ppt/media/image4.png" Id="R5f2536527897425a" /><Relationship Type="http://schemas.openxmlformats.org/officeDocument/2006/relationships/notesSlide" Target="/ppt/notesSlides/notesSlide3.xml" Id="Rce0292ccf364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4cab48e834104" /><Relationship Type="http://schemas.openxmlformats.org/officeDocument/2006/relationships/image" Target="/ppt/media/image5.png" Id="R2df478c5ef3d4ad2" /><Relationship Type="http://schemas.openxmlformats.org/officeDocument/2006/relationships/notesSlide" Target="/ppt/notesSlides/notesSlide4.xml" Id="R99d49181331541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e5a26d4784873" /><Relationship Type="http://schemas.openxmlformats.org/officeDocument/2006/relationships/image" Target="/ppt/media/image6.png" Id="Rcdd21724dd494489" /><Relationship Type="http://schemas.openxmlformats.org/officeDocument/2006/relationships/notesSlide" Target="/ppt/notesSlides/notesSlide5.xml" Id="R394488316193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1df9a2e64874" /><Relationship Type="http://schemas.openxmlformats.org/officeDocument/2006/relationships/image" Target="/ppt/media/image7.png" Id="Rfec618db00d74f45" /><Relationship Type="http://schemas.openxmlformats.org/officeDocument/2006/relationships/notesSlide" Target="/ppt/notesSlides/notesSlide6.xml" Id="R6baf5cceb66a47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a3b3a0d7c4910" /><Relationship Type="http://schemas.openxmlformats.org/officeDocument/2006/relationships/image" Target="/ppt/media/image8.png" Id="Re555ad9eff874cae" /><Relationship Type="http://schemas.openxmlformats.org/officeDocument/2006/relationships/notesSlide" Target="/ppt/notesSlides/notesSlide7.xml" Id="Ra83ed9a7907443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5b08fe55d4582" /><Relationship Type="http://schemas.openxmlformats.org/officeDocument/2006/relationships/image" Target="/ppt/media/image9.png" Id="R7178fc0e72184cac" /><Relationship Type="http://schemas.openxmlformats.org/officeDocument/2006/relationships/notesSlide" Target="/ppt/notesSlides/notesSlide8.xml" Id="R0574b1e6c07043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724a813984f49" /><Relationship Type="http://schemas.openxmlformats.org/officeDocument/2006/relationships/image" Target="/ppt/media/image10.png" Id="R449cb866eb254852" /><Relationship Type="http://schemas.openxmlformats.org/officeDocument/2006/relationships/notesSlide" Target="/ppt/notesSlides/notesSlide9.xml" Id="Rbd5bb4c8bfad4f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2e4f4a61442b7" /><Relationship Type="http://schemas.openxmlformats.org/officeDocument/2006/relationships/image" Target="/ppt/media/image11.png" Id="R3d6d997034964fd6" /><Relationship Type="http://schemas.openxmlformats.org/officeDocument/2006/relationships/notesSlide" Target="/ppt/notesSlides/notesSlide10.xml" Id="R1de477afd3ea4a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5bc5b2b5e4b01" /><Relationship Type="http://schemas.openxmlformats.org/officeDocument/2006/relationships/image" Target="/ppt/media/image12.png" Id="Ra8a7aeecdfd54e3f" /><Relationship Type="http://schemas.openxmlformats.org/officeDocument/2006/relationships/notesSlide" Target="/ppt/notesSlides/notesSlide11.xml" Id="Rd595add6883549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6c151f0a94df5" /><Relationship Type="http://schemas.openxmlformats.org/officeDocument/2006/relationships/image" Target="/ppt/media/image13.png" Id="Ra44f369aefa348c6" /><Relationship Type="http://schemas.openxmlformats.org/officeDocument/2006/relationships/notesSlide" Target="/ppt/notesSlides/notesSlide12.xml" Id="R603ef7ab392845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a599c58966b47e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aae77b0cf4f8e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81b622a1e425e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536527897425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478c5ef3d4ad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21724dd49448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618db00d74f45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5ad9eff874cae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8fc0e72184cac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cb866eb25485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d997034964fd6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7aeecdfd54e3f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f369aefa348c6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2026-08-24T09:21:08.3900000Z</dcterms:created>
  <dcterms:modified xsi:type="dcterms:W3CDTF">2026-08-24T09:21:08.3900000Z</dcterms:modified>
</coreProperties>
</file>