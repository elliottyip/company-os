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08219ca434080" /><Relationship Type="http://schemas.openxmlformats.org/officeDocument/2006/relationships/extended-properties" Target="/docProps/app.xml" Id="R33590f2da03444df" /><Relationship Type="http://schemas.openxmlformats.org/officeDocument/2006/relationships/officeDocument" Target="/ppt/presentation.xml" Id="R6337f71f4db04c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3228bf695b4851"/>
  </p:sldMasterIdLst>
  <p:notesMasterIdLst>
    <p:notesMasterId xmlns:r="http://schemas.openxmlformats.org/officeDocument/2006/relationships" r:id="R2dfd99dadda44d80"/>
  </p:notesMasterIdLst>
  <p:sldIdLst>
    <p:sldId xmlns:r="http://schemas.openxmlformats.org/officeDocument/2006/relationships" id="256" r:id="R1120d6a40a094ea8"/>
    <p:sldId xmlns:r="http://schemas.openxmlformats.org/officeDocument/2006/relationships" id="257" r:id="R4f661d0469554131"/>
    <p:sldId xmlns:r="http://schemas.openxmlformats.org/officeDocument/2006/relationships" id="258" r:id="R28ea9a033cdc4701"/>
    <p:sldId xmlns:r="http://schemas.openxmlformats.org/officeDocument/2006/relationships" id="259" r:id="Rcda10b74c62c4565"/>
    <p:sldId xmlns:r="http://schemas.openxmlformats.org/officeDocument/2006/relationships" id="260" r:id="R0250a59128cc4619"/>
    <p:sldId xmlns:r="http://schemas.openxmlformats.org/officeDocument/2006/relationships" id="261" r:id="Rd9795f0408514167"/>
    <p:sldId xmlns:r="http://schemas.openxmlformats.org/officeDocument/2006/relationships" id="262" r:id="R0109a34566234e6a"/>
    <p:sldId xmlns:r="http://schemas.openxmlformats.org/officeDocument/2006/relationships" id="263" r:id="R14344713bcf7418e"/>
    <p:sldId xmlns:r="http://schemas.openxmlformats.org/officeDocument/2006/relationships" id="264" r:id="R3f0a52583bc54698"/>
    <p:sldId xmlns:r="http://schemas.openxmlformats.org/officeDocument/2006/relationships" id="265" r:id="Rc83d7aa42d7d40fb"/>
    <p:sldId xmlns:r="http://schemas.openxmlformats.org/officeDocument/2006/relationships" id="266" r:id="R0f1bfdc28665419a"/>
    <p:sldId xmlns:r="http://schemas.openxmlformats.org/officeDocument/2006/relationships" id="267" r:id="R5f4759aef8c94d4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16d80aca104385" /><Relationship Type="http://schemas.openxmlformats.org/officeDocument/2006/relationships/slideMaster" Target="/ppt/slideMasters/slideMaster1.xml" Id="R663228bf695b4851" /><Relationship Type="http://schemas.openxmlformats.org/officeDocument/2006/relationships/notesMaster" Target="/ppt/notesMasters/notesMaster1.xml" Id="R2dfd99dadda44d80" /><Relationship Type="http://schemas.openxmlformats.org/officeDocument/2006/relationships/presProps" Target="/ppt/presProps.xml" Id="R1c08558b3dca45e1" /><Relationship Type="http://schemas.openxmlformats.org/officeDocument/2006/relationships/tableStyles" Target="/ppt/tableStyles.xml" Id="Rb6e98453a10749eb" /><Relationship Type="http://schemas.openxmlformats.org/officeDocument/2006/relationships/slide" Target="/ppt/slides/slide1.xml" Id="R1120d6a40a094ea8" /><Relationship Type="http://schemas.openxmlformats.org/officeDocument/2006/relationships/slide" Target="/ppt/slides/slide2.xml" Id="R4f661d0469554131" /><Relationship Type="http://schemas.openxmlformats.org/officeDocument/2006/relationships/slide" Target="/ppt/slides/slide3.xml" Id="R28ea9a033cdc4701" /><Relationship Type="http://schemas.openxmlformats.org/officeDocument/2006/relationships/slide" Target="/ppt/slides/slide4.xml" Id="Rcda10b74c62c4565" /><Relationship Type="http://schemas.openxmlformats.org/officeDocument/2006/relationships/slide" Target="/ppt/slides/slide5.xml" Id="R0250a59128cc4619" /><Relationship Type="http://schemas.openxmlformats.org/officeDocument/2006/relationships/slide" Target="/ppt/slides/slide6.xml" Id="Rd9795f0408514167" /><Relationship Type="http://schemas.openxmlformats.org/officeDocument/2006/relationships/slide" Target="/ppt/slides/slide7.xml" Id="R0109a34566234e6a" /><Relationship Type="http://schemas.openxmlformats.org/officeDocument/2006/relationships/slide" Target="/ppt/slides/slide8.xml" Id="R14344713bcf7418e" /><Relationship Type="http://schemas.openxmlformats.org/officeDocument/2006/relationships/slide" Target="/ppt/slides/slide9.xml" Id="R3f0a52583bc54698" /><Relationship Type="http://schemas.openxmlformats.org/officeDocument/2006/relationships/slide" Target="/ppt/slides/slide10.xml" Id="Rc83d7aa42d7d40fb" /><Relationship Type="http://schemas.openxmlformats.org/officeDocument/2006/relationships/slide" Target="/ppt/slides/slide11.xml" Id="R0f1bfdc28665419a" /><Relationship Type="http://schemas.openxmlformats.org/officeDocument/2006/relationships/slide" Target="/ppt/slides/slide12.xml" Id="R5f4759aef8c9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34eae62af4c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b43b4117b4c03" /><Relationship Type="http://schemas.openxmlformats.org/officeDocument/2006/relationships/notesMaster" Target="/ppt/notesMasters/notesMaster1.xml" Id="R47afa9e50440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fa75685e84c19" /><Relationship Type="http://schemas.openxmlformats.org/officeDocument/2006/relationships/notesMaster" Target="/ppt/notesMasters/notesMaster1.xml" Id="R3526597b3555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3a1f1c6e974b8e" /><Relationship Type="http://schemas.openxmlformats.org/officeDocument/2006/relationships/notesMaster" Target="/ppt/notesMasters/notesMaster1.xml" Id="R9d12d3e1fe094c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fca77360d7489f" /><Relationship Type="http://schemas.openxmlformats.org/officeDocument/2006/relationships/notesMaster" Target="/ppt/notesMasters/notesMaster1.xml" Id="R052f776cb5b248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861d41ba944f65" /><Relationship Type="http://schemas.openxmlformats.org/officeDocument/2006/relationships/notesMaster" Target="/ppt/notesMasters/notesMaster1.xml" Id="R21518828755a45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dbe976e7134124" /><Relationship Type="http://schemas.openxmlformats.org/officeDocument/2006/relationships/notesMaster" Target="/ppt/notesMasters/notesMaster1.xml" Id="Re3c59f18ee924e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48f2fe8104137" /><Relationship Type="http://schemas.openxmlformats.org/officeDocument/2006/relationships/notesMaster" Target="/ppt/notesMasters/notesMaster1.xml" Id="Rb7897f2388354e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cdea6d3dc34d40" /><Relationship Type="http://schemas.openxmlformats.org/officeDocument/2006/relationships/notesMaster" Target="/ppt/notesMasters/notesMaster1.xml" Id="Rdf6887a6041e44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96ba6a7ede41f2" /><Relationship Type="http://schemas.openxmlformats.org/officeDocument/2006/relationships/notesMaster" Target="/ppt/notesMasters/notesMaster1.xml" Id="R09cf1fbdae31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2f7a77d0c141c6" /><Relationship Type="http://schemas.openxmlformats.org/officeDocument/2006/relationships/notesMaster" Target="/ppt/notesMasters/notesMaster1.xml" Id="R78512518f90148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6df20b2c6343cb" /><Relationship Type="http://schemas.openxmlformats.org/officeDocument/2006/relationships/notesMaster" Target="/ppt/notesMasters/notesMaster1.xml" Id="R4c78cff752704e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13a25a1f984bce" /><Relationship Type="http://schemas.openxmlformats.org/officeDocument/2006/relationships/notesMaster" Target="/ppt/notesMasters/notesMaster1.xml" Id="R6618b7b53a0548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c5465bef5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08f88192d451d" /><Relationship Type="http://schemas.openxmlformats.org/officeDocument/2006/relationships/slideLayout" Target="/ppt/slideLayouts/slideLayout1.xml" Id="Rcdbf445fe25146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bf445fe25146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3e9649a0d4399" /><Relationship Type="http://schemas.openxmlformats.org/officeDocument/2006/relationships/image" Target="/ppt/media/image.png" Id="Rc3651a457de44c06" /><Relationship Type="http://schemas.openxmlformats.org/officeDocument/2006/relationships/image" Target="/ppt/media/image2.png" Id="R4786167aabca4f4b" /><Relationship Type="http://schemas.openxmlformats.org/officeDocument/2006/relationships/notesSlide" Target="/ppt/notesSlides/notesSlide1.xml" Id="R862f978b3ab94e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749563944896" /><Relationship Type="http://schemas.openxmlformats.org/officeDocument/2006/relationships/notesSlide" Target="/ppt/notesSlides/notesSlide2.xml" Id="R8e500b08ac4d47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c4cccf6da4195" /><Relationship Type="http://schemas.openxmlformats.org/officeDocument/2006/relationships/notesSlide" Target="/ppt/notesSlides/notesSlide3.xml" Id="Rc9c520ac2e934c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6b41be18b4050" /><Relationship Type="http://schemas.openxmlformats.org/officeDocument/2006/relationships/notesSlide" Target="/ppt/notesSlides/notesSlide4.xml" Id="R8a12770ee43141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820b4803a4a20" /><Relationship Type="http://schemas.openxmlformats.org/officeDocument/2006/relationships/notesSlide" Target="/ppt/notesSlides/notesSlide5.xml" Id="R094f0402ec084a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2a02349be4ad2" /><Relationship Type="http://schemas.openxmlformats.org/officeDocument/2006/relationships/notesSlide" Target="/ppt/notesSlides/notesSlide6.xml" Id="R37f3814ee5864c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19db253474b2d" /><Relationship Type="http://schemas.openxmlformats.org/officeDocument/2006/relationships/notesSlide" Target="/ppt/notesSlides/notesSlide7.xml" Id="Rca1aa1fffe3542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6bc63679f436b" /><Relationship Type="http://schemas.openxmlformats.org/officeDocument/2006/relationships/notesSlide" Target="/ppt/notesSlides/notesSlide8.xml" Id="Rf92b7b3d96994e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f2c32209c4f0e" /><Relationship Type="http://schemas.openxmlformats.org/officeDocument/2006/relationships/image" Target="/ppt/media/image3.png" Id="Rd001c8dcf56e4a18" /><Relationship Type="http://schemas.openxmlformats.org/officeDocument/2006/relationships/image" Target="/ppt/media/image4.png" Id="R1708f998df6145dc" /><Relationship Type="http://schemas.openxmlformats.org/officeDocument/2006/relationships/image" Target="/ppt/media/image5.png" Id="R64d7a7230ddb427b" /><Relationship Type="http://schemas.openxmlformats.org/officeDocument/2006/relationships/image" Target="/ppt/media/image6.png" Id="Rff9f7bab41254458" /><Relationship Type="http://schemas.openxmlformats.org/officeDocument/2006/relationships/image" Target="/ppt/media/image7.png" Id="R276f7765d57447eb" /><Relationship Type="http://schemas.openxmlformats.org/officeDocument/2006/relationships/image" Target="/ppt/media/image8.png" Id="R642405dcaa2840b0" /><Relationship Type="http://schemas.openxmlformats.org/officeDocument/2006/relationships/notesSlide" Target="/ppt/notesSlides/notesSlide9.xml" Id="R992815ca4fc744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c2d484ab54903" /><Relationship Type="http://schemas.openxmlformats.org/officeDocument/2006/relationships/notesSlide" Target="/ppt/notesSlides/notesSlide10.xml" Id="R510b4979d0cf47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1c2dd1511464a" /><Relationship Type="http://schemas.openxmlformats.org/officeDocument/2006/relationships/notesSlide" Target="/ppt/notesSlides/notesSlide11.xml" Id="Rc126af10f1a64f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6795e745b4b8f" /><Relationship Type="http://schemas.openxmlformats.org/officeDocument/2006/relationships/image" Target="/ppt/media/image9.png" Id="Rfd85a8476b2b47b7" /><Relationship Type="http://schemas.openxmlformats.org/officeDocument/2006/relationships/notesSlide" Target="/ppt/notesSlides/notesSlide12.xml" Id="Rebc51906740c44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AI matters.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 hard part is knowing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your business to identify the first problem worth solving,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builds a system people will use and outcomes you can measure.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Assessment | Workflow redesign | Skills | Custom SaaS | Data | Agents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51a457de44c06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6167aabca4f4b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execute real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Until recently, every step required a person.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Agents can read documents, retrieve data, use tools, and carry a task through multiple steps. People step in when judgment or approval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29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Agents handle repeatable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06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People set goals, exercise judgment, and review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83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One manager can supervise multiple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259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Working knowledge becomes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79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Microsoft's 2025 Work Trend Index describes an Agent Boss as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356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294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OpenAI defines agents as systems that complete workflows on a user's behalf, not just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833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771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Google describes enterprise agents as models connected to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309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247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1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Anthropic's research suggests that people decide what work should be done, while agents increasingly decide how to execute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How well a company works with agents will increasingly shape its operating efficiency.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The shift is already underway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Microsoft's 2025 Work Trend Index surveyed 31,000 employees across 31 countries. Among leaders surveyed, 81% expected agents to enter their AI strategy within 12-18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reported more than one million business customers in 2025.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Since February, weekly active Codex users grew 108x in legal, 41x in sales, 41x in recruiting, and 26x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LIVE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Codex cut code review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by 50%, with some projects moving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Its multi-agent due diligence framework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reportedly cut development time by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50% and improved agent accuracy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Google Cloud customer story reports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$53.9 million in annual savings, 87% faster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issue resolution, and proactive AI resolution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for 30% of calls.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reports that Lowe's provides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AI project guidance to associates in more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Companies want AI gains.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Few know where to begin.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EARLY AI EFFORTS STALL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Employees have AI subscriptions but use them sporadically.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 demo impressed people, but no one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Case studies from other companies do not match how the business actually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Every department has ideas. No one has a way to prioritize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Knowledge is scattered across chats, spreadsheets, PDFs, shared drives, and personal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Leaders are unsure where security boundaries and agent authority should sit.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An AI upgrade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leadership wants to achieve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frontline work actually gets done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Where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solution is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Miss one of these layers and the project usually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WHY INTERNAL AI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leadership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ambition is clear; the first practical use case is not.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frontline teams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You collect requests, but cannot tell which one deserves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Vendors need clear requirements, which is often what the company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an off-the-shelf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Deployment is fast;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Time and budget are committed before business value is proven.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missing role connects business reality, product decisions, and implementation. That is the FDE.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and stays until the result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 Forward Deployed Engineer is not simply a developer working on-site.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 work begins inside the business: what leadership needs, how employees work, where the data lives, and where delays, errors, or handoffs cause problems.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Once the problem is clear, the FDE selects the right way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Use an existing product if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Build a Skill when that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Integrate existing systems when the workflow spans multiple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Create a database or knowledge base when data needs to be structured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Design the handoff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From a focused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an enterprise-wide AI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focused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Quotation, data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Small custom SaaS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Discovery 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Integrations across ERP, CRM, collaboration, and messaging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Progress, outcome, and activity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72300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Best when work crosses teams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Permissions and access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information is difficult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Enterprise AI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program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Define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Set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Train the company's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Diagnose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Build only what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Define the business objective: save time, reduce errors, increase revenue, or change how work gets done.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Observe the spreadsheets, files, messages, and systems employees actually use, 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Rank opportunities by value, difficulty, data readiness, risk, and time to validation. Some problems do not need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Choose one job. Agree on the owner, data, scope, and success metric before building the first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Once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A pilot should prove value,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not just demo it.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Depending on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defined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The data and permissions it 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Clear 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These projects are already live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in real business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TRUSTED 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Operators pulled product details from supplier spreadsheets, chat messages, and image folders. They translated, normalized, and re-entered each listing across multiple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The bottleneck was incomplete attributes, conflicting source files, and repeated manual checks against marketplace rules, not the copy itself.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We built a product-data hub and listing workflow. Agents organize, translate, and validate listings against marketplace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Scattered files became one product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Manual data entry became exception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Checks moved from after publication to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Business impact: a more consistent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Orders arrived through chat, spreadsheets, and drawings. We structured dimensions, fabrics, hardware, and process data; connected orders, BOMs, and work orders; and flagged missing or conflicting information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1c8dcf56e4a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8f998df6145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7a7230ddb427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f7bab4125445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76f7765d57447e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42405dcaa2840b0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Managers must learn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to lead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delivery builds the company's AI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Agent Boss training builds that capability.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The course focuses on managing work shared by humans and agents, rather than prompt writing or a tour of AI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Set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Decide which work to delegate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Review both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Turn working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Stay accountable for business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Start with the right first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During the event, we offer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YOU WILL LEAVE WITH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WE MAY ALSO RECOMMEND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One to three areas to examine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initial view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recommendation to buy software, build a Skill, create custom SaaS, organize the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 candid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An existing product offers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153400"/>
            <a:ext cx="25527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The assessment is not a full implementation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Where should your company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start with AI?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Company and industry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The area you most want to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Who owns the 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When you would like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ADD ME ON FEISHU TO RESERVE A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Start with one problem you can define, solve,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5a8476b2b47b7"/>
          <a:stretch xmlns:a="http://schemas.openxmlformats.org/drawingml/2006/main"/>
        </p:blipFill>
        <p:spPr>
          <a:xfrm xmlns:a="http://schemas.openxmlformats.org/drawingml/2006/main">
            <a:off x="421005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2026-09-01T09:29:27.4450000Z</dcterms:created>
  <dcterms:modified xsi:type="dcterms:W3CDTF">2026-09-01T09:29:27.4450000Z</dcterms:modified>
</coreProperties>
</file>