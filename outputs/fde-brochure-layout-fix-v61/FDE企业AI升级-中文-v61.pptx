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2d1211d67d4cc0" /><Relationship Type="http://schemas.openxmlformats.org/officeDocument/2006/relationships/extended-properties" Target="/docProps/app.xml" Id="R0b9c26c090d34f26" /><Relationship Type="http://schemas.openxmlformats.org/officeDocument/2006/relationships/officeDocument" Target="/ppt/presentation.xml" Id="Rc7278f190e114d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4543fc67ff4690"/>
  </p:sldMasterIdLst>
  <p:notesMasterIdLst>
    <p:notesMasterId xmlns:r="http://schemas.openxmlformats.org/officeDocument/2006/relationships" r:id="Re8bd21c5f0ee42e0"/>
  </p:notesMasterIdLst>
  <p:sldIdLst>
    <p:sldId xmlns:r="http://schemas.openxmlformats.org/officeDocument/2006/relationships" id="256" r:id="Rbdf75aa72420448f"/>
    <p:sldId xmlns:r="http://schemas.openxmlformats.org/officeDocument/2006/relationships" id="257" r:id="R193271806f05496b"/>
    <p:sldId xmlns:r="http://schemas.openxmlformats.org/officeDocument/2006/relationships" id="258" r:id="R512d9d674e87402a"/>
    <p:sldId xmlns:r="http://schemas.openxmlformats.org/officeDocument/2006/relationships" id="259" r:id="Rd430a5a6708e424d"/>
    <p:sldId xmlns:r="http://schemas.openxmlformats.org/officeDocument/2006/relationships" id="260" r:id="R6a3bb9633cc94bfe"/>
    <p:sldId xmlns:r="http://schemas.openxmlformats.org/officeDocument/2006/relationships" id="261" r:id="R0413f4582eb84563"/>
    <p:sldId xmlns:r="http://schemas.openxmlformats.org/officeDocument/2006/relationships" id="262" r:id="R7ab69344c9684f0a"/>
    <p:sldId xmlns:r="http://schemas.openxmlformats.org/officeDocument/2006/relationships" id="263" r:id="Rc877c5a0006b4c69"/>
    <p:sldId xmlns:r="http://schemas.openxmlformats.org/officeDocument/2006/relationships" id="264" r:id="Ra6847b750f364afd"/>
    <p:sldId xmlns:r="http://schemas.openxmlformats.org/officeDocument/2006/relationships" id="265" r:id="Rfb0961a396014e66"/>
    <p:sldId xmlns:r="http://schemas.openxmlformats.org/officeDocument/2006/relationships" id="266" r:id="R82f7656c091e442d"/>
    <p:sldId xmlns:r="http://schemas.openxmlformats.org/officeDocument/2006/relationships" id="267" r:id="Ra525b46cb27742f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1e8a4723947a1" /><Relationship Type="http://schemas.openxmlformats.org/officeDocument/2006/relationships/slideMaster" Target="/ppt/slideMasters/slideMaster1.xml" Id="Rfa4543fc67ff4690" /><Relationship Type="http://schemas.openxmlformats.org/officeDocument/2006/relationships/notesMaster" Target="/ppt/notesMasters/notesMaster1.xml" Id="Re8bd21c5f0ee42e0" /><Relationship Type="http://schemas.openxmlformats.org/officeDocument/2006/relationships/presProps" Target="/ppt/presProps.xml" Id="Raba88374d6254cf7" /><Relationship Type="http://schemas.openxmlformats.org/officeDocument/2006/relationships/tableStyles" Target="/ppt/tableStyles.xml" Id="Rf3e2c406ca514a61" /><Relationship Type="http://schemas.openxmlformats.org/officeDocument/2006/relationships/slide" Target="/ppt/slides/slide1.xml" Id="Rbdf75aa72420448f" /><Relationship Type="http://schemas.openxmlformats.org/officeDocument/2006/relationships/slide" Target="/ppt/slides/slide2.xml" Id="R193271806f05496b" /><Relationship Type="http://schemas.openxmlformats.org/officeDocument/2006/relationships/slide" Target="/ppt/slides/slide3.xml" Id="R512d9d674e87402a" /><Relationship Type="http://schemas.openxmlformats.org/officeDocument/2006/relationships/slide" Target="/ppt/slides/slide4.xml" Id="Rd430a5a6708e424d" /><Relationship Type="http://schemas.openxmlformats.org/officeDocument/2006/relationships/slide" Target="/ppt/slides/slide5.xml" Id="R6a3bb9633cc94bfe" /><Relationship Type="http://schemas.openxmlformats.org/officeDocument/2006/relationships/slide" Target="/ppt/slides/slide6.xml" Id="R0413f4582eb84563" /><Relationship Type="http://schemas.openxmlformats.org/officeDocument/2006/relationships/slide" Target="/ppt/slides/slide7.xml" Id="R7ab69344c9684f0a" /><Relationship Type="http://schemas.openxmlformats.org/officeDocument/2006/relationships/slide" Target="/ppt/slides/slide8.xml" Id="Rc877c5a0006b4c69" /><Relationship Type="http://schemas.openxmlformats.org/officeDocument/2006/relationships/slide" Target="/ppt/slides/slide9.xml" Id="Ra6847b750f364afd" /><Relationship Type="http://schemas.openxmlformats.org/officeDocument/2006/relationships/slide" Target="/ppt/slides/slide10.xml" Id="Rfb0961a396014e66" /><Relationship Type="http://schemas.openxmlformats.org/officeDocument/2006/relationships/slide" Target="/ppt/slides/slide11.xml" Id="R82f7656c091e442d" /><Relationship Type="http://schemas.openxmlformats.org/officeDocument/2006/relationships/slide" Target="/ppt/slides/slide12.xml" Id="Ra525b46cb27742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76f881c77942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f36539c9f4c02" /><Relationship Type="http://schemas.openxmlformats.org/officeDocument/2006/relationships/notesMaster" Target="/ppt/notesMasters/notesMaster1.xml" Id="R120175477c61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82b824a2d84051" /><Relationship Type="http://schemas.openxmlformats.org/officeDocument/2006/relationships/notesMaster" Target="/ppt/notesMasters/notesMaster1.xml" Id="R82b3c2553a13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a5338b6ba42eb" /><Relationship Type="http://schemas.openxmlformats.org/officeDocument/2006/relationships/notesMaster" Target="/ppt/notesMasters/notesMaster1.xml" Id="Rd296b455347f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9e58a0960343e4" /><Relationship Type="http://schemas.openxmlformats.org/officeDocument/2006/relationships/notesMaster" Target="/ppt/notesMasters/notesMaster1.xml" Id="Rb08928df027d45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70f92ca82e40b2" /><Relationship Type="http://schemas.openxmlformats.org/officeDocument/2006/relationships/notesMaster" Target="/ppt/notesMasters/notesMaster1.xml" Id="R7c5139e70c72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574e8cf85d45c0" /><Relationship Type="http://schemas.openxmlformats.org/officeDocument/2006/relationships/notesMaster" Target="/ppt/notesMasters/notesMaster1.xml" Id="R96f88a2d3da1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759ff06f0d425e" /><Relationship Type="http://schemas.openxmlformats.org/officeDocument/2006/relationships/notesMaster" Target="/ppt/notesMasters/notesMaster1.xml" Id="R32bfb66505574c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6ff23150ac4d1a" /><Relationship Type="http://schemas.openxmlformats.org/officeDocument/2006/relationships/notesMaster" Target="/ppt/notesMasters/notesMaster1.xml" Id="Rdc81ed5d496240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ec3664ca8146ce" /><Relationship Type="http://schemas.openxmlformats.org/officeDocument/2006/relationships/notesMaster" Target="/ppt/notesMasters/notesMaster1.xml" Id="Rd999cd0438cd4a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ae9246c4504e2f" /><Relationship Type="http://schemas.openxmlformats.org/officeDocument/2006/relationships/notesMaster" Target="/ppt/notesMasters/notesMaster1.xml" Id="R110a12d545684d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03801f5b3943ab" /><Relationship Type="http://schemas.openxmlformats.org/officeDocument/2006/relationships/notesMaster" Target="/ppt/notesMasters/notesMaster1.xml" Id="Rc3475a0931d04e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56899e02704718" /><Relationship Type="http://schemas.openxmlformats.org/officeDocument/2006/relationships/notesMaster" Target="/ppt/notesMasters/notesMaster1.xml" Id="Rc6bd2733f0d14e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74d37a88a48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d0a621d0c4b79" /><Relationship Type="http://schemas.openxmlformats.org/officeDocument/2006/relationships/slideLayout" Target="/ppt/slideLayouts/slideLayout1.xml" Id="Rb531be525c1e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1be525c1e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77e4d8c374909" /><Relationship Type="http://schemas.openxmlformats.org/officeDocument/2006/relationships/image" Target="/ppt/media/image.png" Id="Re77ae01f95f14930" /><Relationship Type="http://schemas.openxmlformats.org/officeDocument/2006/relationships/image" Target="/ppt/media/image2.png" Id="Rd290b2cbbff74f80" /><Relationship Type="http://schemas.openxmlformats.org/officeDocument/2006/relationships/notesSlide" Target="/ppt/notesSlides/notesSlide1.xml" Id="Rdbd77805fb6a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d71fe1d92460c" /><Relationship Type="http://schemas.openxmlformats.org/officeDocument/2006/relationships/notesSlide" Target="/ppt/notesSlides/notesSlide2.xml" Id="Rc9033b2d33a74a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e779b74fc4ada" /><Relationship Type="http://schemas.openxmlformats.org/officeDocument/2006/relationships/notesSlide" Target="/ppt/notesSlides/notesSlide3.xml" Id="Rc8a7664e62c344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edfdcf034975" /><Relationship Type="http://schemas.openxmlformats.org/officeDocument/2006/relationships/notesSlide" Target="/ppt/notesSlides/notesSlide4.xml" Id="R17cd9f72f4dd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4999564eb42a4" /><Relationship Type="http://schemas.openxmlformats.org/officeDocument/2006/relationships/notesSlide" Target="/ppt/notesSlides/notesSlide5.xml" Id="R5721d3ef336041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42a39998e42b2" /><Relationship Type="http://schemas.openxmlformats.org/officeDocument/2006/relationships/notesSlide" Target="/ppt/notesSlides/notesSlide6.xml" Id="Rd3f07e70d303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5bcf8903a4315" /><Relationship Type="http://schemas.openxmlformats.org/officeDocument/2006/relationships/notesSlide" Target="/ppt/notesSlides/notesSlide7.xml" Id="R4e76c615362142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fa5f67d3a4054" /><Relationship Type="http://schemas.openxmlformats.org/officeDocument/2006/relationships/notesSlide" Target="/ppt/notesSlides/notesSlide8.xml" Id="Rbf5718a51152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5a06e3b1948db" /><Relationship Type="http://schemas.openxmlformats.org/officeDocument/2006/relationships/image" Target="/ppt/media/image3.png" Id="Ra6e24b8230944e84" /><Relationship Type="http://schemas.openxmlformats.org/officeDocument/2006/relationships/image" Target="/ppt/media/image4.png" Id="Rdf0242f522c54735" /><Relationship Type="http://schemas.openxmlformats.org/officeDocument/2006/relationships/image" Target="/ppt/media/image5.png" Id="R7fa5e11949634fa0" /><Relationship Type="http://schemas.openxmlformats.org/officeDocument/2006/relationships/image" Target="/ppt/media/image6.png" Id="R6a3c73b9fa36424f" /><Relationship Type="http://schemas.openxmlformats.org/officeDocument/2006/relationships/image" Target="/ppt/media/image7.png" Id="Rf1c032ec8fc74162" /><Relationship Type="http://schemas.openxmlformats.org/officeDocument/2006/relationships/image" Target="/ppt/media/image8.png" Id="Rfab90cede9f04114" /><Relationship Type="http://schemas.openxmlformats.org/officeDocument/2006/relationships/notesSlide" Target="/ppt/notesSlides/notesSlide9.xml" Id="R83594195359c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13167d35a4263" /><Relationship Type="http://schemas.openxmlformats.org/officeDocument/2006/relationships/notesSlide" Target="/ppt/notesSlides/notesSlide10.xml" Id="Rb6cd712311b74c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5027ea4674429" /><Relationship Type="http://schemas.openxmlformats.org/officeDocument/2006/relationships/notesSlide" Target="/ppt/notesSlides/notesSlide11.xml" Id="R939c09dc6a2944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e6c953f8f4907" /><Relationship Type="http://schemas.openxmlformats.org/officeDocument/2006/relationships/image" Target="/ppt/media/image9.png" Id="R188503bd726d4cbb" /><Relationship Type="http://schemas.openxmlformats.org/officeDocument/2006/relationships/notesSlide" Target="/ppt/notesSlides/notesSlide12.xml" Id="Rf5eb099a3544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ae01f95f1493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0b2cbbff74f80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29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06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83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59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79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356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294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33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771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309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247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31 个国家的 31,000 名员工。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81% 的受访领导者预计，未来 12—18 个月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已有超过 100 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自 2 月以来，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Codex 周活跃用户在法务部门增长 108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在销售和招聘部门均增长 41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在市场部门增长 26 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帮助其把代码评审时间缩短 50%，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减少超过 50%，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 AI 系统每年节省 5,390 万美元，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客户问题解决速度提高 87%，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Lowe’s 已在 1,700 多家门店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</a:t>
            </a:r>
          </a:p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</a:t>
            </a:r>
          </a:p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整理商品资料，再逐项翻译、补齐属性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负责整理、翻译与规则检查，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五金与工艺要求结构化，连接订单库、BOM 和生产工单，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24b8230944e8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242f522c547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5e11949634fa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c73b9fa3642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1c032ec8fc7416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ab90cede9f04114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也不是教员工多用几个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</a:t>
            </a:r>
          </a:p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503bd726d4cbb"/>
          <a:stretch xmlns:a="http://schemas.openxmlformats.org/drawingml/2006/main"/>
        </p:blipFill>
        <p:spPr>
          <a:xfrm xmlns:a="http://schemas.openxmlformats.org/drawingml/2006/main">
            <a:off x="421005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2026-09-01T09:29:29.6060000Z</dcterms:created>
  <dcterms:modified xsi:type="dcterms:W3CDTF">2026-09-01T09:29:29.6060000Z</dcterms:modified>
</coreProperties>
</file>