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812f9ff4e4bf4" /><Relationship Type="http://schemas.openxmlformats.org/officeDocument/2006/relationships/extended-properties" Target="/docProps/app.xml" Id="R2863d188163e4ce6" /><Relationship Type="http://schemas.openxmlformats.org/officeDocument/2006/relationships/officeDocument" Target="/ppt/presentation.xml" Id="Rddda6a82d222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946740172a429e"/>
  </p:sldMasterIdLst>
  <p:notesMasterIdLst>
    <p:notesMasterId xmlns:r="http://schemas.openxmlformats.org/officeDocument/2006/relationships" r:id="R3fb82b0fb2c4448a"/>
  </p:notesMasterIdLst>
  <p:sldIdLst>
    <p:sldId xmlns:r="http://schemas.openxmlformats.org/officeDocument/2006/relationships" id="256" r:id="R9c5d23c05abf443c"/>
    <p:sldId xmlns:r="http://schemas.openxmlformats.org/officeDocument/2006/relationships" id="257" r:id="R6897fbd19b6c48ce"/>
    <p:sldId xmlns:r="http://schemas.openxmlformats.org/officeDocument/2006/relationships" id="258" r:id="Rebae8c4428194db8"/>
    <p:sldId xmlns:r="http://schemas.openxmlformats.org/officeDocument/2006/relationships" id="259" r:id="R3fa141f1fbfb443b"/>
    <p:sldId xmlns:r="http://schemas.openxmlformats.org/officeDocument/2006/relationships" id="260" r:id="Ra8148f707206489d"/>
    <p:sldId xmlns:r="http://schemas.openxmlformats.org/officeDocument/2006/relationships" id="261" r:id="Ra4af2cd3594043e0"/>
    <p:sldId xmlns:r="http://schemas.openxmlformats.org/officeDocument/2006/relationships" id="262" r:id="R17833f220d714f58"/>
    <p:sldId xmlns:r="http://schemas.openxmlformats.org/officeDocument/2006/relationships" id="263" r:id="R95df73544ca74034"/>
    <p:sldId xmlns:r="http://schemas.openxmlformats.org/officeDocument/2006/relationships" id="264" r:id="R438fc97e31904bcb"/>
    <p:sldId xmlns:r="http://schemas.openxmlformats.org/officeDocument/2006/relationships" id="265" r:id="R07f8d308a34844df"/>
    <p:sldId xmlns:r="http://schemas.openxmlformats.org/officeDocument/2006/relationships" id="266" r:id="Rac2cd17904174c80"/>
    <p:sldId xmlns:r="http://schemas.openxmlformats.org/officeDocument/2006/relationships" id="267" r:id="R68c0362386764783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9001475bc743fd" /><Relationship Type="http://schemas.openxmlformats.org/officeDocument/2006/relationships/slideMaster" Target="/ppt/slideMasters/slideMaster1.xml" Id="R07946740172a429e" /><Relationship Type="http://schemas.openxmlformats.org/officeDocument/2006/relationships/notesMaster" Target="/ppt/notesMasters/notesMaster1.xml" Id="R3fb82b0fb2c4448a" /><Relationship Type="http://schemas.openxmlformats.org/officeDocument/2006/relationships/presProps" Target="/ppt/presProps.xml" Id="Rea249f6d49674f09" /><Relationship Type="http://schemas.openxmlformats.org/officeDocument/2006/relationships/tableStyles" Target="/ppt/tableStyles.xml" Id="R89465a99a9fd4275" /><Relationship Type="http://schemas.openxmlformats.org/officeDocument/2006/relationships/slide" Target="/ppt/slides/slide1.xml" Id="R9c5d23c05abf443c" /><Relationship Type="http://schemas.openxmlformats.org/officeDocument/2006/relationships/slide" Target="/ppt/slides/slide2.xml" Id="R6897fbd19b6c48ce" /><Relationship Type="http://schemas.openxmlformats.org/officeDocument/2006/relationships/slide" Target="/ppt/slides/slide3.xml" Id="Rebae8c4428194db8" /><Relationship Type="http://schemas.openxmlformats.org/officeDocument/2006/relationships/slide" Target="/ppt/slides/slide4.xml" Id="R3fa141f1fbfb443b" /><Relationship Type="http://schemas.openxmlformats.org/officeDocument/2006/relationships/slide" Target="/ppt/slides/slide5.xml" Id="Ra8148f707206489d" /><Relationship Type="http://schemas.openxmlformats.org/officeDocument/2006/relationships/slide" Target="/ppt/slides/slide6.xml" Id="Ra4af2cd3594043e0" /><Relationship Type="http://schemas.openxmlformats.org/officeDocument/2006/relationships/slide" Target="/ppt/slides/slide7.xml" Id="R17833f220d714f58" /><Relationship Type="http://schemas.openxmlformats.org/officeDocument/2006/relationships/slide" Target="/ppt/slides/slide8.xml" Id="R95df73544ca74034" /><Relationship Type="http://schemas.openxmlformats.org/officeDocument/2006/relationships/slide" Target="/ppt/slides/slide9.xml" Id="R438fc97e31904bcb" /><Relationship Type="http://schemas.openxmlformats.org/officeDocument/2006/relationships/slide" Target="/ppt/slides/slide10.xml" Id="R07f8d308a34844df" /><Relationship Type="http://schemas.openxmlformats.org/officeDocument/2006/relationships/slide" Target="/ppt/slides/slide11.xml" Id="Rac2cd17904174c80" /><Relationship Type="http://schemas.openxmlformats.org/officeDocument/2006/relationships/slide" Target="/ppt/slides/slide12.xml" Id="R68c036238676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ba6c93af2b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633df6e22c4b49" /><Relationship Type="http://schemas.openxmlformats.org/officeDocument/2006/relationships/notesMaster" Target="/ppt/notesMasters/notesMaster1.xml" Id="R4d7748c71a9545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4345c06d0c46ed" /><Relationship Type="http://schemas.openxmlformats.org/officeDocument/2006/relationships/notesMaster" Target="/ppt/notesMasters/notesMaster1.xml" Id="R43fd58637a47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5e50ff0664768" /><Relationship Type="http://schemas.openxmlformats.org/officeDocument/2006/relationships/notesMaster" Target="/ppt/notesMasters/notesMaster1.xml" Id="R49d661cae3ed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101abba8c94f51" /><Relationship Type="http://schemas.openxmlformats.org/officeDocument/2006/relationships/notesMaster" Target="/ppt/notesMasters/notesMaster1.xml" Id="R8fb4793eade542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2a686387be4c9f" /><Relationship Type="http://schemas.openxmlformats.org/officeDocument/2006/relationships/notesMaster" Target="/ppt/notesMasters/notesMaster1.xml" Id="Rb7852d2a3860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f7192882574534" /><Relationship Type="http://schemas.openxmlformats.org/officeDocument/2006/relationships/notesMaster" Target="/ppt/notesMasters/notesMaster1.xml" Id="R21ea41be124f40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8a043ad78d4ce8" /><Relationship Type="http://schemas.openxmlformats.org/officeDocument/2006/relationships/notesMaster" Target="/ppt/notesMasters/notesMaster1.xml" Id="R70f1a429b3ac4e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5e471e7f4f422a" /><Relationship Type="http://schemas.openxmlformats.org/officeDocument/2006/relationships/notesMaster" Target="/ppt/notesMasters/notesMaster1.xml" Id="Rc6db58cb57da4e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18ac9520784261" /><Relationship Type="http://schemas.openxmlformats.org/officeDocument/2006/relationships/notesMaster" Target="/ppt/notesMasters/notesMaster1.xml" Id="Rdaa0833f27824b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885523a377435b" /><Relationship Type="http://schemas.openxmlformats.org/officeDocument/2006/relationships/notesMaster" Target="/ppt/notesMasters/notesMaster1.xml" Id="Rab18bda16bfc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e2c41f998e46b7" /><Relationship Type="http://schemas.openxmlformats.org/officeDocument/2006/relationships/notesMaster" Target="/ppt/notesMasters/notesMaster1.xml" Id="R191844b190b940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c9e6867f2e417e" /><Relationship Type="http://schemas.openxmlformats.org/officeDocument/2006/relationships/notesMaster" Target="/ppt/notesMasters/notesMaster1.xml" Id="Rcb5746e3f3ae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3357b0e01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e0c6d42619428f" /><Relationship Type="http://schemas.openxmlformats.org/officeDocument/2006/relationships/slideLayout" Target="/ppt/slideLayouts/slideLayout1.xml" Id="Rf1e4c7097acc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4c7097acc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6f37740cc4ab0" /><Relationship Type="http://schemas.openxmlformats.org/officeDocument/2006/relationships/image" Target="/ppt/media/image.png" Id="R999e3d16c2694066" /><Relationship Type="http://schemas.openxmlformats.org/officeDocument/2006/relationships/notesSlide" Target="/ppt/notesSlides/notesSlide1.xml" Id="Rd8fdf1a2f1be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862f3fc324fcd" /><Relationship Type="http://schemas.openxmlformats.org/officeDocument/2006/relationships/notesSlide" Target="/ppt/notesSlides/notesSlide2.xml" Id="Ra68e74a8e0f3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3e273e2504b6c" /><Relationship Type="http://schemas.openxmlformats.org/officeDocument/2006/relationships/notesSlide" Target="/ppt/notesSlides/notesSlide3.xml" Id="R55d6e12de18642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a57bfc2974c73" /><Relationship Type="http://schemas.openxmlformats.org/officeDocument/2006/relationships/notesSlide" Target="/ppt/notesSlides/notesSlide4.xml" Id="Re07668f40f3749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422b19459484f" /><Relationship Type="http://schemas.openxmlformats.org/officeDocument/2006/relationships/notesSlide" Target="/ppt/notesSlides/notesSlide5.xml" Id="R459e83e9b8bf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a1654608b48da" /><Relationship Type="http://schemas.openxmlformats.org/officeDocument/2006/relationships/notesSlide" Target="/ppt/notesSlides/notesSlide6.xml" Id="R2158e6078e3d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974dfea994d7c" /><Relationship Type="http://schemas.openxmlformats.org/officeDocument/2006/relationships/notesSlide" Target="/ppt/notesSlides/notesSlide7.xml" Id="Ra62629b7399d43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7f9b6fb834772" /><Relationship Type="http://schemas.openxmlformats.org/officeDocument/2006/relationships/notesSlide" Target="/ppt/notesSlides/notesSlide8.xml" Id="R5fd92b6949f9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ac3f6bb484bd8" /><Relationship Type="http://schemas.openxmlformats.org/officeDocument/2006/relationships/notesSlide" Target="/ppt/notesSlides/notesSlide9.xml" Id="R45d9361086f44c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24a528cd44bf" /><Relationship Type="http://schemas.openxmlformats.org/officeDocument/2006/relationships/notesSlide" Target="/ppt/notesSlides/notesSlide10.xml" Id="R6df193109adc4b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383b0f94472a" /><Relationship Type="http://schemas.openxmlformats.org/officeDocument/2006/relationships/notesSlide" Target="/ppt/notesSlides/notesSlide11.xml" Id="Rf647f3a386c64c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4f82280f476e" /><Relationship Type="http://schemas.openxmlformats.org/officeDocument/2006/relationships/notesSlide" Target="/ppt/notesSlides/notesSlide12.xml" Id="R1b72110a6d854e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e3d16c2694066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2026-08-24T07:55:28.2690000Z</dcterms:created>
  <dcterms:modified xsi:type="dcterms:W3CDTF">2026-08-24T07:55:28.2690000Z</dcterms:modified>
</coreProperties>
</file>