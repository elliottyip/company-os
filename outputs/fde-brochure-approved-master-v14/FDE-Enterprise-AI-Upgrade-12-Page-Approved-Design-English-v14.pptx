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2590290984955" /><Relationship Type="http://schemas.openxmlformats.org/officeDocument/2006/relationships/extended-properties" Target="/docProps/app.xml" Id="R585440abedca4b1f" /><Relationship Type="http://schemas.openxmlformats.org/officeDocument/2006/relationships/officeDocument" Target="/ppt/presentation.xml" Id="Rebac8fc75df3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ecb074c5c417c"/>
  </p:sldMasterIdLst>
  <p:notesMasterIdLst>
    <p:notesMasterId xmlns:r="http://schemas.openxmlformats.org/officeDocument/2006/relationships" r:id="Rd96af29a015f4f9a"/>
  </p:notesMasterIdLst>
  <p:sldIdLst>
    <p:sldId xmlns:r="http://schemas.openxmlformats.org/officeDocument/2006/relationships" id="256" r:id="R5888df2e78b04427"/>
    <p:sldId xmlns:r="http://schemas.openxmlformats.org/officeDocument/2006/relationships" id="257" r:id="Rbdb8ed63d0bb4b8e"/>
    <p:sldId xmlns:r="http://schemas.openxmlformats.org/officeDocument/2006/relationships" id="258" r:id="R76602a846cdf4e64"/>
    <p:sldId xmlns:r="http://schemas.openxmlformats.org/officeDocument/2006/relationships" id="259" r:id="R6cf244297cf44227"/>
    <p:sldId xmlns:r="http://schemas.openxmlformats.org/officeDocument/2006/relationships" id="260" r:id="R38645148ea6b4eba"/>
    <p:sldId xmlns:r="http://schemas.openxmlformats.org/officeDocument/2006/relationships" id="261" r:id="Rae0c1e815dac4748"/>
    <p:sldId xmlns:r="http://schemas.openxmlformats.org/officeDocument/2006/relationships" id="262" r:id="R8e4e3fa5819b4617"/>
    <p:sldId xmlns:r="http://schemas.openxmlformats.org/officeDocument/2006/relationships" id="263" r:id="R1b9fa1dbcade4cc6"/>
    <p:sldId xmlns:r="http://schemas.openxmlformats.org/officeDocument/2006/relationships" id="264" r:id="R62ff64f852244b70"/>
    <p:sldId xmlns:r="http://schemas.openxmlformats.org/officeDocument/2006/relationships" id="265" r:id="R066afc275a754692"/>
    <p:sldId xmlns:r="http://schemas.openxmlformats.org/officeDocument/2006/relationships" id="266" r:id="R3a3ef891a9e44278"/>
    <p:sldId xmlns:r="http://schemas.openxmlformats.org/officeDocument/2006/relationships" id="267" r:id="R368671bb940f4b1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eed2d69da4d95" /><Relationship Type="http://schemas.openxmlformats.org/officeDocument/2006/relationships/slideMaster" Target="/ppt/slideMasters/slideMaster1.xml" Id="Rf97ecb074c5c417c" /><Relationship Type="http://schemas.openxmlformats.org/officeDocument/2006/relationships/notesMaster" Target="/ppt/notesMasters/notesMaster1.xml" Id="Rd96af29a015f4f9a" /><Relationship Type="http://schemas.openxmlformats.org/officeDocument/2006/relationships/presProps" Target="/ppt/presProps.xml" Id="Rd795e67c3b4d4b09" /><Relationship Type="http://schemas.openxmlformats.org/officeDocument/2006/relationships/tableStyles" Target="/ppt/tableStyles.xml" Id="R7340d53d2a574f77" /><Relationship Type="http://schemas.openxmlformats.org/officeDocument/2006/relationships/slide" Target="/ppt/slides/slide1.xml" Id="R5888df2e78b04427" /><Relationship Type="http://schemas.openxmlformats.org/officeDocument/2006/relationships/slide" Target="/ppt/slides/slide2.xml" Id="Rbdb8ed63d0bb4b8e" /><Relationship Type="http://schemas.openxmlformats.org/officeDocument/2006/relationships/slide" Target="/ppt/slides/slide3.xml" Id="R76602a846cdf4e64" /><Relationship Type="http://schemas.openxmlformats.org/officeDocument/2006/relationships/slide" Target="/ppt/slides/slide4.xml" Id="R6cf244297cf44227" /><Relationship Type="http://schemas.openxmlformats.org/officeDocument/2006/relationships/slide" Target="/ppt/slides/slide5.xml" Id="R38645148ea6b4eba" /><Relationship Type="http://schemas.openxmlformats.org/officeDocument/2006/relationships/slide" Target="/ppt/slides/slide6.xml" Id="Rae0c1e815dac4748" /><Relationship Type="http://schemas.openxmlformats.org/officeDocument/2006/relationships/slide" Target="/ppt/slides/slide7.xml" Id="R8e4e3fa5819b4617" /><Relationship Type="http://schemas.openxmlformats.org/officeDocument/2006/relationships/slide" Target="/ppt/slides/slide8.xml" Id="R1b9fa1dbcade4cc6" /><Relationship Type="http://schemas.openxmlformats.org/officeDocument/2006/relationships/slide" Target="/ppt/slides/slide9.xml" Id="R62ff64f852244b70" /><Relationship Type="http://schemas.openxmlformats.org/officeDocument/2006/relationships/slide" Target="/ppt/slides/slide10.xml" Id="R066afc275a754692" /><Relationship Type="http://schemas.openxmlformats.org/officeDocument/2006/relationships/slide" Target="/ppt/slides/slide11.xml" Id="R3a3ef891a9e44278" /><Relationship Type="http://schemas.openxmlformats.org/officeDocument/2006/relationships/slide" Target="/ppt/slides/slide12.xml" Id="R368671bb940f4b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25e125cf048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f23d4ab8141ac" /><Relationship Type="http://schemas.openxmlformats.org/officeDocument/2006/relationships/notesMaster" Target="/ppt/notesMasters/notesMaster1.xml" Id="Rb03e3ed7482d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0af4a132334a8a" /><Relationship Type="http://schemas.openxmlformats.org/officeDocument/2006/relationships/notesMaster" Target="/ppt/notesMasters/notesMaster1.xml" Id="R4db17e981c98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65db2a1604fac" /><Relationship Type="http://schemas.openxmlformats.org/officeDocument/2006/relationships/notesMaster" Target="/ppt/notesMasters/notesMaster1.xml" Id="Rb9740e10c118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27b3eed32740b3" /><Relationship Type="http://schemas.openxmlformats.org/officeDocument/2006/relationships/notesMaster" Target="/ppt/notesMasters/notesMaster1.xml" Id="R000e364ed68c4d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b3cfaed584f98" /><Relationship Type="http://schemas.openxmlformats.org/officeDocument/2006/relationships/notesMaster" Target="/ppt/notesMasters/notesMaster1.xml" Id="Rf15376eb1da54e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5835760114ea4" /><Relationship Type="http://schemas.openxmlformats.org/officeDocument/2006/relationships/notesMaster" Target="/ppt/notesMasters/notesMaster1.xml" Id="Raf64d17a8397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375b839ddc4b89" /><Relationship Type="http://schemas.openxmlformats.org/officeDocument/2006/relationships/notesMaster" Target="/ppt/notesMasters/notesMaster1.xml" Id="R49e29b0fe58e48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c8b7a3b5ba4b0a" /><Relationship Type="http://schemas.openxmlformats.org/officeDocument/2006/relationships/notesMaster" Target="/ppt/notesMasters/notesMaster1.xml" Id="R2ab13459b53148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480cfe0c1c46fe" /><Relationship Type="http://schemas.openxmlformats.org/officeDocument/2006/relationships/notesMaster" Target="/ppt/notesMasters/notesMaster1.xml" Id="Rc35dad6d24b34c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f472c645e43da" /><Relationship Type="http://schemas.openxmlformats.org/officeDocument/2006/relationships/notesMaster" Target="/ppt/notesMasters/notesMaster1.xml" Id="R6105024efd6342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872ce518be48c2" /><Relationship Type="http://schemas.openxmlformats.org/officeDocument/2006/relationships/notesMaster" Target="/ppt/notesMasters/notesMaster1.xml" Id="Rc72421da2dfc46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405824460542ed" /><Relationship Type="http://schemas.openxmlformats.org/officeDocument/2006/relationships/notesMaster" Target="/ppt/notesMasters/notesMaster1.xml" Id="R5cec6b8ad738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56021c3af4e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b02774d7b4457" /><Relationship Type="http://schemas.openxmlformats.org/officeDocument/2006/relationships/slideLayout" Target="/ppt/slideLayouts/slideLayout1.xml" Id="Ra6d2dc9d7c9a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2dc9d7c9a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24a701a734970" /><Relationship Type="http://schemas.openxmlformats.org/officeDocument/2006/relationships/image" Target="/ppt/media/image.png" Id="R1a3cad2f82a048d2" /><Relationship Type="http://schemas.openxmlformats.org/officeDocument/2006/relationships/notesSlide" Target="/ppt/notesSlides/notesSlide1.xml" Id="R417d464737274f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cec2078eb4ba0" /><Relationship Type="http://schemas.openxmlformats.org/officeDocument/2006/relationships/notesSlide" Target="/ppt/notesSlides/notesSlide2.xml" Id="Rc3a8bcb3e9f8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14bd6260e4b5c" /><Relationship Type="http://schemas.openxmlformats.org/officeDocument/2006/relationships/notesSlide" Target="/ppt/notesSlides/notesSlide3.xml" Id="Rf3f2e72470e2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023e588a44fe7" /><Relationship Type="http://schemas.openxmlformats.org/officeDocument/2006/relationships/notesSlide" Target="/ppt/notesSlides/notesSlide4.xml" Id="Rbb420c5748fb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990a299704057" /><Relationship Type="http://schemas.openxmlformats.org/officeDocument/2006/relationships/notesSlide" Target="/ppt/notesSlides/notesSlide5.xml" Id="R5e2eb433d24a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9c30cd474348" /><Relationship Type="http://schemas.openxmlformats.org/officeDocument/2006/relationships/notesSlide" Target="/ppt/notesSlides/notesSlide6.xml" Id="Rd45aaef914f5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38247fc8412e" /><Relationship Type="http://schemas.openxmlformats.org/officeDocument/2006/relationships/notesSlide" Target="/ppt/notesSlides/notesSlide7.xml" Id="Rc9da787c19a8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2d12568384d7f" /><Relationship Type="http://schemas.openxmlformats.org/officeDocument/2006/relationships/notesSlide" Target="/ppt/notesSlides/notesSlide8.xml" Id="R7570f449adeb40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126667ae943bf" /><Relationship Type="http://schemas.openxmlformats.org/officeDocument/2006/relationships/notesSlide" Target="/ppt/notesSlides/notesSlide9.xml" Id="Rb5ffba0572e546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4efdaff8456e" /><Relationship Type="http://schemas.openxmlformats.org/officeDocument/2006/relationships/notesSlide" Target="/ppt/notesSlides/notesSlide10.xml" Id="R98cf0edd173e49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bb19dd43b40f1" /><Relationship Type="http://schemas.openxmlformats.org/officeDocument/2006/relationships/notesSlide" Target="/ppt/notesSlides/notesSlide11.xml" Id="R30a7f56ee93445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a4a2395c7430a" /><Relationship Type="http://schemas.openxmlformats.org/officeDocument/2006/relationships/notesSlide" Target="/ppt/notesSlides/notesSlide12.xml" Id="Rbc6459c7d52049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cad2f82a048d2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2026-08-24T07:55:29.9010000Z</dcterms:created>
  <dcterms:modified xsi:type="dcterms:W3CDTF">2026-08-24T07:55:29.9010000Z</dcterms:modified>
</coreProperties>
</file>