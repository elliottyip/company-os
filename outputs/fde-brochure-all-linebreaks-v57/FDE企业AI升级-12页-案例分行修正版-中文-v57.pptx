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e43949ecf84477" /><Relationship Type="http://schemas.openxmlformats.org/officeDocument/2006/relationships/extended-properties" Target="/docProps/app.xml" Id="Rba6c3c43ec4343de" /><Relationship Type="http://schemas.openxmlformats.org/officeDocument/2006/relationships/officeDocument" Target="/ppt/presentation.xml" Id="Rff03afe463124b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36989a5801458f"/>
  </p:sldMasterIdLst>
  <p:notesMasterIdLst>
    <p:notesMasterId xmlns:r="http://schemas.openxmlformats.org/officeDocument/2006/relationships" r:id="Re0f7969932e14701"/>
  </p:notesMasterIdLst>
  <p:sldIdLst>
    <p:sldId xmlns:r="http://schemas.openxmlformats.org/officeDocument/2006/relationships" id="256" r:id="Ra5c1834b9ec2419d"/>
    <p:sldId xmlns:r="http://schemas.openxmlformats.org/officeDocument/2006/relationships" id="257" r:id="R2106fe88bba344a1"/>
    <p:sldId xmlns:r="http://schemas.openxmlformats.org/officeDocument/2006/relationships" id="258" r:id="R5db559be7e0e44b4"/>
    <p:sldId xmlns:r="http://schemas.openxmlformats.org/officeDocument/2006/relationships" id="259" r:id="R268e0b56dde34e57"/>
    <p:sldId xmlns:r="http://schemas.openxmlformats.org/officeDocument/2006/relationships" id="260" r:id="R4855e3a19fdf404e"/>
    <p:sldId xmlns:r="http://schemas.openxmlformats.org/officeDocument/2006/relationships" id="261" r:id="R325b1eea39de4c2e"/>
    <p:sldId xmlns:r="http://schemas.openxmlformats.org/officeDocument/2006/relationships" id="262" r:id="R60303313b2084b91"/>
    <p:sldId xmlns:r="http://schemas.openxmlformats.org/officeDocument/2006/relationships" id="263" r:id="Rf26d7ffc82514f07"/>
    <p:sldId xmlns:r="http://schemas.openxmlformats.org/officeDocument/2006/relationships" id="264" r:id="R4e5635ad4db54531"/>
    <p:sldId xmlns:r="http://schemas.openxmlformats.org/officeDocument/2006/relationships" id="265" r:id="Rfe58e96fcf3f4208"/>
    <p:sldId xmlns:r="http://schemas.openxmlformats.org/officeDocument/2006/relationships" id="266" r:id="R5b4d6749d6a44c7a"/>
    <p:sldId xmlns:r="http://schemas.openxmlformats.org/officeDocument/2006/relationships" id="267" r:id="R9719bdaffb35400d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a77ad629fd41cd" /><Relationship Type="http://schemas.openxmlformats.org/officeDocument/2006/relationships/slideMaster" Target="/ppt/slideMasters/slideMaster1.xml" Id="R8236989a5801458f" /><Relationship Type="http://schemas.openxmlformats.org/officeDocument/2006/relationships/notesMaster" Target="/ppt/notesMasters/notesMaster1.xml" Id="Re0f7969932e14701" /><Relationship Type="http://schemas.openxmlformats.org/officeDocument/2006/relationships/presProps" Target="/ppt/presProps.xml" Id="Rc681943d2f6e4c65" /><Relationship Type="http://schemas.openxmlformats.org/officeDocument/2006/relationships/tableStyles" Target="/ppt/tableStyles.xml" Id="Rf2b44423954a4ddc" /><Relationship Type="http://schemas.openxmlformats.org/officeDocument/2006/relationships/slide" Target="/ppt/slides/slide1.xml" Id="Ra5c1834b9ec2419d" /><Relationship Type="http://schemas.openxmlformats.org/officeDocument/2006/relationships/slide" Target="/ppt/slides/slide2.xml" Id="R2106fe88bba344a1" /><Relationship Type="http://schemas.openxmlformats.org/officeDocument/2006/relationships/slide" Target="/ppt/slides/slide3.xml" Id="R5db559be7e0e44b4" /><Relationship Type="http://schemas.openxmlformats.org/officeDocument/2006/relationships/slide" Target="/ppt/slides/slide4.xml" Id="R268e0b56dde34e57" /><Relationship Type="http://schemas.openxmlformats.org/officeDocument/2006/relationships/slide" Target="/ppt/slides/slide5.xml" Id="R4855e3a19fdf404e" /><Relationship Type="http://schemas.openxmlformats.org/officeDocument/2006/relationships/slide" Target="/ppt/slides/slide6.xml" Id="R325b1eea39de4c2e" /><Relationship Type="http://schemas.openxmlformats.org/officeDocument/2006/relationships/slide" Target="/ppt/slides/slide7.xml" Id="R60303313b2084b91" /><Relationship Type="http://schemas.openxmlformats.org/officeDocument/2006/relationships/slide" Target="/ppt/slides/slide8.xml" Id="Rf26d7ffc82514f07" /><Relationship Type="http://schemas.openxmlformats.org/officeDocument/2006/relationships/slide" Target="/ppt/slides/slide9.xml" Id="R4e5635ad4db54531" /><Relationship Type="http://schemas.openxmlformats.org/officeDocument/2006/relationships/slide" Target="/ppt/slides/slide10.xml" Id="Rfe58e96fcf3f4208" /><Relationship Type="http://schemas.openxmlformats.org/officeDocument/2006/relationships/slide" Target="/ppt/slides/slide11.xml" Id="R5b4d6749d6a44c7a" /><Relationship Type="http://schemas.openxmlformats.org/officeDocument/2006/relationships/slide" Target="/ppt/slides/slide12.xml" Id="R9719bdaffb3540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1332437bf54c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9e3cddc73d457e" /><Relationship Type="http://schemas.openxmlformats.org/officeDocument/2006/relationships/notesMaster" Target="/ppt/notesMasters/notesMaster1.xml" Id="R70d079ecf9ad43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20a007ca84450" /><Relationship Type="http://schemas.openxmlformats.org/officeDocument/2006/relationships/notesMaster" Target="/ppt/notesMasters/notesMaster1.xml" Id="R42cab451ba9548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84f26adb70497a" /><Relationship Type="http://schemas.openxmlformats.org/officeDocument/2006/relationships/notesMaster" Target="/ppt/notesMasters/notesMaster1.xml" Id="R3ff07119d98940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c717463a1c43a1" /><Relationship Type="http://schemas.openxmlformats.org/officeDocument/2006/relationships/notesMaster" Target="/ppt/notesMasters/notesMaster1.xml" Id="Ra76040b1f2684c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e3c26daf3a4c43" /><Relationship Type="http://schemas.openxmlformats.org/officeDocument/2006/relationships/notesMaster" Target="/ppt/notesMasters/notesMaster1.xml" Id="R5b35e3361a1c40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da6311de1f4150" /><Relationship Type="http://schemas.openxmlformats.org/officeDocument/2006/relationships/notesMaster" Target="/ppt/notesMasters/notesMaster1.xml" Id="Rd7a03ef040de48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6d2d3ca4124204" /><Relationship Type="http://schemas.openxmlformats.org/officeDocument/2006/relationships/notesMaster" Target="/ppt/notesMasters/notesMaster1.xml" Id="R9b7e301d0dba41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a8f19dea7348d6" /><Relationship Type="http://schemas.openxmlformats.org/officeDocument/2006/relationships/notesMaster" Target="/ppt/notesMasters/notesMaster1.xml" Id="Rc7619bbf92484e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4380707b34897" /><Relationship Type="http://schemas.openxmlformats.org/officeDocument/2006/relationships/notesMaster" Target="/ppt/notesMasters/notesMaster1.xml" Id="R333ff4a3bf4742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f5c21d9f774587" /><Relationship Type="http://schemas.openxmlformats.org/officeDocument/2006/relationships/notesMaster" Target="/ppt/notesMasters/notesMaster1.xml" Id="Rd90b2673ab5e4a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0202b4dbad401b" /><Relationship Type="http://schemas.openxmlformats.org/officeDocument/2006/relationships/notesMaster" Target="/ppt/notesMasters/notesMaster1.xml" Id="Rf21e468acbf94c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66b8828e1444b7" /><Relationship Type="http://schemas.openxmlformats.org/officeDocument/2006/relationships/notesMaster" Target="/ppt/notesMasters/notesMaster1.xml" Id="R4e4b8aa1f0df4b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66490548c44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168e08473a4630" /><Relationship Type="http://schemas.openxmlformats.org/officeDocument/2006/relationships/slideLayout" Target="/ppt/slideLayouts/slideLayout1.xml" Id="Rd95a87c49e9d49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5a87c49e9d49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a241ee07a40c5" /><Relationship Type="http://schemas.openxmlformats.org/officeDocument/2006/relationships/image" Target="/ppt/media/image.png" Id="R84ab32d89b2f4efb" /><Relationship Type="http://schemas.openxmlformats.org/officeDocument/2006/relationships/image" Target="/ppt/media/image2.png" Id="R546760b8ea524fff" /><Relationship Type="http://schemas.openxmlformats.org/officeDocument/2006/relationships/notesSlide" Target="/ppt/notesSlides/notesSlide1.xml" Id="Rce6fbbd5bfe349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f2f817db945b0" /><Relationship Type="http://schemas.openxmlformats.org/officeDocument/2006/relationships/notesSlide" Target="/ppt/notesSlides/notesSlide2.xml" Id="R033935b7acac46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a898b0649425f" /><Relationship Type="http://schemas.openxmlformats.org/officeDocument/2006/relationships/notesSlide" Target="/ppt/notesSlides/notesSlide3.xml" Id="Rc28a60b757c048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184eaa596413d" /><Relationship Type="http://schemas.openxmlformats.org/officeDocument/2006/relationships/notesSlide" Target="/ppt/notesSlides/notesSlide4.xml" Id="R18556d6ddb454c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7d35b362d4cfb" /><Relationship Type="http://schemas.openxmlformats.org/officeDocument/2006/relationships/notesSlide" Target="/ppt/notesSlides/notesSlide5.xml" Id="R6143051846c04f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17ca298e74bb8" /><Relationship Type="http://schemas.openxmlformats.org/officeDocument/2006/relationships/notesSlide" Target="/ppt/notesSlides/notesSlide6.xml" Id="R4c934de5e79049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03cb4e8d44ec0" /><Relationship Type="http://schemas.openxmlformats.org/officeDocument/2006/relationships/notesSlide" Target="/ppt/notesSlides/notesSlide7.xml" Id="Rf6bb68e8d17246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de427056b44e2" /><Relationship Type="http://schemas.openxmlformats.org/officeDocument/2006/relationships/notesSlide" Target="/ppt/notesSlides/notesSlide8.xml" Id="R2ce79f3610d848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0a7ae9b024a9e" /><Relationship Type="http://schemas.openxmlformats.org/officeDocument/2006/relationships/image" Target="/ppt/media/image3.png" Id="R7999a5112dae4c3b" /><Relationship Type="http://schemas.openxmlformats.org/officeDocument/2006/relationships/image" Target="/ppt/media/image4.png" Id="R5fe246cd3c1a41e5" /><Relationship Type="http://schemas.openxmlformats.org/officeDocument/2006/relationships/image" Target="/ppt/media/image5.png" Id="R6c4efc7a3b2a4910" /><Relationship Type="http://schemas.openxmlformats.org/officeDocument/2006/relationships/image" Target="/ppt/media/image6.png" Id="Rd412d4ff8a21402b" /><Relationship Type="http://schemas.openxmlformats.org/officeDocument/2006/relationships/image" Target="/ppt/media/image7.png" Id="R4fd304aae02a4e75" /><Relationship Type="http://schemas.openxmlformats.org/officeDocument/2006/relationships/image" Target="/ppt/media/image8.png" Id="R4025339f8afe44af" /><Relationship Type="http://schemas.openxmlformats.org/officeDocument/2006/relationships/notesSlide" Target="/ppt/notesSlides/notesSlide9.xml" Id="Ra0706f5062b04a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1c3eca6354c73" /><Relationship Type="http://schemas.openxmlformats.org/officeDocument/2006/relationships/notesSlide" Target="/ppt/notesSlides/notesSlide10.xml" Id="R18aa6ded222b4f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0f00ded334936" /><Relationship Type="http://schemas.openxmlformats.org/officeDocument/2006/relationships/notesSlide" Target="/ppt/notesSlides/notesSlide11.xml" Id="R4b5407a4d42143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0f9bd89b34395" /><Relationship Type="http://schemas.openxmlformats.org/officeDocument/2006/relationships/image" Target="/ppt/media/image9.png" Id="R24a2888ba6034f9c" /><Relationship Type="http://schemas.openxmlformats.org/officeDocument/2006/relationships/notesSlide" Target="/ppt/notesSlides/notesSlide12.xml" Id="Rb8b96a430eda46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b32d89b2f4efb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760b8ea524fff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31 个国家的 31,000 名员工。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81% 的受访领导者预计，未来 12—18 个月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已有超过 100 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自 2 月以来，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Codex 周活跃用户在法务部门增长 108 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在销售和招聘部门均增长 41 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在市场部门增长 26 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帮助其把代码评审时间缩短 50%，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减少超过 50%，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 AI 系统每年节省 5,390 万美元，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客户问题解决速度提高 87%，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Lowe’s 已在 1,700 多家门店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</a:t>
            </a:r>
          </a:p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</a:t>
            </a:r>
          </a:p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整理商品资料，再逐项翻译、补齐属性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Agent 负责整理、翻译与规则检查，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五金与工艺要求结构化，连接订单库、BOM 和生产工单，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9a5112dae4c3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246cd3c1a41e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efc7a3b2a491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2d4ff8a21402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fd304aae02a4e7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025339f8afe44af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也不是教员工多用几个 AI 工具。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它教企业的人怎么管理一支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</a:t>
            </a:r>
          </a:p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2888ba6034f9c"/>
          <a:stretch xmlns:a="http://schemas.openxmlformats.org/drawingml/2006/main"/>
        </p:blipFill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2026-08-25T06:41:38.4440000Z</dcterms:created>
  <dcterms:modified xsi:type="dcterms:W3CDTF">2026-08-25T06:41:38.4440000Z</dcterms:modified>
</coreProperties>
</file>