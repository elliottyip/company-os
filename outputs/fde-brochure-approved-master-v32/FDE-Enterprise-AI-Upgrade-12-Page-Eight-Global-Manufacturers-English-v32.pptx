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72a9332084df1" /><Relationship Type="http://schemas.openxmlformats.org/officeDocument/2006/relationships/extended-properties" Target="/docProps/app.xml" Id="Rcb249fea87ea4c18" /><Relationship Type="http://schemas.openxmlformats.org/officeDocument/2006/relationships/officeDocument" Target="/ppt/presentation.xml" Id="R79db20cda210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9b25d112e4d0d"/>
  </p:sldMasterIdLst>
  <p:notesMasterIdLst>
    <p:notesMasterId xmlns:r="http://schemas.openxmlformats.org/officeDocument/2006/relationships" r:id="R5a9173d66ec4453a"/>
  </p:notesMasterIdLst>
  <p:sldIdLst>
    <p:sldId xmlns:r="http://schemas.openxmlformats.org/officeDocument/2006/relationships" id="256" r:id="R9330f65c3a19403c"/>
    <p:sldId xmlns:r="http://schemas.openxmlformats.org/officeDocument/2006/relationships" id="257" r:id="Rca42279ec51d4f07"/>
    <p:sldId xmlns:r="http://schemas.openxmlformats.org/officeDocument/2006/relationships" id="258" r:id="R5aff1d259f21470f"/>
    <p:sldId xmlns:r="http://schemas.openxmlformats.org/officeDocument/2006/relationships" id="259" r:id="Rc51bef9848e24f8e"/>
    <p:sldId xmlns:r="http://schemas.openxmlformats.org/officeDocument/2006/relationships" id="260" r:id="Re582c955971c4dc6"/>
    <p:sldId xmlns:r="http://schemas.openxmlformats.org/officeDocument/2006/relationships" id="261" r:id="Rab448c0ecfbb4365"/>
    <p:sldId xmlns:r="http://schemas.openxmlformats.org/officeDocument/2006/relationships" id="262" r:id="R1f73648d17b2441b"/>
    <p:sldId xmlns:r="http://schemas.openxmlformats.org/officeDocument/2006/relationships" id="263" r:id="R4b3797fc5bef4886"/>
    <p:sldId xmlns:r="http://schemas.openxmlformats.org/officeDocument/2006/relationships" id="264" r:id="Re614cd752cda4ddf"/>
    <p:sldId xmlns:r="http://schemas.openxmlformats.org/officeDocument/2006/relationships" id="265" r:id="R3908a4bc72ff40c0"/>
    <p:sldId xmlns:r="http://schemas.openxmlformats.org/officeDocument/2006/relationships" id="266" r:id="R51e97f3cb0784461"/>
    <p:sldId xmlns:r="http://schemas.openxmlformats.org/officeDocument/2006/relationships" id="267" r:id="Re0ba2f10fe994dc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7f001cd2d43ce" /><Relationship Type="http://schemas.openxmlformats.org/officeDocument/2006/relationships/slideMaster" Target="/ppt/slideMasters/slideMaster1.xml" Id="Rf499b25d112e4d0d" /><Relationship Type="http://schemas.openxmlformats.org/officeDocument/2006/relationships/notesMaster" Target="/ppt/notesMasters/notesMaster1.xml" Id="R5a9173d66ec4453a" /><Relationship Type="http://schemas.openxmlformats.org/officeDocument/2006/relationships/presProps" Target="/ppt/presProps.xml" Id="R123bb6e1b14d4bdd" /><Relationship Type="http://schemas.openxmlformats.org/officeDocument/2006/relationships/tableStyles" Target="/ppt/tableStyles.xml" Id="Rd0bd8fe398484500" /><Relationship Type="http://schemas.openxmlformats.org/officeDocument/2006/relationships/slide" Target="/ppt/slides/slide1.xml" Id="R9330f65c3a19403c" /><Relationship Type="http://schemas.openxmlformats.org/officeDocument/2006/relationships/slide" Target="/ppt/slides/slide2.xml" Id="Rca42279ec51d4f07" /><Relationship Type="http://schemas.openxmlformats.org/officeDocument/2006/relationships/slide" Target="/ppt/slides/slide3.xml" Id="R5aff1d259f21470f" /><Relationship Type="http://schemas.openxmlformats.org/officeDocument/2006/relationships/slide" Target="/ppt/slides/slide4.xml" Id="Rc51bef9848e24f8e" /><Relationship Type="http://schemas.openxmlformats.org/officeDocument/2006/relationships/slide" Target="/ppt/slides/slide5.xml" Id="Re582c955971c4dc6" /><Relationship Type="http://schemas.openxmlformats.org/officeDocument/2006/relationships/slide" Target="/ppt/slides/slide6.xml" Id="Rab448c0ecfbb4365" /><Relationship Type="http://schemas.openxmlformats.org/officeDocument/2006/relationships/slide" Target="/ppt/slides/slide7.xml" Id="R1f73648d17b2441b" /><Relationship Type="http://schemas.openxmlformats.org/officeDocument/2006/relationships/slide" Target="/ppt/slides/slide8.xml" Id="R4b3797fc5bef4886" /><Relationship Type="http://schemas.openxmlformats.org/officeDocument/2006/relationships/slide" Target="/ppt/slides/slide9.xml" Id="Re614cd752cda4ddf" /><Relationship Type="http://schemas.openxmlformats.org/officeDocument/2006/relationships/slide" Target="/ppt/slides/slide10.xml" Id="R3908a4bc72ff40c0" /><Relationship Type="http://schemas.openxmlformats.org/officeDocument/2006/relationships/slide" Target="/ppt/slides/slide11.xml" Id="R51e97f3cb0784461" /><Relationship Type="http://schemas.openxmlformats.org/officeDocument/2006/relationships/slide" Target="/ppt/slides/slide12.xml" Id="Re0ba2f10fe99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2dbccb2fa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5fade396f9422a" /><Relationship Type="http://schemas.openxmlformats.org/officeDocument/2006/relationships/notesMaster" Target="/ppt/notesMasters/notesMaster1.xml" Id="R6b2537837516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69b26c7b814fa7" /><Relationship Type="http://schemas.openxmlformats.org/officeDocument/2006/relationships/notesMaster" Target="/ppt/notesMasters/notesMaster1.xml" Id="R9680c431b3974c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4be7902a9f4d84" /><Relationship Type="http://schemas.openxmlformats.org/officeDocument/2006/relationships/notesMaster" Target="/ppt/notesMasters/notesMaster1.xml" Id="R0eace510ff5d40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eb92dc9c146a0" /><Relationship Type="http://schemas.openxmlformats.org/officeDocument/2006/relationships/notesMaster" Target="/ppt/notesMasters/notesMaster1.xml" Id="Rd1e7086d19fc4d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d3397ebe3e4022" /><Relationship Type="http://schemas.openxmlformats.org/officeDocument/2006/relationships/notesMaster" Target="/ppt/notesMasters/notesMaster1.xml" Id="R7f6d7395cae04a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30d9618d4e40bc" /><Relationship Type="http://schemas.openxmlformats.org/officeDocument/2006/relationships/notesMaster" Target="/ppt/notesMasters/notesMaster1.xml" Id="R05c2e32b81ca41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bcd8bc967641a4" /><Relationship Type="http://schemas.openxmlformats.org/officeDocument/2006/relationships/notesMaster" Target="/ppt/notesMasters/notesMaster1.xml" Id="R48cac80e12da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2372ef8e0f4663" /><Relationship Type="http://schemas.openxmlformats.org/officeDocument/2006/relationships/notesMaster" Target="/ppt/notesMasters/notesMaster1.xml" Id="Rc8d685d040ac46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c25f0507b344f4" /><Relationship Type="http://schemas.openxmlformats.org/officeDocument/2006/relationships/notesMaster" Target="/ppt/notesMasters/notesMaster1.xml" Id="R2b512135764244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ccee5e0c8e4686" /><Relationship Type="http://schemas.openxmlformats.org/officeDocument/2006/relationships/notesMaster" Target="/ppt/notesMasters/notesMaster1.xml" Id="Re2f0348fa7fb43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a1648b74734ab4" /><Relationship Type="http://schemas.openxmlformats.org/officeDocument/2006/relationships/notesMaster" Target="/ppt/notesMasters/notesMaster1.xml" Id="R194b0e254a0244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5add1a2f15465b" /><Relationship Type="http://schemas.openxmlformats.org/officeDocument/2006/relationships/notesMaster" Target="/ppt/notesMasters/notesMaster1.xml" Id="Rc5f1ae389b7b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d98c8af0e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1c1f9f854f4c61" /><Relationship Type="http://schemas.openxmlformats.org/officeDocument/2006/relationships/slideLayout" Target="/ppt/slideLayouts/slideLayout1.xml" Id="R8a77d41d5eab4f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77d41d5eab4f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d342e645c47a4" /><Relationship Type="http://schemas.openxmlformats.org/officeDocument/2006/relationships/image" Target="/ppt/media/image.png" Id="R1e835a0288114672" /><Relationship Type="http://schemas.openxmlformats.org/officeDocument/2006/relationships/image" Target="/ppt/media/image2.png" Id="R37e151c6a578448e" /><Relationship Type="http://schemas.openxmlformats.org/officeDocument/2006/relationships/notesSlide" Target="/ppt/notesSlides/notesSlide1.xml" Id="R76dc2801e2f3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dd914d3fe49fe" /><Relationship Type="http://schemas.openxmlformats.org/officeDocument/2006/relationships/notesSlide" Target="/ppt/notesSlides/notesSlide2.xml" Id="R4c8332360292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3ec0b7fc4f68" /><Relationship Type="http://schemas.openxmlformats.org/officeDocument/2006/relationships/notesSlide" Target="/ppt/notesSlides/notesSlide3.xml" Id="Rb2f45537c138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d436a5ad043b8" /><Relationship Type="http://schemas.openxmlformats.org/officeDocument/2006/relationships/notesSlide" Target="/ppt/notesSlides/notesSlide4.xml" Id="Ra41c9bf04ca449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d21ccb92b4f3d" /><Relationship Type="http://schemas.openxmlformats.org/officeDocument/2006/relationships/notesSlide" Target="/ppt/notesSlides/notesSlide5.xml" Id="Rcb5d01d6ceb9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023b9b6c94cc4" /><Relationship Type="http://schemas.openxmlformats.org/officeDocument/2006/relationships/notesSlide" Target="/ppt/notesSlides/notesSlide6.xml" Id="R10cdc51e506044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2281f676c4bd9" /><Relationship Type="http://schemas.openxmlformats.org/officeDocument/2006/relationships/notesSlide" Target="/ppt/notesSlides/notesSlide7.xml" Id="R885df4a49a8049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37793a8194d4d" /><Relationship Type="http://schemas.openxmlformats.org/officeDocument/2006/relationships/notesSlide" Target="/ppt/notesSlides/notesSlide8.xml" Id="R919ce4bcea8745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4632dd1e24ca5" /><Relationship Type="http://schemas.openxmlformats.org/officeDocument/2006/relationships/image" Target="/ppt/media/image3.png" Id="R93c2a6c9bc96492c" /><Relationship Type="http://schemas.openxmlformats.org/officeDocument/2006/relationships/image" Target="/ppt/media/image4.png" Id="Ra3a9280262184300" /><Relationship Type="http://schemas.openxmlformats.org/officeDocument/2006/relationships/image" Target="/ppt/media/image5.png" Id="Rc756b9728bf7459e" /><Relationship Type="http://schemas.openxmlformats.org/officeDocument/2006/relationships/image" Target="/ppt/media/image6.png" Id="R8b7d329d6f5e4b42" /><Relationship Type="http://schemas.openxmlformats.org/officeDocument/2006/relationships/image" Target="/ppt/media/image7.png" Id="Re0587823bac94c52" /><Relationship Type="http://schemas.openxmlformats.org/officeDocument/2006/relationships/image" Target="/ppt/media/image8.png" Id="R0b45568d92ae481a" /><Relationship Type="http://schemas.openxmlformats.org/officeDocument/2006/relationships/image" Target="/ppt/media/image9.png" Id="Rb4f7390b8bd944e4" /><Relationship Type="http://schemas.openxmlformats.org/officeDocument/2006/relationships/image" Target="/ppt/media/image10.png" Id="Rf9684d86949e4d0e" /><Relationship Type="http://schemas.openxmlformats.org/officeDocument/2006/relationships/image" Target="/ppt/media/image11.png" Id="R9a90627f2d684483" /><Relationship Type="http://schemas.openxmlformats.org/officeDocument/2006/relationships/image" Target="/ppt/media/image12.png" Id="R4de5bc0c3f9749dc" /><Relationship Type="http://schemas.openxmlformats.org/officeDocument/2006/relationships/image" Target="/ppt/media/image13.png" Id="R2c741146a980425c" /><Relationship Type="http://schemas.openxmlformats.org/officeDocument/2006/relationships/image" Target="/ppt/media/image14.png" Id="Rc5da1c76e4524a01" /><Relationship Type="http://schemas.openxmlformats.org/officeDocument/2006/relationships/notesSlide" Target="/ppt/notesSlides/notesSlide9.xml" Id="R58903851856e40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8eae0124c4e24" /><Relationship Type="http://schemas.openxmlformats.org/officeDocument/2006/relationships/notesSlide" Target="/ppt/notesSlides/notesSlide10.xml" Id="Redbd6f43feeb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39764ab8d4ee5" /><Relationship Type="http://schemas.openxmlformats.org/officeDocument/2006/relationships/notesSlide" Target="/ppt/notesSlides/notesSlide11.xml" Id="Re14efb9481c34d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fd09c141499d" /><Relationship Type="http://schemas.openxmlformats.org/officeDocument/2006/relationships/notesSlide" Target="/ppt/notesSlides/notesSlide12.xml" Id="R213932533423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e835a028811467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151c6a578448e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Industrial AI is already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running inside real factories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PUBLIC MANUFACTURING PRACTICE | AI now supports engineering, production, quality, and maintenance.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Compiled from official company materials for industry reference. Brand inclusion does not imply an FDE client or partner relationship.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BOSCH | AI ANALYTICS PLATFORM / MANUFACTURING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Public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Bosch applies AI to optical inspection, anomaly detection, root-cause analysis, and production scheduling.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Published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Bosch reports that its AI Analytics Platform is used across eight divisions and more than 1,500 production lines.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happens on the floor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platform reads equipment and quality data continuously, surfacing anomalies and likely causes earlier.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Operational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Quality issues: trace later → detect in process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Analysis: manual review → data-driven insight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Improvement: local know-how → cross-line reuse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Collaboration: AI signals → people decide and 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SIEMENS | INDUSTRIAL COPILOT / ENGINEERING + MAINTENANCE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Siemens brings generative AI into PLC code generation, maintenance, and shop-floor data queries. At Bad Neustadt, its Production Copilot turns scattered production data into actionable insights.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2a6c9bc9649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928026218430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6b9728bf745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d329d6f5e4b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0587823bac94c5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b45568d92ae481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4f7390b8bd944e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9684d86949e4d0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a90627f2d68448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de5bc0c3f9749d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c741146a980425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5da1c76e4524a01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2026-08-25T01:48:08.4110000Z</dcterms:created>
  <dcterms:modified xsi:type="dcterms:W3CDTF">2026-08-25T01:48:08.4110000Z</dcterms:modified>
</coreProperties>
</file>