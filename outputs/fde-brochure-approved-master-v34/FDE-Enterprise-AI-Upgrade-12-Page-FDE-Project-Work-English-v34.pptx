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71c3ce315849ec" /><Relationship Type="http://schemas.openxmlformats.org/officeDocument/2006/relationships/extended-properties" Target="/docProps/app.xml" Id="R349f0759ab9f4e28" /><Relationship Type="http://schemas.openxmlformats.org/officeDocument/2006/relationships/officeDocument" Target="/ppt/presentation.xml" Id="Ree38e9768ea7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dced59d6794bce"/>
  </p:sldMasterIdLst>
  <p:notesMasterIdLst>
    <p:notesMasterId xmlns:r="http://schemas.openxmlformats.org/officeDocument/2006/relationships" r:id="R29554ddb3a62404b"/>
  </p:notesMasterIdLst>
  <p:sldIdLst>
    <p:sldId xmlns:r="http://schemas.openxmlformats.org/officeDocument/2006/relationships" id="256" r:id="R469e2490009347c4"/>
    <p:sldId xmlns:r="http://schemas.openxmlformats.org/officeDocument/2006/relationships" id="257" r:id="R11dd8e56cddf421d"/>
    <p:sldId xmlns:r="http://schemas.openxmlformats.org/officeDocument/2006/relationships" id="258" r:id="R726de0eacb17455a"/>
    <p:sldId xmlns:r="http://schemas.openxmlformats.org/officeDocument/2006/relationships" id="259" r:id="Rb36a9b9b33724b69"/>
    <p:sldId xmlns:r="http://schemas.openxmlformats.org/officeDocument/2006/relationships" id="260" r:id="R9bc9a287c4484de7"/>
    <p:sldId xmlns:r="http://schemas.openxmlformats.org/officeDocument/2006/relationships" id="261" r:id="Raba5e86735b64633"/>
    <p:sldId xmlns:r="http://schemas.openxmlformats.org/officeDocument/2006/relationships" id="262" r:id="R1ff3ab0d9b3a403e"/>
    <p:sldId xmlns:r="http://schemas.openxmlformats.org/officeDocument/2006/relationships" id="263" r:id="Rda15aa7aae494ef5"/>
    <p:sldId xmlns:r="http://schemas.openxmlformats.org/officeDocument/2006/relationships" id="264" r:id="Rc1811e7acb8b44c8"/>
    <p:sldId xmlns:r="http://schemas.openxmlformats.org/officeDocument/2006/relationships" id="265" r:id="R80d278616bf24613"/>
    <p:sldId xmlns:r="http://schemas.openxmlformats.org/officeDocument/2006/relationships" id="266" r:id="Rdb4ea8f74a6c43f6"/>
    <p:sldId xmlns:r="http://schemas.openxmlformats.org/officeDocument/2006/relationships" id="267" r:id="Re17cac3a1e14442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3379e406db4821" /><Relationship Type="http://schemas.openxmlformats.org/officeDocument/2006/relationships/slideMaster" Target="/ppt/slideMasters/slideMaster1.xml" Id="R9fdced59d6794bce" /><Relationship Type="http://schemas.openxmlformats.org/officeDocument/2006/relationships/notesMaster" Target="/ppt/notesMasters/notesMaster1.xml" Id="R29554ddb3a62404b" /><Relationship Type="http://schemas.openxmlformats.org/officeDocument/2006/relationships/presProps" Target="/ppt/presProps.xml" Id="R9ef344f1b98345e3" /><Relationship Type="http://schemas.openxmlformats.org/officeDocument/2006/relationships/tableStyles" Target="/ppt/tableStyles.xml" Id="R1d7d9507d4474117" /><Relationship Type="http://schemas.openxmlformats.org/officeDocument/2006/relationships/slide" Target="/ppt/slides/slide1.xml" Id="R469e2490009347c4" /><Relationship Type="http://schemas.openxmlformats.org/officeDocument/2006/relationships/slide" Target="/ppt/slides/slide2.xml" Id="R11dd8e56cddf421d" /><Relationship Type="http://schemas.openxmlformats.org/officeDocument/2006/relationships/slide" Target="/ppt/slides/slide3.xml" Id="R726de0eacb17455a" /><Relationship Type="http://schemas.openxmlformats.org/officeDocument/2006/relationships/slide" Target="/ppt/slides/slide4.xml" Id="Rb36a9b9b33724b69" /><Relationship Type="http://schemas.openxmlformats.org/officeDocument/2006/relationships/slide" Target="/ppt/slides/slide5.xml" Id="R9bc9a287c4484de7" /><Relationship Type="http://schemas.openxmlformats.org/officeDocument/2006/relationships/slide" Target="/ppt/slides/slide6.xml" Id="Raba5e86735b64633" /><Relationship Type="http://schemas.openxmlformats.org/officeDocument/2006/relationships/slide" Target="/ppt/slides/slide7.xml" Id="R1ff3ab0d9b3a403e" /><Relationship Type="http://schemas.openxmlformats.org/officeDocument/2006/relationships/slide" Target="/ppt/slides/slide8.xml" Id="Rda15aa7aae494ef5" /><Relationship Type="http://schemas.openxmlformats.org/officeDocument/2006/relationships/slide" Target="/ppt/slides/slide9.xml" Id="Rc1811e7acb8b44c8" /><Relationship Type="http://schemas.openxmlformats.org/officeDocument/2006/relationships/slide" Target="/ppt/slides/slide10.xml" Id="R80d278616bf24613" /><Relationship Type="http://schemas.openxmlformats.org/officeDocument/2006/relationships/slide" Target="/ppt/slides/slide11.xml" Id="Rdb4ea8f74a6c43f6" /><Relationship Type="http://schemas.openxmlformats.org/officeDocument/2006/relationships/slide" Target="/ppt/slides/slide12.xml" Id="Re17cac3a1e14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49639327343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577053cf044770" /><Relationship Type="http://schemas.openxmlformats.org/officeDocument/2006/relationships/notesMaster" Target="/ppt/notesMasters/notesMaster1.xml" Id="R36e9efbf9d6747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7ec1d41bcb4c39" /><Relationship Type="http://schemas.openxmlformats.org/officeDocument/2006/relationships/notesMaster" Target="/ppt/notesMasters/notesMaster1.xml" Id="R775fc922112842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8656469b94491" /><Relationship Type="http://schemas.openxmlformats.org/officeDocument/2006/relationships/notesMaster" Target="/ppt/notesMasters/notesMaster1.xml" Id="R5160d1ca2886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e8b7c80f424844" /><Relationship Type="http://schemas.openxmlformats.org/officeDocument/2006/relationships/notesMaster" Target="/ppt/notesMasters/notesMaster1.xml" Id="R2abc746c876547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dbe8c92704c3d" /><Relationship Type="http://schemas.openxmlformats.org/officeDocument/2006/relationships/notesMaster" Target="/ppt/notesMasters/notesMaster1.xml" Id="R4eecb3b37213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5c8beb194b44ba" /><Relationship Type="http://schemas.openxmlformats.org/officeDocument/2006/relationships/notesMaster" Target="/ppt/notesMasters/notesMaster1.xml" Id="R92dc846055fc4f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63989330d2421c" /><Relationship Type="http://schemas.openxmlformats.org/officeDocument/2006/relationships/notesMaster" Target="/ppt/notesMasters/notesMaster1.xml" Id="Rd7ac377cf86240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3c27fdded840ae" /><Relationship Type="http://schemas.openxmlformats.org/officeDocument/2006/relationships/notesMaster" Target="/ppt/notesMasters/notesMaster1.xml" Id="Rf2eef8ccfc424c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56aae1c21e45ee" /><Relationship Type="http://schemas.openxmlformats.org/officeDocument/2006/relationships/notesMaster" Target="/ppt/notesMasters/notesMaster1.xml" Id="R8bb7264111d44e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f2940cea424e07" /><Relationship Type="http://schemas.openxmlformats.org/officeDocument/2006/relationships/notesMaster" Target="/ppt/notesMasters/notesMaster1.xml" Id="R6cd267d0b4d743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deaad08e214f2d" /><Relationship Type="http://schemas.openxmlformats.org/officeDocument/2006/relationships/notesMaster" Target="/ppt/notesMasters/notesMaster1.xml" Id="Rc8d58cda8c7e42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a1d18a04174610" /><Relationship Type="http://schemas.openxmlformats.org/officeDocument/2006/relationships/notesMaster" Target="/ppt/notesMasters/notesMaster1.xml" Id="R6553c8be644d46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34e5dbbe140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7930d8b1204899" /><Relationship Type="http://schemas.openxmlformats.org/officeDocument/2006/relationships/slideLayout" Target="/ppt/slideLayouts/slideLayout1.xml" Id="Rda17338143bd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17338143bd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74b68ad5d4c2a" /><Relationship Type="http://schemas.openxmlformats.org/officeDocument/2006/relationships/image" Target="/ppt/media/image.png" Id="Rbf1c7eb6ab9046fe" /><Relationship Type="http://schemas.openxmlformats.org/officeDocument/2006/relationships/image" Target="/ppt/media/image2.png" Id="Rb34fcedd7f7240aa" /><Relationship Type="http://schemas.openxmlformats.org/officeDocument/2006/relationships/notesSlide" Target="/ppt/notesSlides/notesSlide1.xml" Id="R9709e6905491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adadf54824405" /><Relationship Type="http://schemas.openxmlformats.org/officeDocument/2006/relationships/notesSlide" Target="/ppt/notesSlides/notesSlide2.xml" Id="R9e496d3a9f0d40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c8c0c11cf4e13" /><Relationship Type="http://schemas.openxmlformats.org/officeDocument/2006/relationships/notesSlide" Target="/ppt/notesSlides/notesSlide3.xml" Id="R58afb172deec45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280d9d9b447d8" /><Relationship Type="http://schemas.openxmlformats.org/officeDocument/2006/relationships/notesSlide" Target="/ppt/notesSlides/notesSlide4.xml" Id="R0ba0cf377555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5d77727634df6" /><Relationship Type="http://schemas.openxmlformats.org/officeDocument/2006/relationships/notesSlide" Target="/ppt/notesSlides/notesSlide5.xml" Id="Ra7efabc4659242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4f244c550447f" /><Relationship Type="http://schemas.openxmlformats.org/officeDocument/2006/relationships/notesSlide" Target="/ppt/notesSlides/notesSlide6.xml" Id="R9b71c2d0b3d344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c847d0ec04a88" /><Relationship Type="http://schemas.openxmlformats.org/officeDocument/2006/relationships/notesSlide" Target="/ppt/notesSlides/notesSlide7.xml" Id="R125e83a8c94543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39302ef26439a" /><Relationship Type="http://schemas.openxmlformats.org/officeDocument/2006/relationships/notesSlide" Target="/ppt/notesSlides/notesSlide8.xml" Id="R8084d673df0341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4ccd1798e4aef" /><Relationship Type="http://schemas.openxmlformats.org/officeDocument/2006/relationships/image" Target="/ppt/media/image3.png" Id="Rf59be4b97c4a4c4d" /><Relationship Type="http://schemas.openxmlformats.org/officeDocument/2006/relationships/image" Target="/ppt/media/image4.png" Id="R8a8dd4bfc31b424c" /><Relationship Type="http://schemas.openxmlformats.org/officeDocument/2006/relationships/image" Target="/ppt/media/image5.png" Id="R6e0d4be9f09d4ba9" /><Relationship Type="http://schemas.openxmlformats.org/officeDocument/2006/relationships/image" Target="/ppt/media/image6.png" Id="R9b9053acceb545b2" /><Relationship Type="http://schemas.openxmlformats.org/officeDocument/2006/relationships/image" Target="/ppt/media/image7.png" Id="Re3cbfc3d0f004286" /><Relationship Type="http://schemas.openxmlformats.org/officeDocument/2006/relationships/image" Target="/ppt/media/image8.png" Id="R3b08bf3459c74de1" /><Relationship Type="http://schemas.openxmlformats.org/officeDocument/2006/relationships/image" Target="/ppt/media/image9.png" Id="Re1c21e2473fa480c" /><Relationship Type="http://schemas.openxmlformats.org/officeDocument/2006/relationships/image" Target="/ppt/media/image10.png" Id="R4712844d438d4029" /><Relationship Type="http://schemas.openxmlformats.org/officeDocument/2006/relationships/image" Target="/ppt/media/image11.png" Id="R6d001c8010ef46c8" /><Relationship Type="http://schemas.openxmlformats.org/officeDocument/2006/relationships/image" Target="/ppt/media/image12.png" Id="Rf2b07b195e024982" /><Relationship Type="http://schemas.openxmlformats.org/officeDocument/2006/relationships/image" Target="/ppt/media/image13.png" Id="R94ff77d3732547f8" /><Relationship Type="http://schemas.openxmlformats.org/officeDocument/2006/relationships/image" Target="/ppt/media/image14.png" Id="Rf0d71b1592fb48c9" /><Relationship Type="http://schemas.openxmlformats.org/officeDocument/2006/relationships/image" Target="/ppt/media/image15.png" Id="R0d7618fb71a2476b" /><Relationship Type="http://schemas.openxmlformats.org/officeDocument/2006/relationships/image" Target="/ppt/media/image16.png" Id="R72c9b95ec15d49da" /><Relationship Type="http://schemas.openxmlformats.org/officeDocument/2006/relationships/image" Target="/ppt/media/image17.png" Id="Ra8a9c12da7874e52" /><Relationship Type="http://schemas.openxmlformats.org/officeDocument/2006/relationships/image" Target="/ppt/media/image18.png" Id="R766a529a64a841e2" /><Relationship Type="http://schemas.openxmlformats.org/officeDocument/2006/relationships/image" Target="/ppt/media/image19.png" Id="R9a9437cbfc21429a" /><Relationship Type="http://schemas.openxmlformats.org/officeDocument/2006/relationships/image" Target="/ppt/media/image20.png" Id="Red71b4673c594575" /><Relationship Type="http://schemas.openxmlformats.org/officeDocument/2006/relationships/image" Target="/ppt/media/image21.png" Id="R0cac608b84354454" /><Relationship Type="http://schemas.openxmlformats.org/officeDocument/2006/relationships/image" Target="/ppt/media/image22.png" Id="R521120808c8d43d1" /><Relationship Type="http://schemas.openxmlformats.org/officeDocument/2006/relationships/notesSlide" Target="/ppt/notesSlides/notesSlide9.xml" Id="Rc06fbc65f72541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c427c0b484899" /><Relationship Type="http://schemas.openxmlformats.org/officeDocument/2006/relationships/notesSlide" Target="/ppt/notesSlides/notesSlide10.xml" Id="Rf0c3d01f4aea4b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d4ea654fa43ab" /><Relationship Type="http://schemas.openxmlformats.org/officeDocument/2006/relationships/notesSlide" Target="/ppt/notesSlides/notesSlide11.xml" Id="Rc7a95106f84f47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9627794954315" /><Relationship Type="http://schemas.openxmlformats.org/officeDocument/2006/relationships/notesSlide" Target="/ppt/notesSlides/notesSlide12.xml" Id="R3030ee98a3ba47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f1c7eb6ab9046f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fcedd7f7240aa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Industrial AI is already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running inside real factories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FDE PROJECT WORK | Turning commerce and manufacturing workflows into working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brands above come from public company materials for industry reference; they do not imply an FDE client or partner relationship. Company names are omitted from the cases below.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be4b97c4a4c4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dd4bfc31b424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d4be9f09d4ba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053acceb545b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3cbfc3d0f00428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b08bf3459c74de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1c21e2473fa480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712844d438d402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d001c8010ef46c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2b07b195e02498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4ff77d3732547f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0d71b1592fb48c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70214D-CCC0-4516-B0A8-14B2176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d7618fb71a2476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91F24F-D05D-4934-831F-685A4AE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2c9b95ec15d49d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E1643-40D6-44D0-9E27-E87EBA4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8a9c12da7874e5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852D9D-65A3-4B21-A111-C09707E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66a529a64a841e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5516C-37E9-4B19-AAED-035A70C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a9437cbfc21429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B8158C-2FD9-4BBD-A408-55BC5690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d71b4673c59457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230E41-62DC-4128-A81D-0F8CFB4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cac608b8435445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D60608-104E-4D25-AB5B-2FAF332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21120808c8d43d1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2026-08-25T02:01:01.4900000Z</dcterms:created>
  <dcterms:modified xsi:type="dcterms:W3CDTF">2026-08-25T02:01:01.4900000Z</dcterms:modified>
</coreProperties>
</file>