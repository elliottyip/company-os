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b1947397b64a2a" /><Relationship Type="http://schemas.openxmlformats.org/officeDocument/2006/relationships/extended-properties" Target="/docProps/app.xml" Id="R63b83f743fd54a3b" /><Relationship Type="http://schemas.openxmlformats.org/officeDocument/2006/relationships/officeDocument" Target="/ppt/presentation.xml" Id="R593744a9493f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7fd12316044b7a"/>
  </p:sldMasterIdLst>
  <p:notesMasterIdLst>
    <p:notesMasterId xmlns:r="http://schemas.openxmlformats.org/officeDocument/2006/relationships" r:id="R3f8f0792d7b1405c"/>
  </p:notesMasterIdLst>
  <p:sldIdLst>
    <p:sldId xmlns:r="http://schemas.openxmlformats.org/officeDocument/2006/relationships" id="256" r:id="Rb675875c6f9a4569"/>
    <p:sldId xmlns:r="http://schemas.openxmlformats.org/officeDocument/2006/relationships" id="257" r:id="R1387df4500a0488d"/>
    <p:sldId xmlns:r="http://schemas.openxmlformats.org/officeDocument/2006/relationships" id="258" r:id="R39b594333ba74ff9"/>
    <p:sldId xmlns:r="http://schemas.openxmlformats.org/officeDocument/2006/relationships" id="259" r:id="R4cc0af6e8cc347bf"/>
    <p:sldId xmlns:r="http://schemas.openxmlformats.org/officeDocument/2006/relationships" id="260" r:id="R21c033a1c1aa4baf"/>
    <p:sldId xmlns:r="http://schemas.openxmlformats.org/officeDocument/2006/relationships" id="261" r:id="R80b79a9e445c4b43"/>
    <p:sldId xmlns:r="http://schemas.openxmlformats.org/officeDocument/2006/relationships" id="262" r:id="Rf5867a486b7c49be"/>
    <p:sldId xmlns:r="http://schemas.openxmlformats.org/officeDocument/2006/relationships" id="263" r:id="Raeb2991affba4b6e"/>
    <p:sldId xmlns:r="http://schemas.openxmlformats.org/officeDocument/2006/relationships" id="264" r:id="Reee1448560c7496a"/>
    <p:sldId xmlns:r="http://schemas.openxmlformats.org/officeDocument/2006/relationships" id="265" r:id="R243ce899a3db471d"/>
    <p:sldId xmlns:r="http://schemas.openxmlformats.org/officeDocument/2006/relationships" id="266" r:id="R0de2ef00fc8b4b61"/>
    <p:sldId xmlns:r="http://schemas.openxmlformats.org/officeDocument/2006/relationships" id="267" r:id="Rd12bf45d5b474fc4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c26cf0e1f4976" /><Relationship Type="http://schemas.openxmlformats.org/officeDocument/2006/relationships/slideMaster" Target="/ppt/slideMasters/slideMaster1.xml" Id="R3a7fd12316044b7a" /><Relationship Type="http://schemas.openxmlformats.org/officeDocument/2006/relationships/notesMaster" Target="/ppt/notesMasters/notesMaster1.xml" Id="R3f8f0792d7b1405c" /><Relationship Type="http://schemas.openxmlformats.org/officeDocument/2006/relationships/presProps" Target="/ppt/presProps.xml" Id="R6b5a1980bf7948ec" /><Relationship Type="http://schemas.openxmlformats.org/officeDocument/2006/relationships/tableStyles" Target="/ppt/tableStyles.xml" Id="R95af3adf41e94cfe" /><Relationship Type="http://schemas.openxmlformats.org/officeDocument/2006/relationships/slide" Target="/ppt/slides/slide1.xml" Id="Rb675875c6f9a4569" /><Relationship Type="http://schemas.openxmlformats.org/officeDocument/2006/relationships/slide" Target="/ppt/slides/slide2.xml" Id="R1387df4500a0488d" /><Relationship Type="http://schemas.openxmlformats.org/officeDocument/2006/relationships/slide" Target="/ppt/slides/slide3.xml" Id="R39b594333ba74ff9" /><Relationship Type="http://schemas.openxmlformats.org/officeDocument/2006/relationships/slide" Target="/ppt/slides/slide4.xml" Id="R4cc0af6e8cc347bf" /><Relationship Type="http://schemas.openxmlformats.org/officeDocument/2006/relationships/slide" Target="/ppt/slides/slide5.xml" Id="R21c033a1c1aa4baf" /><Relationship Type="http://schemas.openxmlformats.org/officeDocument/2006/relationships/slide" Target="/ppt/slides/slide6.xml" Id="R80b79a9e445c4b43" /><Relationship Type="http://schemas.openxmlformats.org/officeDocument/2006/relationships/slide" Target="/ppt/slides/slide7.xml" Id="Rf5867a486b7c49be" /><Relationship Type="http://schemas.openxmlformats.org/officeDocument/2006/relationships/slide" Target="/ppt/slides/slide8.xml" Id="Raeb2991affba4b6e" /><Relationship Type="http://schemas.openxmlformats.org/officeDocument/2006/relationships/slide" Target="/ppt/slides/slide9.xml" Id="Reee1448560c7496a" /><Relationship Type="http://schemas.openxmlformats.org/officeDocument/2006/relationships/slide" Target="/ppt/slides/slide10.xml" Id="R243ce899a3db471d" /><Relationship Type="http://schemas.openxmlformats.org/officeDocument/2006/relationships/slide" Target="/ppt/slides/slide11.xml" Id="R0de2ef00fc8b4b61" /><Relationship Type="http://schemas.openxmlformats.org/officeDocument/2006/relationships/slide" Target="/ppt/slides/slide12.xml" Id="Rd12bf45d5b47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bdbe3a1f2d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9f9f5fea144407" /><Relationship Type="http://schemas.openxmlformats.org/officeDocument/2006/relationships/notesMaster" Target="/ppt/notesMasters/notesMaster1.xml" Id="Rf6bc3158327640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b5fd911ed485b" /><Relationship Type="http://schemas.openxmlformats.org/officeDocument/2006/relationships/notesMaster" Target="/ppt/notesMasters/notesMaster1.xml" Id="R2b09409b9c5049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09251c6a714226" /><Relationship Type="http://schemas.openxmlformats.org/officeDocument/2006/relationships/notesMaster" Target="/ppt/notesMasters/notesMaster1.xml" Id="R60dd0fe956da42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b83ea7f7b5452b" /><Relationship Type="http://schemas.openxmlformats.org/officeDocument/2006/relationships/notesMaster" Target="/ppt/notesMasters/notesMaster1.xml" Id="R1c25d1dbc697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f39e5e6f84e7b" /><Relationship Type="http://schemas.openxmlformats.org/officeDocument/2006/relationships/notesMaster" Target="/ppt/notesMasters/notesMaster1.xml" Id="Rb616e487052341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350393adb24b99" /><Relationship Type="http://schemas.openxmlformats.org/officeDocument/2006/relationships/notesMaster" Target="/ppt/notesMasters/notesMaster1.xml" Id="R7d8783ec55a145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9bda2fad7549a9" /><Relationship Type="http://schemas.openxmlformats.org/officeDocument/2006/relationships/notesMaster" Target="/ppt/notesMasters/notesMaster1.xml" Id="Rfb5e47f6cc6a40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09dc3d09ac43bd" /><Relationship Type="http://schemas.openxmlformats.org/officeDocument/2006/relationships/notesMaster" Target="/ppt/notesMasters/notesMaster1.xml" Id="R8f50305e52de41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b98e7a253347d5" /><Relationship Type="http://schemas.openxmlformats.org/officeDocument/2006/relationships/notesMaster" Target="/ppt/notesMasters/notesMaster1.xml" Id="R83a52b08f13b45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eee5ecd60d4698" /><Relationship Type="http://schemas.openxmlformats.org/officeDocument/2006/relationships/notesMaster" Target="/ppt/notesMasters/notesMaster1.xml" Id="Rdb772324c6ed4a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ca0b832a7d4fa9" /><Relationship Type="http://schemas.openxmlformats.org/officeDocument/2006/relationships/notesMaster" Target="/ppt/notesMasters/notesMaster1.xml" Id="Rd1add109f9ca42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f1dddc5820489e" /><Relationship Type="http://schemas.openxmlformats.org/officeDocument/2006/relationships/notesMaster" Target="/ppt/notesMasters/notesMaster1.xml" Id="Rb940e029d83b4f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e563602334c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9ae1673f8f4848" /><Relationship Type="http://schemas.openxmlformats.org/officeDocument/2006/relationships/slideLayout" Target="/ppt/slideLayouts/slideLayout1.xml" Id="R3fb60126e6aa40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60126e6aa40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1426be495464c" /><Relationship Type="http://schemas.openxmlformats.org/officeDocument/2006/relationships/image" Target="/ppt/media/image.png" Id="Rc43b8d29ae40463e" /><Relationship Type="http://schemas.openxmlformats.org/officeDocument/2006/relationships/image" Target="/ppt/media/image2.png" Id="R7716e7346b644c9c" /><Relationship Type="http://schemas.openxmlformats.org/officeDocument/2006/relationships/notesSlide" Target="/ppt/notesSlides/notesSlide1.xml" Id="R0f971709bf9e42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10f52f63b4a54" /><Relationship Type="http://schemas.openxmlformats.org/officeDocument/2006/relationships/notesSlide" Target="/ppt/notesSlides/notesSlide2.xml" Id="R63c05f610cc745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5831414a4682" /><Relationship Type="http://schemas.openxmlformats.org/officeDocument/2006/relationships/notesSlide" Target="/ppt/notesSlides/notesSlide3.xml" Id="Rb992a1fd0d4a46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bdf2f0f694741" /><Relationship Type="http://schemas.openxmlformats.org/officeDocument/2006/relationships/notesSlide" Target="/ppt/notesSlides/notesSlide4.xml" Id="R3a126b4f5e2c46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af5382dcd4d63" /><Relationship Type="http://schemas.openxmlformats.org/officeDocument/2006/relationships/notesSlide" Target="/ppt/notesSlides/notesSlide5.xml" Id="R52815d6a31294d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b8912cf6b4b04" /><Relationship Type="http://schemas.openxmlformats.org/officeDocument/2006/relationships/notesSlide" Target="/ppt/notesSlides/notesSlide6.xml" Id="R78abe0d57ebf4d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0a0fd1ef54a8b" /><Relationship Type="http://schemas.openxmlformats.org/officeDocument/2006/relationships/notesSlide" Target="/ppt/notesSlides/notesSlide7.xml" Id="Rf11585c357b045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73aabe3834142" /><Relationship Type="http://schemas.openxmlformats.org/officeDocument/2006/relationships/notesSlide" Target="/ppt/notesSlides/notesSlide8.xml" Id="R8d6fd0d5504043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1411b94ac4a42" /><Relationship Type="http://schemas.openxmlformats.org/officeDocument/2006/relationships/image" Target="/ppt/media/image3.png" Id="R941abd5568f04e8a" /><Relationship Type="http://schemas.openxmlformats.org/officeDocument/2006/relationships/image" Target="/ppt/media/image4.png" Id="Rde0ae1566a464767" /><Relationship Type="http://schemas.openxmlformats.org/officeDocument/2006/relationships/image" Target="/ppt/media/image5.png" Id="R136f60d997404501" /><Relationship Type="http://schemas.openxmlformats.org/officeDocument/2006/relationships/image" Target="/ppt/media/image6.png" Id="Racb6de967b7a4a7e" /><Relationship Type="http://schemas.openxmlformats.org/officeDocument/2006/relationships/image" Target="/ppt/media/image7.png" Id="R60bc71693bc04c40" /><Relationship Type="http://schemas.openxmlformats.org/officeDocument/2006/relationships/image" Target="/ppt/media/image8.png" Id="Rc15daf779e1c40e5" /><Relationship Type="http://schemas.openxmlformats.org/officeDocument/2006/relationships/image" Target="/ppt/media/image9.png" Id="R5e41621719df44cb" /><Relationship Type="http://schemas.openxmlformats.org/officeDocument/2006/relationships/image" Target="/ppt/media/image10.png" Id="R2b79c3cf496249dd" /><Relationship Type="http://schemas.openxmlformats.org/officeDocument/2006/relationships/image" Target="/ppt/media/image11.png" Id="R4344ea1f8a6f4e23" /><Relationship Type="http://schemas.openxmlformats.org/officeDocument/2006/relationships/image" Target="/ppt/media/image12.png" Id="R2b24218e35034fb1" /><Relationship Type="http://schemas.openxmlformats.org/officeDocument/2006/relationships/image" Target="/ppt/media/image13.png" Id="Rcf7a3327c8f4415c" /><Relationship Type="http://schemas.openxmlformats.org/officeDocument/2006/relationships/image" Target="/ppt/media/image14.png" Id="R4d3a2dcfbec747fa" /><Relationship Type="http://schemas.openxmlformats.org/officeDocument/2006/relationships/notesSlide" Target="/ppt/notesSlides/notesSlide9.xml" Id="Rea5c861501334b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82a32afdf4913" /><Relationship Type="http://schemas.openxmlformats.org/officeDocument/2006/relationships/notesSlide" Target="/ppt/notesSlides/notesSlide10.xml" Id="R8d6c266ad0e440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d82bb82974480" /><Relationship Type="http://schemas.openxmlformats.org/officeDocument/2006/relationships/notesSlide" Target="/ppt/notesSlides/notesSlide11.xml" Id="Rd415d965aab94a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336045b234664" /><Relationship Type="http://schemas.openxmlformats.org/officeDocument/2006/relationships/notesSlide" Target="/ppt/notesSlides/notesSlide12.xml" Id="R84d154c0465f4f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43b8d29ae40463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6e7346b644c9c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国际制造业已经把 AI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放进真实生产流程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FDE 项目实践｜从业务现场出发，把跨境电商与制造流程做成可用系统。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上方品牌来自企业官网公开资料，仅作行业实践参考，不代表 FDE 客户或合作关系；以下案例不展示具体公司名称。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abd5568f04e8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ae1566a46476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f60d9974045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6de967b7a4a7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0bc71693bc04c4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15daf779e1c40e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e41621719df44c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b79c3cf496249d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344ea1f8a6f4e2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b24218e35034fb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f7a3327c8f4415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d3a2dcfbec747fa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2026-08-25T01:58:37.0590000Z</dcterms:created>
  <dcterms:modified xsi:type="dcterms:W3CDTF">2026-08-25T01:58:37.0590000Z</dcterms:modified>
</coreProperties>
</file>