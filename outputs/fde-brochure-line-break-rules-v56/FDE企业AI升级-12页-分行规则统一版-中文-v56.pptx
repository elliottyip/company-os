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4a70345554f87" /><Relationship Type="http://schemas.openxmlformats.org/officeDocument/2006/relationships/extended-properties" Target="/docProps/app.xml" Id="R5aa38804a57f4f5e" /><Relationship Type="http://schemas.openxmlformats.org/officeDocument/2006/relationships/officeDocument" Target="/ppt/presentation.xml" Id="Rd718573752f949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a6923726347dd"/>
  </p:sldMasterIdLst>
  <p:notesMasterIdLst>
    <p:notesMasterId xmlns:r="http://schemas.openxmlformats.org/officeDocument/2006/relationships" r:id="Rd13eb80332144f90"/>
  </p:notesMasterIdLst>
  <p:sldIdLst>
    <p:sldId xmlns:r="http://schemas.openxmlformats.org/officeDocument/2006/relationships" id="256" r:id="R59afd97e22d44671"/>
    <p:sldId xmlns:r="http://schemas.openxmlformats.org/officeDocument/2006/relationships" id="257" r:id="R09ddfd5483934c2f"/>
    <p:sldId xmlns:r="http://schemas.openxmlformats.org/officeDocument/2006/relationships" id="258" r:id="Rca7c3de012074ce4"/>
    <p:sldId xmlns:r="http://schemas.openxmlformats.org/officeDocument/2006/relationships" id="259" r:id="R411f56db703b4987"/>
    <p:sldId xmlns:r="http://schemas.openxmlformats.org/officeDocument/2006/relationships" id="260" r:id="R1d7490e99ccf49f8"/>
    <p:sldId xmlns:r="http://schemas.openxmlformats.org/officeDocument/2006/relationships" id="261" r:id="Re80be838caf24fbf"/>
    <p:sldId xmlns:r="http://schemas.openxmlformats.org/officeDocument/2006/relationships" id="262" r:id="Rd096ceb1fbd34aa0"/>
    <p:sldId xmlns:r="http://schemas.openxmlformats.org/officeDocument/2006/relationships" id="263" r:id="Rb5774cce13584253"/>
    <p:sldId xmlns:r="http://schemas.openxmlformats.org/officeDocument/2006/relationships" id="264" r:id="R32985ba50e4e474a"/>
    <p:sldId xmlns:r="http://schemas.openxmlformats.org/officeDocument/2006/relationships" id="265" r:id="Rdc06eb2b321f4d4f"/>
    <p:sldId xmlns:r="http://schemas.openxmlformats.org/officeDocument/2006/relationships" id="266" r:id="R18a1443ce9d04ebb"/>
    <p:sldId xmlns:r="http://schemas.openxmlformats.org/officeDocument/2006/relationships" id="267" r:id="R9c13d768c2504ef9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00543f91874c8d" /><Relationship Type="http://schemas.openxmlformats.org/officeDocument/2006/relationships/slideMaster" Target="/ppt/slideMasters/slideMaster1.xml" Id="R388a6923726347dd" /><Relationship Type="http://schemas.openxmlformats.org/officeDocument/2006/relationships/notesMaster" Target="/ppt/notesMasters/notesMaster1.xml" Id="Rd13eb80332144f90" /><Relationship Type="http://schemas.openxmlformats.org/officeDocument/2006/relationships/presProps" Target="/ppt/presProps.xml" Id="Rfeb7dd897e724ec6" /><Relationship Type="http://schemas.openxmlformats.org/officeDocument/2006/relationships/tableStyles" Target="/ppt/tableStyles.xml" Id="R974b67a229214c5a" /><Relationship Type="http://schemas.openxmlformats.org/officeDocument/2006/relationships/slide" Target="/ppt/slides/slide1.xml" Id="R59afd97e22d44671" /><Relationship Type="http://schemas.openxmlformats.org/officeDocument/2006/relationships/slide" Target="/ppt/slides/slide2.xml" Id="R09ddfd5483934c2f" /><Relationship Type="http://schemas.openxmlformats.org/officeDocument/2006/relationships/slide" Target="/ppt/slides/slide3.xml" Id="Rca7c3de012074ce4" /><Relationship Type="http://schemas.openxmlformats.org/officeDocument/2006/relationships/slide" Target="/ppt/slides/slide4.xml" Id="R411f56db703b4987" /><Relationship Type="http://schemas.openxmlformats.org/officeDocument/2006/relationships/slide" Target="/ppt/slides/slide5.xml" Id="R1d7490e99ccf49f8" /><Relationship Type="http://schemas.openxmlformats.org/officeDocument/2006/relationships/slide" Target="/ppt/slides/slide6.xml" Id="Re80be838caf24fbf" /><Relationship Type="http://schemas.openxmlformats.org/officeDocument/2006/relationships/slide" Target="/ppt/slides/slide7.xml" Id="Rd096ceb1fbd34aa0" /><Relationship Type="http://schemas.openxmlformats.org/officeDocument/2006/relationships/slide" Target="/ppt/slides/slide8.xml" Id="Rb5774cce13584253" /><Relationship Type="http://schemas.openxmlformats.org/officeDocument/2006/relationships/slide" Target="/ppt/slides/slide9.xml" Id="R32985ba50e4e474a" /><Relationship Type="http://schemas.openxmlformats.org/officeDocument/2006/relationships/slide" Target="/ppt/slides/slide10.xml" Id="Rdc06eb2b321f4d4f" /><Relationship Type="http://schemas.openxmlformats.org/officeDocument/2006/relationships/slide" Target="/ppt/slides/slide11.xml" Id="R18a1443ce9d04ebb" /><Relationship Type="http://schemas.openxmlformats.org/officeDocument/2006/relationships/slide" Target="/ppt/slides/slide12.xml" Id="R9c13d768c250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1c2c56b5e34f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ec7253195449a1" /><Relationship Type="http://schemas.openxmlformats.org/officeDocument/2006/relationships/notesMaster" Target="/ppt/notesMasters/notesMaster1.xml" Id="Re287dab5f72445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50f1f820804570" /><Relationship Type="http://schemas.openxmlformats.org/officeDocument/2006/relationships/notesMaster" Target="/ppt/notesMasters/notesMaster1.xml" Id="R0dc19a8924b044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f55a2cdf5a4dd9" /><Relationship Type="http://schemas.openxmlformats.org/officeDocument/2006/relationships/notesMaster" Target="/ppt/notesMasters/notesMaster1.xml" Id="R41947c785fc84e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dfb17cd29c42b6" /><Relationship Type="http://schemas.openxmlformats.org/officeDocument/2006/relationships/notesMaster" Target="/ppt/notesMasters/notesMaster1.xml" Id="Rfd6abcb3539046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2e0ccb0abc4ae4" /><Relationship Type="http://schemas.openxmlformats.org/officeDocument/2006/relationships/notesMaster" Target="/ppt/notesMasters/notesMaster1.xml" Id="R33d9e0e767d945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b0a8afb25f44c4" /><Relationship Type="http://schemas.openxmlformats.org/officeDocument/2006/relationships/notesMaster" Target="/ppt/notesMasters/notesMaster1.xml" Id="Rb6e59c1ced9448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be64ad49d84260" /><Relationship Type="http://schemas.openxmlformats.org/officeDocument/2006/relationships/notesMaster" Target="/ppt/notesMasters/notesMaster1.xml" Id="Re0519674f53f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f77ea3e72d41a2" /><Relationship Type="http://schemas.openxmlformats.org/officeDocument/2006/relationships/notesMaster" Target="/ppt/notesMasters/notesMaster1.xml" Id="Rea769dc5fae94a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c4ce9820c44136" /><Relationship Type="http://schemas.openxmlformats.org/officeDocument/2006/relationships/notesMaster" Target="/ppt/notesMasters/notesMaster1.xml" Id="R566d6d46c0c647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4290f798fa4f3d" /><Relationship Type="http://schemas.openxmlformats.org/officeDocument/2006/relationships/notesMaster" Target="/ppt/notesMasters/notesMaster1.xml" Id="R3e2b9513772047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2784a8841f4c53" /><Relationship Type="http://schemas.openxmlformats.org/officeDocument/2006/relationships/notesMaster" Target="/ppt/notesMasters/notesMaster1.xml" Id="Rc77584ecd06e43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751a4eb0a042bd" /><Relationship Type="http://schemas.openxmlformats.org/officeDocument/2006/relationships/notesMaster" Target="/ppt/notesMasters/notesMaster1.xml" Id="R802aa1d4c9264e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4ba1e069e40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660fa228e45e2" /><Relationship Type="http://schemas.openxmlformats.org/officeDocument/2006/relationships/slideLayout" Target="/ppt/slideLayouts/slideLayout1.xml" Id="R81087614a8be42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87614a8be42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ba09b7c7647a5" /><Relationship Type="http://schemas.openxmlformats.org/officeDocument/2006/relationships/image" Target="/ppt/media/image.png" Id="R587c16bd32274a7c" /><Relationship Type="http://schemas.openxmlformats.org/officeDocument/2006/relationships/image" Target="/ppt/media/image2.png" Id="R620a83e967484706" /><Relationship Type="http://schemas.openxmlformats.org/officeDocument/2006/relationships/notesSlide" Target="/ppt/notesSlides/notesSlide1.xml" Id="Rd84146ab71c244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a4018ddd64ab4" /><Relationship Type="http://schemas.openxmlformats.org/officeDocument/2006/relationships/notesSlide" Target="/ppt/notesSlides/notesSlide2.xml" Id="R5fa8f12f816a4b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f63fb62144750" /><Relationship Type="http://schemas.openxmlformats.org/officeDocument/2006/relationships/notesSlide" Target="/ppt/notesSlides/notesSlide3.xml" Id="Rd2b483068efa4f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3875bd027470d" /><Relationship Type="http://schemas.openxmlformats.org/officeDocument/2006/relationships/notesSlide" Target="/ppt/notesSlides/notesSlide4.xml" Id="Rc7fa6badf5e444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efd3761f24ba3" /><Relationship Type="http://schemas.openxmlformats.org/officeDocument/2006/relationships/notesSlide" Target="/ppt/notesSlides/notesSlide5.xml" Id="Rab573657557343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1e872ff014151" /><Relationship Type="http://schemas.openxmlformats.org/officeDocument/2006/relationships/notesSlide" Target="/ppt/notesSlides/notesSlide6.xml" Id="R5b180987b5e447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07de01d054b34" /><Relationship Type="http://schemas.openxmlformats.org/officeDocument/2006/relationships/notesSlide" Target="/ppt/notesSlides/notesSlide7.xml" Id="R7491f24b71924e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9ef90ec414b59" /><Relationship Type="http://schemas.openxmlformats.org/officeDocument/2006/relationships/notesSlide" Target="/ppt/notesSlides/notesSlide8.xml" Id="R2333039773714b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c7c5181834cc2" /><Relationship Type="http://schemas.openxmlformats.org/officeDocument/2006/relationships/image" Target="/ppt/media/image3.png" Id="R6275fa9046c448ab" /><Relationship Type="http://schemas.openxmlformats.org/officeDocument/2006/relationships/image" Target="/ppt/media/image4.png" Id="R2c939032a9d340c4" /><Relationship Type="http://schemas.openxmlformats.org/officeDocument/2006/relationships/image" Target="/ppt/media/image5.png" Id="R75663f9fcdac416c" /><Relationship Type="http://schemas.openxmlformats.org/officeDocument/2006/relationships/image" Target="/ppt/media/image6.png" Id="Rb2759a983786433c" /><Relationship Type="http://schemas.openxmlformats.org/officeDocument/2006/relationships/image" Target="/ppt/media/image7.png" Id="R9207a83149374ac5" /><Relationship Type="http://schemas.openxmlformats.org/officeDocument/2006/relationships/image" Target="/ppt/media/image8.png" Id="R105ac048fd3b400b" /><Relationship Type="http://schemas.openxmlformats.org/officeDocument/2006/relationships/notesSlide" Target="/ppt/notesSlides/notesSlide9.xml" Id="R604939b658fc4b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ceb6ba037485e" /><Relationship Type="http://schemas.openxmlformats.org/officeDocument/2006/relationships/notesSlide" Target="/ppt/notesSlides/notesSlide10.xml" Id="Re6967f2d302f45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bd16875624186" /><Relationship Type="http://schemas.openxmlformats.org/officeDocument/2006/relationships/notesSlide" Target="/ppt/notesSlides/notesSlide11.xml" Id="R61fb346afaf845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7f67c0e36442b" /><Relationship Type="http://schemas.openxmlformats.org/officeDocument/2006/relationships/image" Target="/ppt/media/image9.png" Id="R8f158738bfde47ac" /><Relationship Type="http://schemas.openxmlformats.org/officeDocument/2006/relationships/notesSlide" Target="/ppt/notesSlides/notesSlide12.xml" Id="R11eb7f2c731e4f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c16bd32274a7c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a83e967484706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31 个国家的 31,000 名员工。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81% 的受访领导者预计，未来 12—18 个月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已有超过 100 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自 2 月以来，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Codex 周活跃用户在法务部门增长 108 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在销售和招聘部门均增长 41 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在市场部门增长 26 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 AI 系统每年节省 5,390 万美元，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客户问题解决速度提高 87%，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</a:t>
            </a:r>
          </a:p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</a:t>
            </a:r>
          </a:p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整理商品资料，再逐项翻译、补齐属性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Agent 负责整理、翻译与规则检查，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五金与工艺要求结构化，连接订单库、BOM 和生产工单，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5fa9046c448a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39032a9d340c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63f9fcdac41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59a983786433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207a83149374ac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05ac048fd3b400b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也不是教员工多用几个 AI 工具。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它教企业的人怎么管理一支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</a:t>
            </a:r>
          </a:p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58738bfde47ac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2026-08-25T06:28:25.5120000Z</dcterms:created>
  <dcterms:modified xsi:type="dcterms:W3CDTF">2026-08-25T06:28:25.5120000Z</dcterms:modified>
</coreProperties>
</file>