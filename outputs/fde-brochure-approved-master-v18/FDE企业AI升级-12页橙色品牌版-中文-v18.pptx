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28a0157f80451c" /><Relationship Type="http://schemas.openxmlformats.org/officeDocument/2006/relationships/extended-properties" Target="/docProps/app.xml" Id="R2cd2b60b94504abc" /><Relationship Type="http://schemas.openxmlformats.org/officeDocument/2006/relationships/officeDocument" Target="/ppt/presentation.xml" Id="R7461c4639eb544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c51c9a8bb4964"/>
  </p:sldMasterIdLst>
  <p:notesMasterIdLst>
    <p:notesMasterId xmlns:r="http://schemas.openxmlformats.org/officeDocument/2006/relationships" r:id="Rd2a9ea8baa444db4"/>
  </p:notesMasterIdLst>
  <p:sldIdLst>
    <p:sldId xmlns:r="http://schemas.openxmlformats.org/officeDocument/2006/relationships" id="256" r:id="R4d9fb9d8abbb493a"/>
    <p:sldId xmlns:r="http://schemas.openxmlformats.org/officeDocument/2006/relationships" id="257" r:id="R267d287711cb4b57"/>
    <p:sldId xmlns:r="http://schemas.openxmlformats.org/officeDocument/2006/relationships" id="258" r:id="R222c8249568649b4"/>
    <p:sldId xmlns:r="http://schemas.openxmlformats.org/officeDocument/2006/relationships" id="259" r:id="Rbaea59c198d04261"/>
    <p:sldId xmlns:r="http://schemas.openxmlformats.org/officeDocument/2006/relationships" id="260" r:id="R58ca8038e8264590"/>
    <p:sldId xmlns:r="http://schemas.openxmlformats.org/officeDocument/2006/relationships" id="261" r:id="Ra6f5201bc249461b"/>
    <p:sldId xmlns:r="http://schemas.openxmlformats.org/officeDocument/2006/relationships" id="262" r:id="R4ed2872a2eca42a3"/>
    <p:sldId xmlns:r="http://schemas.openxmlformats.org/officeDocument/2006/relationships" id="263" r:id="Rcda7f74335704812"/>
    <p:sldId xmlns:r="http://schemas.openxmlformats.org/officeDocument/2006/relationships" id="264" r:id="R7bba882770b646b1"/>
    <p:sldId xmlns:r="http://schemas.openxmlformats.org/officeDocument/2006/relationships" id="265" r:id="R02832b766fcb4804"/>
    <p:sldId xmlns:r="http://schemas.openxmlformats.org/officeDocument/2006/relationships" id="266" r:id="R2787b766211c4f28"/>
    <p:sldId xmlns:r="http://schemas.openxmlformats.org/officeDocument/2006/relationships" id="267" r:id="Rc0b4493252df40c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d4dbca70e747c1" /><Relationship Type="http://schemas.openxmlformats.org/officeDocument/2006/relationships/slideMaster" Target="/ppt/slideMasters/slideMaster1.xml" Id="Rc99c51c9a8bb4964" /><Relationship Type="http://schemas.openxmlformats.org/officeDocument/2006/relationships/notesMaster" Target="/ppt/notesMasters/notesMaster1.xml" Id="Rd2a9ea8baa444db4" /><Relationship Type="http://schemas.openxmlformats.org/officeDocument/2006/relationships/presProps" Target="/ppt/presProps.xml" Id="Rae1af4113e2148c8" /><Relationship Type="http://schemas.openxmlformats.org/officeDocument/2006/relationships/tableStyles" Target="/ppt/tableStyles.xml" Id="R27d2d0bee5094d91" /><Relationship Type="http://schemas.openxmlformats.org/officeDocument/2006/relationships/slide" Target="/ppt/slides/slide1.xml" Id="R4d9fb9d8abbb493a" /><Relationship Type="http://schemas.openxmlformats.org/officeDocument/2006/relationships/slide" Target="/ppt/slides/slide2.xml" Id="R267d287711cb4b57" /><Relationship Type="http://schemas.openxmlformats.org/officeDocument/2006/relationships/slide" Target="/ppt/slides/slide3.xml" Id="R222c8249568649b4" /><Relationship Type="http://schemas.openxmlformats.org/officeDocument/2006/relationships/slide" Target="/ppt/slides/slide4.xml" Id="Rbaea59c198d04261" /><Relationship Type="http://schemas.openxmlformats.org/officeDocument/2006/relationships/slide" Target="/ppt/slides/slide5.xml" Id="R58ca8038e8264590" /><Relationship Type="http://schemas.openxmlformats.org/officeDocument/2006/relationships/slide" Target="/ppt/slides/slide6.xml" Id="Ra6f5201bc249461b" /><Relationship Type="http://schemas.openxmlformats.org/officeDocument/2006/relationships/slide" Target="/ppt/slides/slide7.xml" Id="R4ed2872a2eca42a3" /><Relationship Type="http://schemas.openxmlformats.org/officeDocument/2006/relationships/slide" Target="/ppt/slides/slide8.xml" Id="Rcda7f74335704812" /><Relationship Type="http://schemas.openxmlformats.org/officeDocument/2006/relationships/slide" Target="/ppt/slides/slide9.xml" Id="R7bba882770b646b1" /><Relationship Type="http://schemas.openxmlformats.org/officeDocument/2006/relationships/slide" Target="/ppt/slides/slide10.xml" Id="R02832b766fcb4804" /><Relationship Type="http://schemas.openxmlformats.org/officeDocument/2006/relationships/slide" Target="/ppt/slides/slide11.xml" Id="R2787b766211c4f28" /><Relationship Type="http://schemas.openxmlformats.org/officeDocument/2006/relationships/slide" Target="/ppt/slides/slide12.xml" Id="Rc0b4493252df40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516dbddc6c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1217c3eda444ce" /><Relationship Type="http://schemas.openxmlformats.org/officeDocument/2006/relationships/notesMaster" Target="/ppt/notesMasters/notesMaster1.xml" Id="R3a7a4b97fb6945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613a260fa84ea1" /><Relationship Type="http://schemas.openxmlformats.org/officeDocument/2006/relationships/notesMaster" Target="/ppt/notesMasters/notesMaster1.xml" Id="Re1fa4054030e4e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2b964628c24c7c" /><Relationship Type="http://schemas.openxmlformats.org/officeDocument/2006/relationships/notesMaster" Target="/ppt/notesMasters/notesMaster1.xml" Id="Rbe6eb23b85ab48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9028e424944f45" /><Relationship Type="http://schemas.openxmlformats.org/officeDocument/2006/relationships/notesMaster" Target="/ppt/notesMasters/notesMaster1.xml" Id="Rb5f0e23406d8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be29154504467f" /><Relationship Type="http://schemas.openxmlformats.org/officeDocument/2006/relationships/notesMaster" Target="/ppt/notesMasters/notesMaster1.xml" Id="R123cd146e6b344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0d80b40d92417f" /><Relationship Type="http://schemas.openxmlformats.org/officeDocument/2006/relationships/notesMaster" Target="/ppt/notesMasters/notesMaster1.xml" Id="R0bf8b77e08d6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2c26f1c2cc4451" /><Relationship Type="http://schemas.openxmlformats.org/officeDocument/2006/relationships/notesMaster" Target="/ppt/notesMasters/notesMaster1.xml" Id="R7bbbdd9bd57347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1dd3f2f2174851" /><Relationship Type="http://schemas.openxmlformats.org/officeDocument/2006/relationships/notesMaster" Target="/ppt/notesMasters/notesMaster1.xml" Id="R6701d5f307604d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6ea00ee3254031" /><Relationship Type="http://schemas.openxmlformats.org/officeDocument/2006/relationships/notesMaster" Target="/ppt/notesMasters/notesMaster1.xml" Id="Rdabbe4e5ef664c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08c04010854e8a" /><Relationship Type="http://schemas.openxmlformats.org/officeDocument/2006/relationships/notesMaster" Target="/ppt/notesMasters/notesMaster1.xml" Id="Re9b727e3c0bc4c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d6016bbc064d5e" /><Relationship Type="http://schemas.openxmlformats.org/officeDocument/2006/relationships/notesMaster" Target="/ppt/notesMasters/notesMaster1.xml" Id="R9cdb606d80e343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f06a102aba4e6b" /><Relationship Type="http://schemas.openxmlformats.org/officeDocument/2006/relationships/notesMaster" Target="/ppt/notesMasters/notesMaster1.xml" Id="R55407753a5a9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docs/marketing/assets/fde-natural-orange-canyon-v4.png</a:t>
            </a:r>
          </a:p>
          <a:p xmlns:a="http://schemas.openxmlformats.org/drawingml/2006/main">
            <a:r>
              <a:t>- docs/marketing/assets/fde-logo-orange-v1.png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c53e5899c48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ee9e5fcfbb482a" /><Relationship Type="http://schemas.openxmlformats.org/officeDocument/2006/relationships/slideLayout" Target="/ppt/slideLayouts/slideLayout1.xml" Id="R5e7385c1a59245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385c1a59245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957e7787441ce" /><Relationship Type="http://schemas.openxmlformats.org/officeDocument/2006/relationships/image" Target="/ppt/media/image.png" Id="R7fe5456b6a524340" /><Relationship Type="http://schemas.openxmlformats.org/officeDocument/2006/relationships/image" Target="/ppt/media/image2.png" Id="R1005a3886d394d58" /><Relationship Type="http://schemas.openxmlformats.org/officeDocument/2006/relationships/notesSlide" Target="/ppt/notesSlides/notesSlide1.xml" Id="Raa318af5775247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97489f0a4d68" /><Relationship Type="http://schemas.openxmlformats.org/officeDocument/2006/relationships/image" Target="/ppt/media/image3.png" Id="R195ee999ad9945a0" /><Relationship Type="http://schemas.openxmlformats.org/officeDocument/2006/relationships/notesSlide" Target="/ppt/notesSlides/notesSlide2.xml" Id="Rce053834f90f40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06ed8e2a24367" /><Relationship Type="http://schemas.openxmlformats.org/officeDocument/2006/relationships/image" Target="/ppt/media/image4.png" Id="Rc6684c61b8104b74" /><Relationship Type="http://schemas.openxmlformats.org/officeDocument/2006/relationships/notesSlide" Target="/ppt/notesSlides/notesSlide3.xml" Id="Re286b101563b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c41b7e1a94871" /><Relationship Type="http://schemas.openxmlformats.org/officeDocument/2006/relationships/image" Target="/ppt/media/image5.png" Id="Rd46f36088bc842d1" /><Relationship Type="http://schemas.openxmlformats.org/officeDocument/2006/relationships/notesSlide" Target="/ppt/notesSlides/notesSlide4.xml" Id="R74f19a6abbc6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551f49b774c06" /><Relationship Type="http://schemas.openxmlformats.org/officeDocument/2006/relationships/image" Target="/ppt/media/image6.png" Id="R5819d5bec2af4232" /><Relationship Type="http://schemas.openxmlformats.org/officeDocument/2006/relationships/notesSlide" Target="/ppt/notesSlides/notesSlide5.xml" Id="Re3715e66c42b46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5fd4506c4422c" /><Relationship Type="http://schemas.openxmlformats.org/officeDocument/2006/relationships/image" Target="/ppt/media/image7.png" Id="R403e0bcded954ee6" /><Relationship Type="http://schemas.openxmlformats.org/officeDocument/2006/relationships/notesSlide" Target="/ppt/notesSlides/notesSlide6.xml" Id="Rdd4d69eb642845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29ca46de740bd" /><Relationship Type="http://schemas.openxmlformats.org/officeDocument/2006/relationships/image" Target="/ppt/media/image8.png" Id="Rfb07df3071e3445a" /><Relationship Type="http://schemas.openxmlformats.org/officeDocument/2006/relationships/notesSlide" Target="/ppt/notesSlides/notesSlide7.xml" Id="R64cab3184e8542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9082564ff46a9" /><Relationship Type="http://schemas.openxmlformats.org/officeDocument/2006/relationships/image" Target="/ppt/media/image9.png" Id="R1175d64f27a74f29" /><Relationship Type="http://schemas.openxmlformats.org/officeDocument/2006/relationships/notesSlide" Target="/ppt/notesSlides/notesSlide8.xml" Id="R38dcad89604e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f030b8ea4413d" /><Relationship Type="http://schemas.openxmlformats.org/officeDocument/2006/relationships/image" Target="/ppt/media/image10.png" Id="R28182905c576464d" /><Relationship Type="http://schemas.openxmlformats.org/officeDocument/2006/relationships/notesSlide" Target="/ppt/notesSlides/notesSlide9.xml" Id="R3551135a469847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1b0e3589347c3" /><Relationship Type="http://schemas.openxmlformats.org/officeDocument/2006/relationships/image" Target="/ppt/media/image11.png" Id="R1fa1458eb4af4238" /><Relationship Type="http://schemas.openxmlformats.org/officeDocument/2006/relationships/notesSlide" Target="/ppt/notesSlides/notesSlide10.xml" Id="R8d3839b2ce1649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9f30312c9485d" /><Relationship Type="http://schemas.openxmlformats.org/officeDocument/2006/relationships/image" Target="/ppt/media/image12.png" Id="Rd1ca2ec2987c4443" /><Relationship Type="http://schemas.openxmlformats.org/officeDocument/2006/relationships/notesSlide" Target="/ppt/notesSlides/notesSlide11.xml" Id="Rccd04f03fc0c46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7d73562bb4d9e" /><Relationship Type="http://schemas.openxmlformats.org/officeDocument/2006/relationships/image" Target="/ppt/media/image13.png" Id="Rf2cfa9f09f174827" /><Relationship Type="http://schemas.openxmlformats.org/officeDocument/2006/relationships/notesSlide" Target="/ppt/notesSlides/notesSlide12.xml" Id="Rdb0bef472f4e4d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fe5456b6a52434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5a3886d394d58"/>
          <a:stretch xmlns:a="http://schemas.openxmlformats.org/drawingml/2006/main"/>
        </p:blipFill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ee999ad9945a0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84c61b8104b74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f36088bc842d1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9d5bec2af4232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e0bcded954ee6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7df3071e3445a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5d64f27a74f29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82905c576464d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1458eb4af4238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a2ec2987c4443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a9f09f174827"/>
          <a:stretch xmlns:a="http://schemas.openxmlformats.org/drawingml/2006/main"/>
        </p:blipFill>
        <p:spPr>
          <a:xfrm xmlns:a="http://schemas.openxmlformats.org/drawingml/2006/main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2026-08-24T08:41:15.1790000Z</dcterms:created>
  <dcterms:modified xsi:type="dcterms:W3CDTF">2026-08-24T08:41:15.1790000Z</dcterms:modified>
</coreProperties>
</file>