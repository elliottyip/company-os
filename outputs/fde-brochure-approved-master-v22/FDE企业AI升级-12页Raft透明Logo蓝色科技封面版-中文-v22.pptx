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73ceb39bcf4379" /><Relationship Type="http://schemas.openxmlformats.org/officeDocument/2006/relationships/extended-properties" Target="/docProps/app.xml" Id="R9ca671449e6a401d" /><Relationship Type="http://schemas.openxmlformats.org/officeDocument/2006/relationships/officeDocument" Target="/ppt/presentation.xml" Id="R8291b6e7c05046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6d2a60d04f4bc4"/>
  </p:sldMasterIdLst>
  <p:notesMasterIdLst>
    <p:notesMasterId xmlns:r="http://schemas.openxmlformats.org/officeDocument/2006/relationships" r:id="Rc91788d0b1724f90"/>
  </p:notesMasterIdLst>
  <p:sldIdLst>
    <p:sldId xmlns:r="http://schemas.openxmlformats.org/officeDocument/2006/relationships" id="256" r:id="Rbd6038195eff4fbf"/>
    <p:sldId xmlns:r="http://schemas.openxmlformats.org/officeDocument/2006/relationships" id="257" r:id="R25d8bc51b96f49dd"/>
    <p:sldId xmlns:r="http://schemas.openxmlformats.org/officeDocument/2006/relationships" id="258" r:id="R4c3ad2795fbd4ae2"/>
    <p:sldId xmlns:r="http://schemas.openxmlformats.org/officeDocument/2006/relationships" id="259" r:id="Rb849c0f8a577456b"/>
    <p:sldId xmlns:r="http://schemas.openxmlformats.org/officeDocument/2006/relationships" id="260" r:id="Rad2f48acee8f4203"/>
    <p:sldId xmlns:r="http://schemas.openxmlformats.org/officeDocument/2006/relationships" id="261" r:id="R1c8175629db04051"/>
    <p:sldId xmlns:r="http://schemas.openxmlformats.org/officeDocument/2006/relationships" id="262" r:id="Rfd798c2c29244af9"/>
    <p:sldId xmlns:r="http://schemas.openxmlformats.org/officeDocument/2006/relationships" id="263" r:id="Rd5eadfe3f0c44420"/>
    <p:sldId xmlns:r="http://schemas.openxmlformats.org/officeDocument/2006/relationships" id="264" r:id="Rd33fd8a0fdc544f9"/>
    <p:sldId xmlns:r="http://schemas.openxmlformats.org/officeDocument/2006/relationships" id="265" r:id="R45055fa74af34064"/>
    <p:sldId xmlns:r="http://schemas.openxmlformats.org/officeDocument/2006/relationships" id="266" r:id="R8a001d0ba3e547c1"/>
    <p:sldId xmlns:r="http://schemas.openxmlformats.org/officeDocument/2006/relationships" id="267" r:id="Rc3535422a8f84328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99ec914e0741cf" /><Relationship Type="http://schemas.openxmlformats.org/officeDocument/2006/relationships/slideMaster" Target="/ppt/slideMasters/slideMaster1.xml" Id="R396d2a60d04f4bc4" /><Relationship Type="http://schemas.openxmlformats.org/officeDocument/2006/relationships/notesMaster" Target="/ppt/notesMasters/notesMaster1.xml" Id="Rc91788d0b1724f90" /><Relationship Type="http://schemas.openxmlformats.org/officeDocument/2006/relationships/presProps" Target="/ppt/presProps.xml" Id="R993cf50c043946ad" /><Relationship Type="http://schemas.openxmlformats.org/officeDocument/2006/relationships/tableStyles" Target="/ppt/tableStyles.xml" Id="Rad4da1c97b434000" /><Relationship Type="http://schemas.openxmlformats.org/officeDocument/2006/relationships/slide" Target="/ppt/slides/slide1.xml" Id="Rbd6038195eff4fbf" /><Relationship Type="http://schemas.openxmlformats.org/officeDocument/2006/relationships/slide" Target="/ppt/slides/slide2.xml" Id="R25d8bc51b96f49dd" /><Relationship Type="http://schemas.openxmlformats.org/officeDocument/2006/relationships/slide" Target="/ppt/slides/slide3.xml" Id="R4c3ad2795fbd4ae2" /><Relationship Type="http://schemas.openxmlformats.org/officeDocument/2006/relationships/slide" Target="/ppt/slides/slide4.xml" Id="Rb849c0f8a577456b" /><Relationship Type="http://schemas.openxmlformats.org/officeDocument/2006/relationships/slide" Target="/ppt/slides/slide5.xml" Id="Rad2f48acee8f4203" /><Relationship Type="http://schemas.openxmlformats.org/officeDocument/2006/relationships/slide" Target="/ppt/slides/slide6.xml" Id="R1c8175629db04051" /><Relationship Type="http://schemas.openxmlformats.org/officeDocument/2006/relationships/slide" Target="/ppt/slides/slide7.xml" Id="Rfd798c2c29244af9" /><Relationship Type="http://schemas.openxmlformats.org/officeDocument/2006/relationships/slide" Target="/ppt/slides/slide8.xml" Id="Rd5eadfe3f0c44420" /><Relationship Type="http://schemas.openxmlformats.org/officeDocument/2006/relationships/slide" Target="/ppt/slides/slide9.xml" Id="Rd33fd8a0fdc544f9" /><Relationship Type="http://schemas.openxmlformats.org/officeDocument/2006/relationships/slide" Target="/ppt/slides/slide10.xml" Id="R45055fa74af34064" /><Relationship Type="http://schemas.openxmlformats.org/officeDocument/2006/relationships/slide" Target="/ppt/slides/slide11.xml" Id="R8a001d0ba3e547c1" /><Relationship Type="http://schemas.openxmlformats.org/officeDocument/2006/relationships/slide" Target="/ppt/slides/slide12.xml" Id="Rc3535422a8f843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3747c1d7594d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7feb24fdfa4d43" /><Relationship Type="http://schemas.openxmlformats.org/officeDocument/2006/relationships/notesMaster" Target="/ppt/notesMasters/notesMaster1.xml" Id="R72feaabcfc3b43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5fe5de4f074557" /><Relationship Type="http://schemas.openxmlformats.org/officeDocument/2006/relationships/notesMaster" Target="/ppt/notesMasters/notesMaster1.xml" Id="Rad90459407d24b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ecccb60dda4021" /><Relationship Type="http://schemas.openxmlformats.org/officeDocument/2006/relationships/notesMaster" Target="/ppt/notesMasters/notesMaster1.xml" Id="Ra7f2ce8a2b5547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c9e33edf514241" /><Relationship Type="http://schemas.openxmlformats.org/officeDocument/2006/relationships/notesMaster" Target="/ppt/notesMasters/notesMaster1.xml" Id="R1e79c3ceff0848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8f91238bc74701" /><Relationship Type="http://schemas.openxmlformats.org/officeDocument/2006/relationships/notesMaster" Target="/ppt/notesMasters/notesMaster1.xml" Id="R6ca03057fa9c4d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d1c55586df4fef" /><Relationship Type="http://schemas.openxmlformats.org/officeDocument/2006/relationships/notesMaster" Target="/ppt/notesMasters/notesMaster1.xml" Id="Raffa9d551b7744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5c0d1accd0e4341" /><Relationship Type="http://schemas.openxmlformats.org/officeDocument/2006/relationships/notesMaster" Target="/ppt/notesMasters/notesMaster1.xml" Id="R976a69d90f574e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b451678a904fd7" /><Relationship Type="http://schemas.openxmlformats.org/officeDocument/2006/relationships/notesMaster" Target="/ppt/notesMasters/notesMaster1.xml" Id="Re2fb62eae69d45e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cd4c937b2d4493" /><Relationship Type="http://schemas.openxmlformats.org/officeDocument/2006/relationships/notesMaster" Target="/ppt/notesMasters/notesMaster1.xml" Id="R04bcd83b06e740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6fb9eb36924a5a" /><Relationship Type="http://schemas.openxmlformats.org/officeDocument/2006/relationships/notesMaster" Target="/ppt/notesMasters/notesMaster1.xml" Id="R36da34b9e9de41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e2f2073e9644e8" /><Relationship Type="http://schemas.openxmlformats.org/officeDocument/2006/relationships/notesMaster" Target="/ppt/notesMasters/notesMaster1.xml" Id="Rfa81886a659341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05aa109b144dc2" /><Relationship Type="http://schemas.openxmlformats.org/officeDocument/2006/relationships/notesMaster" Target="/ppt/notesMasters/notesMaster1.xml" Id="Rc7fbfc05f54c4b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9920cf0094b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ec030bb10e43ef" /><Relationship Type="http://schemas.openxmlformats.org/officeDocument/2006/relationships/slideLayout" Target="/ppt/slideLayouts/slideLayout1.xml" Id="Rd0fa424ec28142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fa424ec28142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ec00783d94fcf" /><Relationship Type="http://schemas.openxmlformats.org/officeDocument/2006/relationships/image" Target="/ppt/media/image.png" Id="Rb7220ea9bd4545ae" /><Relationship Type="http://schemas.openxmlformats.org/officeDocument/2006/relationships/image" Target="/ppt/media/image2.png" Id="Rccbef016e2c0447b" /><Relationship Type="http://schemas.openxmlformats.org/officeDocument/2006/relationships/notesSlide" Target="/ppt/notesSlides/notesSlide1.xml" Id="R1199107145014a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2caa7a67842c2" /><Relationship Type="http://schemas.openxmlformats.org/officeDocument/2006/relationships/image" Target="/ppt/media/image3.png" Id="R063c75246cd84c8b" /><Relationship Type="http://schemas.openxmlformats.org/officeDocument/2006/relationships/notesSlide" Target="/ppt/notesSlides/notesSlide2.xml" Id="R10ed6e3b5e9f40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69ad590c6413d" /><Relationship Type="http://schemas.openxmlformats.org/officeDocument/2006/relationships/image" Target="/ppt/media/image4.png" Id="R4c4796b7189f4201" /><Relationship Type="http://schemas.openxmlformats.org/officeDocument/2006/relationships/notesSlide" Target="/ppt/notesSlides/notesSlide3.xml" Id="R7a9c5b5b85c24b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191117357452b" /><Relationship Type="http://schemas.openxmlformats.org/officeDocument/2006/relationships/image" Target="/ppt/media/image5.png" Id="Rea01d62539854859" /><Relationship Type="http://schemas.openxmlformats.org/officeDocument/2006/relationships/notesSlide" Target="/ppt/notesSlides/notesSlide4.xml" Id="R213a20520a8948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037416f8a4eb2" /><Relationship Type="http://schemas.openxmlformats.org/officeDocument/2006/relationships/image" Target="/ppt/media/image6.png" Id="Re864401cb83c4761" /><Relationship Type="http://schemas.openxmlformats.org/officeDocument/2006/relationships/notesSlide" Target="/ppt/notesSlides/notesSlide5.xml" Id="Re3bf4953eb6141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78079d49a4d6b" /><Relationship Type="http://schemas.openxmlformats.org/officeDocument/2006/relationships/image" Target="/ppt/media/image7.png" Id="Ra5154b9f99174c84" /><Relationship Type="http://schemas.openxmlformats.org/officeDocument/2006/relationships/notesSlide" Target="/ppt/notesSlides/notesSlide6.xml" Id="Ra19cd2fd04c74f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71ddebb4549af" /><Relationship Type="http://schemas.openxmlformats.org/officeDocument/2006/relationships/image" Target="/ppt/media/image8.png" Id="Ree25b854f2744a6f" /><Relationship Type="http://schemas.openxmlformats.org/officeDocument/2006/relationships/notesSlide" Target="/ppt/notesSlides/notesSlide7.xml" Id="Reaadbc80924b4f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002ea26864b97" /><Relationship Type="http://schemas.openxmlformats.org/officeDocument/2006/relationships/image" Target="/ppt/media/image9.png" Id="R457f1f007d65423d" /><Relationship Type="http://schemas.openxmlformats.org/officeDocument/2006/relationships/notesSlide" Target="/ppt/notesSlides/notesSlide8.xml" Id="R1123ab5737b44a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8c4e5bb774c09" /><Relationship Type="http://schemas.openxmlformats.org/officeDocument/2006/relationships/image" Target="/ppt/media/image10.png" Id="Ra59cafd97c984d0c" /><Relationship Type="http://schemas.openxmlformats.org/officeDocument/2006/relationships/notesSlide" Target="/ppt/notesSlides/notesSlide9.xml" Id="R37900048f8034e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1ee3e7d5a4844" /><Relationship Type="http://schemas.openxmlformats.org/officeDocument/2006/relationships/image" Target="/ppt/media/image11.png" Id="R7623733757e644f1" /><Relationship Type="http://schemas.openxmlformats.org/officeDocument/2006/relationships/notesSlide" Target="/ppt/notesSlides/notesSlide10.xml" Id="R202c21df023c4a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c97e2b0fa4f66" /><Relationship Type="http://schemas.openxmlformats.org/officeDocument/2006/relationships/image" Target="/ppt/media/image12.png" Id="R43ca2e969ae8424f" /><Relationship Type="http://schemas.openxmlformats.org/officeDocument/2006/relationships/notesSlide" Target="/ppt/notesSlides/notesSlide11.xml" Id="R3213f164f4b249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25d3fdeac42dd" /><Relationship Type="http://schemas.openxmlformats.org/officeDocument/2006/relationships/image" Target="/ppt/media/image13.png" Id="Re83453ef3fd44625" /><Relationship Type="http://schemas.openxmlformats.org/officeDocument/2006/relationships/notesSlide" Target="/ppt/notesSlides/notesSlide12.xml" Id="Ra0ad4f062ad046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b7220ea9bd4545ae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ef016e2c0447b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c75246cd84c8b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796b7189f4201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48125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00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148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720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7682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339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38775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9592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95975"/>
            <a:ext cx="653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10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4104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295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86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8867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580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62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36295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20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839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4678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1d62539854859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先去现场看真实工作：老板为什么想做 AI，一线每天怎么操作，数据放在哪里，哪些地方最耗时间、最容易错、最影响客户。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4401cb83c4761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54b9f99174c84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5b854f2744a6f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f1f007d65423d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我们不只展示系统，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更要说清业务发生了什么变化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本页等待真实案例。方括号内容必须用客户确认过的信息替换。没有客户授权，不放企业名称和 Logo；没有数据，不写百分比。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我们服务过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A7C27-ECC5-4346-ABC4-619B38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1]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5B9E-CB7D-44A8-9996-7DC67160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2]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6B6FC-3965-479E-81B3-86D6297B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3]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AD5C6-1067-4607-9B8E-DCC52B4D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813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713" b="0">
                <a:solidFill>
                  <a:srgbClr val="656563"/>
                </a:solidFill>
              </a:defRPr>
            </a:pPr>
            <a:r>
              <a:rPr sz="713" b="0">
                <a:solidFill>
                  <a:srgbClr val="656563"/>
                </a:solidFill>
              </a:rPr>
              <a:t>[客户 Logo 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55807-E9FE-4079-9785-BE2223C5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814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每个 Logo 下只写一行：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883609-653E-43F9-B333-AC7D528B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814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[公司或行业]｜我们帮助其完成了[一句话服务内容]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只有满足以下条件才放入：确实提供过服务、客户名称和 Logo 已获公开授权、服务内容能够核对。不能把接触过、提过方案或厂商公开案例写成“我们服务过”。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案例一｜[工厂类型 / 业务部门]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原来怎么做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[哪个岗位]每天从[微信 / Excel / PDF / ERP / 邮件]里完成[具体工作]。这项工作每天发生[次数]，需要[人数或时间]，经常出现[具体问题]。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我们发现的问题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表面需求是[客户最初的说法]，现场看完以后，真正影响业务的是[最后确认的问题]。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我们做了什么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[Skill / 定制 SaaS / 自动化 / 数据库 / Agent 工作流]，连接了[已有系统或数据]。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上线后的变化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处理时间：[原来] → [现在]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人工步骤：[原来] → [现在]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错误或返工：[原来] → [现在]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对业务的影响：[客户确认的结果]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案例二｜[工厂类型 / 业务部门]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采用相同结构。建议一个案例讲小工具，一个案例讲完整流程，一个案例讲数据库或公司级升级。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cafd97c984d0c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FDE：把系统做出来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Agent Boss：教团队接过去，继续用、继续改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3733757e644f1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a2e969ae8424f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扫码填写：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联系方式和方便沟通的时间。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扫码预约｜约满为止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7CD9D-47BC-4030-8CB2-3FDF648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87820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[品牌名]</a:t>
            </a:r>
          </a:p>
          <a:p xmlns:a="http://schemas.openxmlformats.org/drawingml/2006/main">
            <a:pPr algn="r">
              <a:buNone/>
              <a:defRPr sz="863" b="0">
                <a:solidFill>
                  <a:srgbClr val="070707"/>
                </a:solidFill>
              </a:defRPr>
            </a:pPr>
            <a:r>
              <a:rPr sz="863" b="0">
                <a:solidFill>
                  <a:srgbClr val="070707"/>
                </a:solidFill>
              </a:rPr>
              <a:t>[姓名 / 电话 / 微信 / 网站]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453ef3fd44625"/>
          <a:stretch xmlns:a="http://schemas.openxmlformats.org/drawingml/2006/main"/>
        </p:blipFill>
        <p:spPr>
          <a:xfrm xmlns:a="http://schemas.openxmlformats.org/drawingml/2006/main" flipH="0" flipV="0">
            <a:off x="4810125" y="10258425"/>
            <a:ext cx="171450" cy="17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2026-08-24T10:11:58.6530000Z</dcterms:created>
  <dcterms:modified xsi:type="dcterms:W3CDTF">2026-08-24T10:11:58.6530000Z</dcterms:modified>
</coreProperties>
</file>