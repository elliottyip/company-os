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70abae46284cf7" /><Relationship Type="http://schemas.openxmlformats.org/officeDocument/2006/relationships/extended-properties" Target="/docProps/app.xml" Id="R57c9eee81ffe4b0a" /><Relationship Type="http://schemas.openxmlformats.org/officeDocument/2006/relationships/officeDocument" Target="/ppt/presentation.xml" Id="R22281e3adc51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6829d7fc2d4ff6"/>
  </p:sldMasterIdLst>
  <p:notesMasterIdLst>
    <p:notesMasterId xmlns:r="http://schemas.openxmlformats.org/officeDocument/2006/relationships" r:id="R28613f7468fe4439"/>
  </p:notesMasterIdLst>
  <p:sldIdLst>
    <p:sldId xmlns:r="http://schemas.openxmlformats.org/officeDocument/2006/relationships" id="256" r:id="Rfd25c520f345463d"/>
    <p:sldId xmlns:r="http://schemas.openxmlformats.org/officeDocument/2006/relationships" id="257" r:id="R816a9e77ceeb459c"/>
    <p:sldId xmlns:r="http://schemas.openxmlformats.org/officeDocument/2006/relationships" id="258" r:id="Rbe52822bfc6e4f80"/>
    <p:sldId xmlns:r="http://schemas.openxmlformats.org/officeDocument/2006/relationships" id="259" r:id="Rb9924c0bfae44a6d"/>
    <p:sldId xmlns:r="http://schemas.openxmlformats.org/officeDocument/2006/relationships" id="260" r:id="Rb236f1ec59894978"/>
    <p:sldId xmlns:r="http://schemas.openxmlformats.org/officeDocument/2006/relationships" id="261" r:id="R5f9e37ab7c1c4df4"/>
    <p:sldId xmlns:r="http://schemas.openxmlformats.org/officeDocument/2006/relationships" id="262" r:id="R6bc45c4ac8084dbb"/>
    <p:sldId xmlns:r="http://schemas.openxmlformats.org/officeDocument/2006/relationships" id="263" r:id="Rc3cc194e074048d1"/>
    <p:sldId xmlns:r="http://schemas.openxmlformats.org/officeDocument/2006/relationships" id="264" r:id="R19c57351e09d4c2b"/>
    <p:sldId xmlns:r="http://schemas.openxmlformats.org/officeDocument/2006/relationships" id="265" r:id="R8b5bce078cb04fb3"/>
    <p:sldId xmlns:r="http://schemas.openxmlformats.org/officeDocument/2006/relationships" id="266" r:id="R2c3eec02b8e049ef"/>
    <p:sldId xmlns:r="http://schemas.openxmlformats.org/officeDocument/2006/relationships" id="267" r:id="R76ceb0518c0e47b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0c467b22c543dc" /><Relationship Type="http://schemas.openxmlformats.org/officeDocument/2006/relationships/slideMaster" Target="/ppt/slideMasters/slideMaster1.xml" Id="Rda6829d7fc2d4ff6" /><Relationship Type="http://schemas.openxmlformats.org/officeDocument/2006/relationships/notesMaster" Target="/ppt/notesMasters/notesMaster1.xml" Id="R28613f7468fe4439" /><Relationship Type="http://schemas.openxmlformats.org/officeDocument/2006/relationships/presProps" Target="/ppt/presProps.xml" Id="Rde7f68aee31f4781" /><Relationship Type="http://schemas.openxmlformats.org/officeDocument/2006/relationships/tableStyles" Target="/ppt/tableStyles.xml" Id="Ra32c4e49ea8a40a1" /><Relationship Type="http://schemas.openxmlformats.org/officeDocument/2006/relationships/slide" Target="/ppt/slides/slide1.xml" Id="Rfd25c520f345463d" /><Relationship Type="http://schemas.openxmlformats.org/officeDocument/2006/relationships/slide" Target="/ppt/slides/slide2.xml" Id="R816a9e77ceeb459c" /><Relationship Type="http://schemas.openxmlformats.org/officeDocument/2006/relationships/slide" Target="/ppt/slides/slide3.xml" Id="Rbe52822bfc6e4f80" /><Relationship Type="http://schemas.openxmlformats.org/officeDocument/2006/relationships/slide" Target="/ppt/slides/slide4.xml" Id="Rb9924c0bfae44a6d" /><Relationship Type="http://schemas.openxmlformats.org/officeDocument/2006/relationships/slide" Target="/ppt/slides/slide5.xml" Id="Rb236f1ec59894978" /><Relationship Type="http://schemas.openxmlformats.org/officeDocument/2006/relationships/slide" Target="/ppt/slides/slide6.xml" Id="R5f9e37ab7c1c4df4" /><Relationship Type="http://schemas.openxmlformats.org/officeDocument/2006/relationships/slide" Target="/ppt/slides/slide7.xml" Id="R6bc45c4ac8084dbb" /><Relationship Type="http://schemas.openxmlformats.org/officeDocument/2006/relationships/slide" Target="/ppt/slides/slide8.xml" Id="Rc3cc194e074048d1" /><Relationship Type="http://schemas.openxmlformats.org/officeDocument/2006/relationships/slide" Target="/ppt/slides/slide9.xml" Id="R19c57351e09d4c2b" /><Relationship Type="http://schemas.openxmlformats.org/officeDocument/2006/relationships/slide" Target="/ppt/slides/slide10.xml" Id="R8b5bce078cb04fb3" /><Relationship Type="http://schemas.openxmlformats.org/officeDocument/2006/relationships/slide" Target="/ppt/slides/slide11.xml" Id="R2c3eec02b8e049ef" /><Relationship Type="http://schemas.openxmlformats.org/officeDocument/2006/relationships/slide" Target="/ppt/slides/slide12.xml" Id="R76ceb0518c0e47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fed936d01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33b44a8c44172" /><Relationship Type="http://schemas.openxmlformats.org/officeDocument/2006/relationships/notesMaster" Target="/ppt/notesMasters/notesMaster1.xml" Id="R0c73e193c4394d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d93e8e4adb4338" /><Relationship Type="http://schemas.openxmlformats.org/officeDocument/2006/relationships/notesMaster" Target="/ppt/notesMasters/notesMaster1.xml" Id="Refbc101c9aeb41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f0f43a56d34a5a" /><Relationship Type="http://schemas.openxmlformats.org/officeDocument/2006/relationships/notesMaster" Target="/ppt/notesMasters/notesMaster1.xml" Id="R9f16b7b2db7546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dae542fbc64ad8" /><Relationship Type="http://schemas.openxmlformats.org/officeDocument/2006/relationships/notesMaster" Target="/ppt/notesMasters/notesMaster1.xml" Id="R496689b9360b40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04b7388d3f4d1d" /><Relationship Type="http://schemas.openxmlformats.org/officeDocument/2006/relationships/notesMaster" Target="/ppt/notesMasters/notesMaster1.xml" Id="Rf3536034c244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0189e2a6b44911" /><Relationship Type="http://schemas.openxmlformats.org/officeDocument/2006/relationships/notesMaster" Target="/ppt/notesMasters/notesMaster1.xml" Id="R3020b89d6e964f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faaf3696aa4fd4" /><Relationship Type="http://schemas.openxmlformats.org/officeDocument/2006/relationships/notesMaster" Target="/ppt/notesMasters/notesMaster1.xml" Id="R585e22037a734c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fb837e981c4016" /><Relationship Type="http://schemas.openxmlformats.org/officeDocument/2006/relationships/notesMaster" Target="/ppt/notesMasters/notesMaster1.xml" Id="Rac1263a6e40b42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95a026a2c84c38" /><Relationship Type="http://schemas.openxmlformats.org/officeDocument/2006/relationships/notesMaster" Target="/ppt/notesMasters/notesMaster1.xml" Id="Rbf0503fef01b48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ebccd53f5d47d0" /><Relationship Type="http://schemas.openxmlformats.org/officeDocument/2006/relationships/notesMaster" Target="/ppt/notesMasters/notesMaster1.xml" Id="Racc77e945e0d48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430ef1db154727" /><Relationship Type="http://schemas.openxmlformats.org/officeDocument/2006/relationships/notesMaster" Target="/ppt/notesMasters/notesMaster1.xml" Id="Rbb0145d159b042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751061b31d49c6" /><Relationship Type="http://schemas.openxmlformats.org/officeDocument/2006/relationships/notesMaster" Target="/ppt/notesMasters/notesMaster1.xml" Id="Re717007e865f46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2c05d57f444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930f2ba26d458a" /><Relationship Type="http://schemas.openxmlformats.org/officeDocument/2006/relationships/slideLayout" Target="/ppt/slideLayouts/slideLayout1.xml" Id="Rc56ee14c0fb546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6ee14c0fb546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f8893945f4f75" /><Relationship Type="http://schemas.openxmlformats.org/officeDocument/2006/relationships/image" Target="/ppt/media/image.png" Id="Ra91a9033c2524744" /><Relationship Type="http://schemas.openxmlformats.org/officeDocument/2006/relationships/image" Target="/ppt/media/image2.png" Id="Rd425ba200b8644c0" /><Relationship Type="http://schemas.openxmlformats.org/officeDocument/2006/relationships/notesSlide" Target="/ppt/notesSlides/notesSlide1.xml" Id="R287f4394651444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aae14e19b4331" /><Relationship Type="http://schemas.openxmlformats.org/officeDocument/2006/relationships/image" Target="/ppt/media/image3.png" Id="Rdf73572fa1c545a2" /><Relationship Type="http://schemas.openxmlformats.org/officeDocument/2006/relationships/notesSlide" Target="/ppt/notesSlides/notesSlide2.xml" Id="R8a67670a93a6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c80e40a6f4d0f" /><Relationship Type="http://schemas.openxmlformats.org/officeDocument/2006/relationships/image" Target="/ppt/media/image4.png" Id="R24de73e23e244c66" /><Relationship Type="http://schemas.openxmlformats.org/officeDocument/2006/relationships/notesSlide" Target="/ppt/notesSlides/notesSlide3.xml" Id="Rc59f922a039e4f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cc7768b5c4e64" /><Relationship Type="http://schemas.openxmlformats.org/officeDocument/2006/relationships/image" Target="/ppt/media/image5.png" Id="R423bfc1fec624710" /><Relationship Type="http://schemas.openxmlformats.org/officeDocument/2006/relationships/notesSlide" Target="/ppt/notesSlides/notesSlide4.xml" Id="Rf7d8748d94ad45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80c9143ef42fd" /><Relationship Type="http://schemas.openxmlformats.org/officeDocument/2006/relationships/image" Target="/ppt/media/image6.png" Id="R9b80e47d9ffe465d" /><Relationship Type="http://schemas.openxmlformats.org/officeDocument/2006/relationships/notesSlide" Target="/ppt/notesSlides/notesSlide5.xml" Id="R7129dc9c392f4d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e81c6b34d44cd" /><Relationship Type="http://schemas.openxmlformats.org/officeDocument/2006/relationships/image" Target="/ppt/media/image7.png" Id="R2132fc2f01bd4bde" /><Relationship Type="http://schemas.openxmlformats.org/officeDocument/2006/relationships/notesSlide" Target="/ppt/notesSlides/notesSlide6.xml" Id="Rd7af94a2cb0c4e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93ae54ab64a4b" /><Relationship Type="http://schemas.openxmlformats.org/officeDocument/2006/relationships/image" Target="/ppt/media/image8.png" Id="R3411db8c84ce45d0" /><Relationship Type="http://schemas.openxmlformats.org/officeDocument/2006/relationships/notesSlide" Target="/ppt/notesSlides/notesSlide7.xml" Id="R65c241a19fc544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dfc056b194dac" /><Relationship Type="http://schemas.openxmlformats.org/officeDocument/2006/relationships/image" Target="/ppt/media/image9.png" Id="Rbe4a8c29e3904d59" /><Relationship Type="http://schemas.openxmlformats.org/officeDocument/2006/relationships/notesSlide" Target="/ppt/notesSlides/notesSlide8.xml" Id="R746a8025fc4d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72005cacb497f" /><Relationship Type="http://schemas.openxmlformats.org/officeDocument/2006/relationships/image" Target="/ppt/media/image10.png" Id="R9171422b87614ba5" /><Relationship Type="http://schemas.openxmlformats.org/officeDocument/2006/relationships/notesSlide" Target="/ppt/notesSlides/notesSlide9.xml" Id="R60814f317ac242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7bb051ebb4395" /><Relationship Type="http://schemas.openxmlformats.org/officeDocument/2006/relationships/image" Target="/ppt/media/image11.png" Id="Rac2c37e52ef349c4" /><Relationship Type="http://schemas.openxmlformats.org/officeDocument/2006/relationships/notesSlide" Target="/ppt/notesSlides/notesSlide10.xml" Id="R923078ddf53d40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80447a6c54103" /><Relationship Type="http://schemas.openxmlformats.org/officeDocument/2006/relationships/image" Target="/ppt/media/image12.png" Id="R130134bef35c4e7b" /><Relationship Type="http://schemas.openxmlformats.org/officeDocument/2006/relationships/notesSlide" Target="/ppt/notesSlides/notesSlide11.xml" Id="R5174cb116f0345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57b5a03e14175" /><Relationship Type="http://schemas.openxmlformats.org/officeDocument/2006/relationships/image" Target="/ppt/media/image13.png" Id="Rfa454fb396474260" /><Relationship Type="http://schemas.openxmlformats.org/officeDocument/2006/relationships/notesSlide" Target="/ppt/notesSlides/notesSlide12.xml" Id="R0e2ac6ccb45d40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91a9033c252474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5ba200b8644c0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3572fa1c545a2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e73e23e244c66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387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bfc1fec624710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0e47d9ffe465d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2fc2f01bd4bde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1db8c84ce45d0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a8c29e3904d59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1422b87614ba5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c37e52ef349c4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134bef35c4e7b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54fb396474260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2026-08-24T10:12:00.7680000Z</dcterms:created>
  <dcterms:modified xsi:type="dcterms:W3CDTF">2026-08-24T10:12:00.7680000Z</dcterms:modified>
</coreProperties>
</file>